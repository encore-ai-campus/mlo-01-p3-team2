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58"/>
  </p:notesMasterIdLst>
  <p:sldIdLst>
    <p:sldId id="256" r:id="rId3"/>
    <p:sldId id="270" r:id="rId4"/>
    <p:sldId id="257" r:id="rId5"/>
    <p:sldId id="258" r:id="rId6"/>
    <p:sldId id="271" r:id="rId7"/>
    <p:sldId id="280" r:id="rId8"/>
    <p:sldId id="281" r:id="rId9"/>
    <p:sldId id="279" r:id="rId10"/>
    <p:sldId id="272" r:id="rId11"/>
    <p:sldId id="282" r:id="rId12"/>
    <p:sldId id="262" r:id="rId13"/>
    <p:sldId id="322" r:id="rId14"/>
    <p:sldId id="323" r:id="rId15"/>
    <p:sldId id="324" r:id="rId16"/>
    <p:sldId id="259" r:id="rId17"/>
    <p:sldId id="260" r:id="rId18"/>
    <p:sldId id="261" r:id="rId19"/>
    <p:sldId id="325" r:id="rId20"/>
    <p:sldId id="263" r:id="rId21"/>
    <p:sldId id="326" r:id="rId22"/>
    <p:sldId id="265" r:id="rId23"/>
    <p:sldId id="266" r:id="rId24"/>
    <p:sldId id="274"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267" r:id="rId38"/>
    <p:sldId id="268" r:id="rId39"/>
    <p:sldId id="264" r:id="rId40"/>
    <p:sldId id="283" r:id="rId41"/>
    <p:sldId id="284" r:id="rId42"/>
    <p:sldId id="295" r:id="rId43"/>
    <p:sldId id="293" r:id="rId44"/>
    <p:sldId id="308" r:id="rId45"/>
    <p:sldId id="309" r:id="rId46"/>
    <p:sldId id="273" r:id="rId47"/>
    <p:sldId id="310" r:id="rId48"/>
    <p:sldId id="275" r:id="rId49"/>
    <p:sldId id="276" r:id="rId50"/>
    <p:sldId id="277" r:id="rId51"/>
    <p:sldId id="311" r:id="rId52"/>
    <p:sldId id="312" r:id="rId53"/>
    <p:sldId id="327" r:id="rId54"/>
    <p:sldId id="328" r:id="rId55"/>
    <p:sldId id="314" r:id="rId56"/>
    <p:sldId id="269" r:id="rId5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7"/>
    <p:restoredTop sz="93090"/>
  </p:normalViewPr>
  <p:slideViewPr>
    <p:cSldViewPr snapToGrid="0">
      <p:cViewPr varScale="1">
        <p:scale>
          <a:sx n="57" d="100"/>
          <a:sy n="57" d="100"/>
        </p:scale>
        <p:origin x="176" y="1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lvl1pPr>
              <a:defRPr b="0" i="0">
                <a:latin typeface="NanumGothic" panose="020D0604000000000000" pitchFamily="34" charset="-127"/>
              </a:defRPr>
            </a:lvl1pPr>
          </a:lstStyle>
          <a:p>
            <a:endParaRPr lang="ko-KR" altLang="en-US"/>
          </a:p>
        </p:txBody>
      </p:sp>
      <p:sp>
        <p:nvSpPr>
          <p:cNvPr id="3" name="Date Placeholder"/>
          <p:cNvSpPr>
            <a:spLocks noGrp="1"/>
          </p:cNvSpPr>
          <p:nvPr>
            <p:ph type="dt" sz="quarter" idx="1"/>
          </p:nvPr>
        </p:nvSpPr>
        <p:spPr>
          <a:prstGeom prst="rect">
            <a:avLst/>
          </a:prstGeom>
        </p:spPr>
        <p:txBody>
          <a:bodyPr/>
          <a:lstStyle>
            <a:lvl1pPr>
              <a:defRPr b="0" i="0">
                <a:latin typeface="NanumGothic" panose="020D0604000000000000" pitchFamily="34" charset="-127"/>
              </a:defRPr>
            </a:lvl1pPr>
          </a:lstStyle>
          <a:p>
            <a:endParaRPr lang="ko-KR" altLang="en-US"/>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lvl1pPr>
              <a:defRPr b="0" i="0">
                <a:latin typeface="NanumGothic" panose="020D0604000000000000" pitchFamily="34" charset="-127"/>
              </a:defRPr>
            </a:lvl1pPr>
          </a:lstStyle>
          <a:p>
            <a:endParaRPr lang="ko-KR" altLang="en-US"/>
          </a:p>
        </p:txBody>
      </p:sp>
      <p:sp>
        <p:nvSpPr>
          <p:cNvPr id="7" name="Slide Number Placeholder"/>
          <p:cNvSpPr>
            <a:spLocks noGrp="1"/>
          </p:cNvSpPr>
          <p:nvPr>
            <p:ph type="sldNum" sz="quarter" idx="5"/>
          </p:nvPr>
        </p:nvSpPr>
        <p:spPr>
          <a:prstGeom prst="rect">
            <a:avLst/>
          </a:prstGeom>
        </p:spPr>
        <p:txBody>
          <a:bodyPr/>
          <a:lstStyle>
            <a:lvl1pPr>
              <a:defRPr b="0" i="0">
                <a:latin typeface="NanumGothic" panose="020D0604000000000000" pitchFamily="34" charset="-127"/>
              </a:defRPr>
            </a:lvl1pPr>
          </a:lstStyle>
          <a:p>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README.md:15-23,34-52</a:t>
            </a:r>
          </a:p>
          <a:p>
            <a:r>
              <a:t>Palette: apps/ads_frontend/ui/static/console/app.css:7-14</a:t>
            </a:r>
          </a:p>
          <a:p>
            <a:r>
              <a:t>Background: ppt/assets/hero-v2.png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FCBB-1E3F-DF0C-3928-4E842F9E6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94A6B-40B4-B97F-A1A8-7B0F4A4BF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29078-8994-DEBE-A88C-63D61BB23F4B}"/>
              </a:ext>
            </a:extLst>
          </p:cNvPr>
          <p:cNvSpPr>
            <a:spLocks noGrp="1"/>
          </p:cNvSpPr>
          <p:nvPr>
            <p:ph type="body" idx="1"/>
          </p:nvPr>
        </p:nvSpPr>
        <p:spPr/>
        <p:txBody>
          <a:bodyPr/>
          <a:lstStyle/>
          <a:p>
            <a:r>
              <a:t>Sources: README.md:15-81</a:t>
            </a:r>
          </a:p>
          <a:p>
            <a:r>
              <a:t>aws-infra/README.md</a:t>
            </a:r>
          </a:p>
          <a:p>
            <a:r>
              <a:t>pipeline/std_and_sinker/README.md</a:t>
            </a:r>
          </a:p>
          <a:p>
            <a:r>
              <a:t>pipeline/spark/README.md</a:t>
            </a:r>
          </a:p>
          <a:p>
            <a:r>
              <a:t>Background: ppt/assets/content-v2.png (AI-generated illustration)</a:t>
            </a:r>
          </a:p>
        </p:txBody>
      </p:sp>
      <p:sp>
        <p:nvSpPr>
          <p:cNvPr id="4" name="Slide Number Placeholder 3">
            <a:extLst>
              <a:ext uri="{FF2B5EF4-FFF2-40B4-BE49-F238E27FC236}">
                <a16:creationId xmlns:a16="http://schemas.microsoft.com/office/drawing/2014/main" id="{59BCA55D-4C19-0EA2-0F97-96B173AFEB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6934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README.md:15-81</a:t>
            </a:r>
          </a:p>
          <a:p>
            <a:r>
              <a:t>aws-infra/README.md</a:t>
            </a:r>
          </a:p>
          <a:p>
            <a:r>
              <a:t>pipeline/std_and_sinker/README.md</a:t>
            </a:r>
          </a:p>
          <a:p>
            <a:r>
              <a:t>pipeline/spark/README.md</a:t>
            </a:r>
          </a:p>
          <a:p>
            <a:r>
              <a:t>Background: ppt/assets/content-v2.png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ppt/assets/section-v2.png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F6E5B-9689-B2F6-EF84-5A6117723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ED4C2-A411-4D47-3738-704233B79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C426E-E5AA-B2CA-810E-7D3D932C6306}"/>
              </a:ext>
            </a:extLst>
          </p:cNvPr>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a:extLst>
              <a:ext uri="{FF2B5EF4-FFF2-40B4-BE49-F238E27FC236}">
                <a16:creationId xmlns:a16="http://schemas.microsoft.com/office/drawing/2014/main" id="{C31C32BE-C262-2347-CCE3-FDC93488D87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82010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CA99-F613-521A-73A6-0FD9EDFEF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C66CB-ADEA-57DC-4C40-DC2889E33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FDEAE-63FD-457A-9790-C17FDFC3E8FA}"/>
              </a:ext>
            </a:extLst>
          </p:cNvPr>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a:extLst>
              <a:ext uri="{FF2B5EF4-FFF2-40B4-BE49-F238E27FC236}">
                <a16:creationId xmlns:a16="http://schemas.microsoft.com/office/drawing/2014/main" id="{156D4EA4-D267-992F-2C29-B9F6A77BA8B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04652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499D-5188-11B9-0A69-C6E701D7F3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52C03-8E9E-531F-6325-B6D253793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423C6-B666-CF6D-D6A2-19740271D2B6}"/>
              </a:ext>
            </a:extLst>
          </p:cNvPr>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a:extLst>
              <a:ext uri="{FF2B5EF4-FFF2-40B4-BE49-F238E27FC236}">
                <a16:creationId xmlns:a16="http://schemas.microsoft.com/office/drawing/2014/main" id="{7DAA4F3F-D9BC-7C4F-2813-2172696749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3215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85902-C79B-97A0-1ABF-88CDA8721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E08D2-4847-62F2-1A2D-F783210C1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79229-DE03-C066-7B88-FB9C0E4E7B21}"/>
              </a:ext>
            </a:extLst>
          </p:cNvPr>
          <p:cNvSpPr>
            <a:spLocks noGrp="1"/>
          </p:cNvSpPr>
          <p:nvPr>
            <p:ph type="body" idx="1"/>
          </p:nvPr>
        </p:nvSpPr>
        <p:spPr/>
        <p:txBody>
          <a:bodyPr/>
          <a:lstStyle/>
          <a:p>
            <a:r>
              <a:rPr dirty="0" err="1"/>
              <a:t>출처</a:t>
            </a:r>
            <a:r>
              <a:rPr dirty="0"/>
              <a:t>: </a:t>
            </a:r>
            <a:r>
              <a:rPr dirty="0" err="1"/>
              <a:t>사용자</a:t>
            </a:r>
            <a:r>
              <a:rPr dirty="0"/>
              <a:t> </a:t>
            </a:r>
            <a:r>
              <a:rPr dirty="0" err="1"/>
              <a:t>제공</a:t>
            </a:r>
            <a:r>
              <a:rPr dirty="0"/>
              <a:t> </a:t>
            </a:r>
            <a:r>
              <a:rPr dirty="0" err="1"/>
              <a:t>서비스</a:t>
            </a:r>
            <a:r>
              <a:rPr dirty="0"/>
              <a:t> </a:t>
            </a:r>
            <a:r>
              <a:rPr dirty="0" err="1"/>
              <a:t>설명</a:t>
            </a:r>
            <a:r>
              <a:rPr dirty="0"/>
              <a:t> </a:t>
            </a:r>
            <a:r>
              <a:rPr dirty="0" err="1"/>
              <a:t>및</a:t>
            </a:r>
            <a:r>
              <a:rPr dirty="0"/>
              <a:t> </a:t>
            </a:r>
            <a:r>
              <a:rPr dirty="0" err="1"/>
              <a:t>기능</a:t>
            </a:r>
            <a:r>
              <a:rPr dirty="0"/>
              <a:t> </a:t>
            </a:r>
            <a:r>
              <a:rPr dirty="0" err="1"/>
              <a:t>목록</a:t>
            </a:r>
            <a:r>
              <a:rPr dirty="0"/>
              <a:t>. </a:t>
            </a:r>
            <a:r>
              <a:rPr dirty="0" err="1"/>
              <a:t>서비스</a:t>
            </a:r>
            <a:r>
              <a:rPr dirty="0"/>
              <a:t> </a:t>
            </a:r>
            <a:r>
              <a:rPr dirty="0" err="1"/>
              <a:t>필요성은</a:t>
            </a:r>
            <a:r>
              <a:rPr dirty="0"/>
              <a:t> </a:t>
            </a:r>
            <a:r>
              <a:rPr dirty="0" err="1"/>
              <a:t>사용자가</a:t>
            </a:r>
            <a:r>
              <a:rPr dirty="0"/>
              <a:t> </a:t>
            </a:r>
            <a:r>
              <a:rPr dirty="0" err="1"/>
              <a:t>설명한</a:t>
            </a:r>
            <a:r>
              <a:rPr dirty="0"/>
              <a:t> </a:t>
            </a:r>
            <a:r>
              <a:rPr dirty="0" err="1"/>
              <a:t>현재</a:t>
            </a:r>
            <a:r>
              <a:rPr dirty="0"/>
              <a:t> PLAYDATA </a:t>
            </a:r>
            <a:r>
              <a:rPr dirty="0" err="1"/>
              <a:t>소통</a:t>
            </a:r>
            <a:r>
              <a:rPr dirty="0"/>
              <a:t> </a:t>
            </a:r>
            <a:r>
              <a:rPr dirty="0" err="1"/>
              <a:t>환경을</a:t>
            </a:r>
            <a:r>
              <a:rPr dirty="0"/>
              <a:t> </a:t>
            </a:r>
            <a:r>
              <a:rPr dirty="0" err="1"/>
              <a:t>기준으로</a:t>
            </a:r>
            <a:r>
              <a:rPr dirty="0"/>
              <a:t> </a:t>
            </a:r>
            <a:r>
              <a:rPr dirty="0" err="1"/>
              <a:t>작성했습니다</a:t>
            </a:r>
            <a:r>
              <a:rPr dirty="0"/>
              <a:t>. </a:t>
            </a:r>
            <a:r>
              <a:rPr dirty="0" err="1"/>
              <a:t>기대효과는</a:t>
            </a:r>
            <a:r>
              <a:rPr dirty="0"/>
              <a:t> </a:t>
            </a:r>
            <a:r>
              <a:rPr dirty="0" err="1"/>
              <a:t>향후</a:t>
            </a:r>
            <a:r>
              <a:rPr dirty="0"/>
              <a:t> </a:t>
            </a:r>
            <a:r>
              <a:rPr dirty="0" err="1"/>
              <a:t>기대이며</a:t>
            </a:r>
            <a:r>
              <a:rPr dirty="0"/>
              <a:t>, </a:t>
            </a:r>
            <a:r>
              <a:rPr dirty="0" err="1"/>
              <a:t>달성</a:t>
            </a:r>
            <a:r>
              <a:rPr dirty="0"/>
              <a:t> </a:t>
            </a:r>
            <a:r>
              <a:rPr dirty="0" err="1"/>
              <a:t>성과를</a:t>
            </a:r>
            <a:r>
              <a:rPr dirty="0"/>
              <a:t> </a:t>
            </a:r>
            <a:r>
              <a:rPr dirty="0" err="1"/>
              <a:t>의미하지</a:t>
            </a:r>
            <a:r>
              <a:rPr dirty="0"/>
              <a:t> </a:t>
            </a:r>
            <a:r>
              <a:rPr dirty="0" err="1"/>
              <a:t>않습니다</a:t>
            </a:r>
            <a:r>
              <a:rPr dirty="0"/>
              <a:t>.</a:t>
            </a:r>
          </a:p>
        </p:txBody>
      </p:sp>
      <p:sp>
        <p:nvSpPr>
          <p:cNvPr id="4" name="Slide Number Placeholder 3">
            <a:extLst>
              <a:ext uri="{FF2B5EF4-FFF2-40B4-BE49-F238E27FC236}">
                <a16:creationId xmlns:a16="http://schemas.microsoft.com/office/drawing/2014/main" id="{12147229-9052-609A-7E33-D4010A9E9C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03101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ppt/assets/section-v2.png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aws-infra/docs/costs/costs.md. 기존 126시간 견적: 18EC2, gp3 4260GiB, IPv4 3개. EC2 $130.0572, EBS $65.7964, IP $1.8900. 실제 청구액이 아니며 환율 1400원 가정. 취소된 RAM 수집 계획과 세금·크레딧·트래픽·CPU 추가 과금 제외.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aws-infra/docs/operations/current-state.md. 5개 VPC, 10개 피어링. 계정별 분산 배치의 설명이며 계정 한도나 크레딧 원인은 검증하지 않았음. Peering 자체가 EC2 비용을 줄이는 것은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aws-infra/docs/operations/current-state.md. 기본 topology 18대에 game-server-test 1대 추가. 다중 계정 배치는 다중 AZ 고가용성을 뜻하지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aws-infra/docs/operations/current-state.md, inventory/hosts.current.yml. account1 7대, account2 2대, account3 3대, account4 4대, account5 3대. MySQL 1 등의 숫자는 노드 번호이며 대수가 아님. 연결선은 전체 메시 피어링 10개를 요약하며 중앙 허브/Transit Gateway가 존재한다는 의미가 아님. 게임 Backend 2대는 기존 game-server와 game-server-test. 노드 실행 상태와 배치는 별개. 모든 노드 논리 AZ A. NAT 0, ALB 비활성.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aws-infra/docs/security-groups.md 및 current-state.md. 2026-10-18 기준 443은 지정 /32 출처, 80은 ACME 검증용 공개. 전체 포트의 전면 공개를 의미하지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aws-infra/docs/operations/current-state.md. SSH ProxyJump와 Squid HTTP 프록시는 별도 역할. Bastion EIP 사용.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aws-platform/platform/roles/edge/templates/edge-certbot-renew.service.j2 및 current-state.md. EC2 도메인 적용 이력 있음. 배포 코드의 도메인·IP 인증서 갱신 분기 반영. 수정 코드 EC2 재배포 검증은 남아 있음.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aws-infra/docs/infra-routing/scripts/deploy.ps1.md. foundation→connectivity→workload→bastion 순서. 프로필은 동일 원격 상태를 사용하므로 환경 복제 기능으로 설명하지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aws-infra/docs/infra-routing/scripts/deploy.ps1.md 및 aws-platform/platform 역할 문서. Inventory 생성 자체는 서버 설치 작업을 실행하지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사용자가 제공한 2026-10-15 systemctl status mysql. 07:15:37 UTC oom-kill, 07:15:43 UTC 재시작, active 및 Server is operational. 마운트 검사 실행 성공 확인. 복제 정상화나 OOM 근본 해결을 확정하지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aws-infra/docs/operations/current-state.md. 2026-10-18 Scheduler 기준 평일08:30 시작, 매일22:00 중지. 예약 기존18대, 수동current19대. RAM CloudWatch 상시 수집 계획은 취소했으므로 성과로 표시하지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DEAA-A297-268E-7E38-98FD55062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780A1-E9A5-3071-AFF5-388CD2E26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B1309-86D0-B977-29E6-6CD50A2C1978}"/>
              </a:ext>
            </a:extLst>
          </p:cNvPr>
          <p:cNvSpPr>
            <a:spLocks noGrp="1"/>
          </p:cNvSpPr>
          <p:nvPr>
            <p:ph type="body" idx="1"/>
          </p:nvPr>
        </p:nvSpPr>
        <p:spPr/>
        <p:txBody>
          <a:bodyPr/>
          <a:lstStyle/>
          <a:p>
            <a:r>
              <a:t>Background: ppt/assets/section-v2.png (AI-generated illustration)</a:t>
            </a:r>
          </a:p>
        </p:txBody>
      </p:sp>
      <p:sp>
        <p:nvSpPr>
          <p:cNvPr id="4" name="Slide Number Placeholder 3">
            <a:extLst>
              <a:ext uri="{FF2B5EF4-FFF2-40B4-BE49-F238E27FC236}">
                <a16:creationId xmlns:a16="http://schemas.microsoft.com/office/drawing/2014/main" id="{09689765-8186-B5D0-19A6-212466DB1DF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46998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18층 캠퍼스와 옥상의 원본 전체 맵 에셋입니다. 화면 확대나 UI 캡처 대신 맵 전체의 구성을 보여줍니다.</a:t>
            </a:r>
          </a:p>
          <a:p>
            <a:r>
              <a:t>자료: C:/Users/Playdata/Documents/codex/metaverse-vanilla-original-20261016/frontend/dist/assets/campus-map.png</a:t>
            </a:r>
          </a:p>
          <a:p>
            <a:r>
              <a:t>C:/Users/Playdata/Documents/codex/metaverse-vanilla-original-20261016/frontend/dist/assets/rooftop-map.png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회원가입 화면에서 과정·기수와 계정 정보를 입력하고 닉네임과 아바타를 설정합니다. 화면은 실제 가입 UI의 세로 영역을 발췌했습니다.</a:t>
            </a:r>
          </a:p>
          <a:p>
            <a:endParaRPr/>
          </a:p>
          <a:p>
            <a:r>
              <a:t>자료: 제공된 원본 발표자료 및 프로젝트 실제 화면.</a:t>
            </a:r>
          </a:p>
          <a:p>
            <a:r>
              <a:t>C:/Users/Playdata/Documents/codex/metaverse-prototype-runtime/avatar-live-signup.png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접속 안내서에서 사용법을 익힙니다. 화면 표시 설정에서 다른 사람 닉네임, 채팅창, 말풍선 표시를 선택하고 안내서를 다시 보거나 닉네임 변경과 로그아웃을 실행할 수 있습니다.</a:t>
            </a:r>
          </a:p>
          <a:p>
            <a:r>
              <a:t>자료: 사용자 첨부 첫 번째 이미지. C:/Users/Playdata/Documents/codex/first-visit-guide-20261015/guide-desktop-preview.jpg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게시판의 첫 번째 기능은 식사 정보입니다. 구내식당의 메뉴 사진을 확인하고 크게 볼 수 있으며 마지막 갱신 시간도 확인합니다. 점메추는 한식·일식·양식·중식·분식·패스트푸드·베트남음식·구내식당 8개 분류 중 서버가 고른 결과를 룰렛으로 표시합니다. 다시 돌리기로 다른 추천을 확인합니다.</a:t>
            </a:r>
          </a:p>
          <a:p>
            <a:r>
              <a:t>자료: 사용자 첨부 두 번째·세 번째 이미지.</a:t>
            </a:r>
          </a:p>
          <a:p>
            <a:r>
              <a:t>C:/Users/Playdata/Documents/codex/metaverse-vanilla-original-20261016/README.md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게시판의 커뮤니티 기능입니다. 카테고리별 글 조회와 검색, 게시글·댓글·대댓글 작성, 본인 글 수정·삭제 기능을 설명합니다.</a:t>
            </a:r>
          </a:p>
          <a:p>
            <a:r>
              <a:t>사진 자료: 사용자 첨부 커뮤니티 화면</a:t>
            </a:r>
          </a:p>
          <a:p>
            <a:r>
              <a:t>C:/Users/Playdata/AppData/Local/Temp/codex-clipboard-a4c68f8e-e8c1-467a-94e2-7f88e38799aa.png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채팅은 채팅창과 캐릭터 말풍선으로 전달합니다. Enter로 입력과 전송, Esc로 맵 조작에 복귀합니다. 쪽지함은 닉네임 검색, 최근 대화와 이전 메시지 조회, 답장과 미확인 메시지 표시를 제공합니다.</a:t>
            </a:r>
          </a:p>
          <a:p>
            <a:endParaRPr/>
          </a:p>
          <a:p>
            <a:r>
              <a:t>자료: 제공된 원본 발표자료 및 프로젝트 실제 화면.</a:t>
            </a:r>
          </a:p>
          <a:p>
            <a:r>
              <a:t>C:/Users/Playdata/Documents/codex/metaverse-prototype-runtime/chat-ui-20261012/chat-desktop.png</a:t>
            </a:r>
          </a:p>
          <a:p>
            <a:r>
              <a:t>C:/Users/Playdata/Documents/codex/campus-notes-work/private-mailbox-preview.jpg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사용자의 움직임은 서버에서 판정한 뒤 WebSocket으로 다른 사용자에게 전달합니다. 같은 층 사용자의 캐릭터 위치와 방향을 화면에 반영하며 화면 전송은 위치 DB 저장보다 더 짧은 주기로 처리합니다. 일반 이동 방송에는 약 0.1초 간격의 제한을 사용합니다.</a:t>
            </a:r>
          </a:p>
          <a:p>
            <a:endParaRPr/>
          </a:p>
          <a:p>
            <a:r>
              <a:t>DB 저장은 최신 위치가 변경된 사용자를 대상으로 약 5초 간격의 체크포인트로 수행합니다. last_position에는 층·x/y 좌표·방향을 보관하고 last_position_at에는 관측 시간을 남깁니다. 층 이동, 종료, 로그아웃과 만료 때는 마지막 변경 위치를 즉시 저장하며 재접속 시 저장한 위치를 복원합니다. 위치와 movement_observed Outbox 기록은 같은 트랜잭션에 저장합니다.</a:t>
            </a:r>
          </a:p>
          <a:p>
            <a:r>
              <a:t>자료: C:/Users/Playdata/Documents/codex/metaverse-vanilla-original-20261016/README.md</a:t>
            </a:r>
          </a:p>
          <a:p>
            <a:r>
              <a:t>C:/Users/Playdata/Documents/codex/metaverse-vanilla-original-20261016/backend/campus/consumers.py</a:t>
            </a:r>
          </a:p>
          <a:p>
            <a:r>
              <a:t>C:/Users/Playdata/Documents/codex/metaverse-vanilla-original-20261016/backend/campus/positions.py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계단은 18층 상담실 B 옆에 있습니다. 라운지 쪽 옆문으로 들어가 계단을 걸어 올라가거나 가까이에서 E를 누르면 옥상으로 이동합니다. 돌아올 때는 옥상 입구 계단을 내려가거나 E를 누릅니다. 이동 도중 약 3초 동안 캐릭터가 실제 계단을 오르내리는 애니메이션을 보여주고 도착할 맵을 표시합니다. 삽입한 GIF에는 올라가기와 내려가기가 순서대로 들어 있으며 PowerPoint 슬라이드 쇼에서 반복 재생됩니다.</a:t>
            </a:r>
          </a:p>
          <a:p>
            <a:r>
              <a:t>자료: C:/Users/Playdata/Documents/codex/metaverse-vanilla-original-20261016/frontend/dist/campus-guide.js</a:t>
            </a:r>
          </a:p>
          <a:p>
            <a:r>
              <a:t>C:/Users/Playdata/Documents/codex/metaverse-vanilla-original-20261016/frontend/dist/floor-transition.js</a:t>
            </a:r>
          </a:p>
          <a:p>
            <a:r>
              <a:t>C:/Users/Playdata/Documents/codex/campus-layout-preview-20261015/screenshots/stairs.jpg</a:t>
            </a:r>
          </a:p>
          <a:p>
            <a:endParaRPr/>
          </a:p>
          <a:p>
            <a:r>
              <a:t>18층 라운지 2의 강의실 5 쪽 벽면 소화기에 가까이 가서 E를 누르고 확인창에서 예를 선택합니다. 옥상 왼편 포털로 이동하며, 옥상 포털에서도 진입하거나 E를 누른 뒤 예를 선택해 18층으로 돌아갑니다. 소화기를 걸어서 지나가기만 하면 이동하지 않습니다. 포털 방식에는 캐릭터가 출발 포털에서 사라지고 빛의 궤적이 이동한 뒤 도착 포털에서 다시 나타나는 약 3초 연출을 사용합니다. 삽입 GIF는 두 방향을 순서대로 반복합니다.</a:t>
            </a:r>
          </a:p>
          <a:p>
            <a:r>
              <a:t>자료: C:/Users/Playdata/Documents/codex/metaverse-vanilla-original-20261016/frontend/dist/rooftop-data.js</a:t>
            </a:r>
          </a:p>
          <a:p>
            <a:r>
              <a:t>C:/Users/Playdata/Documents/codex/metaverse-vanilla-original-20261016/frontend/dist/floor-transition-portal.js</a:t>
            </a:r>
          </a:p>
          <a:p>
            <a:r>
              <a:t>C:/Users/Playdata/Documents/codex/metaverse-prototype-runtime/portal-poster-20261012/live-extinguisher-player.png</a:t>
            </a:r>
          </a:p>
          <a:p>
            <a:r>
              <a:t>C:/Users/Playdata/Documents/codex/metaverse-prototype-runtime/portal-poster-20261012/live-rooftop-portal.png</a:t>
            </a:r>
          </a:p>
          <a:p>
            <a:endParaRPr/>
          </a:p>
          <a:p>
            <a:r>
              <a:t>이동 애니메이션 옆에 18층·옥상 계단 입구, 18층 소화기와 옥상 포털의 실제 화면을 나란히 배치했습니다.</a:t>
            </a:r>
          </a:p>
          <a:p>
            <a:r>
              <a:t>자료: C:/Users/Playdata/Documents/codex/campus-layout-preview-20261015/screenshots/stairs.jpg</a:t>
            </a:r>
          </a:p>
          <a:p>
            <a:r>
              <a:t>C:/Users/Playdata/Documents/codex/metaverse-prototype-runtime/stairs-ui-20261012/final-roof-entry.png</a:t>
            </a:r>
          </a:p>
          <a:p>
            <a:r>
              <a:t>C:/Users/Playdata/Documents/codex/metaverse-prototype-runtime/portal-poster-20261012/live-extinguisher-player.png</a:t>
            </a:r>
          </a:p>
          <a:p>
            <a:r>
              <a:t>C:/Users/Playdata/Documents/codex/metaverse-prototype-runtime/portal-poster-20261012/live-rooftop-portal.png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옥상은 게임 16종, 심리 테스트와 유튜브 부스를 연결합니다. 외부 콘텐츠는 별도 창으로 열고 사용 후 맵으로 돌아옵니다. 외부 사이트 열기 요청과 실제 게임·테스트 완료는 구분합니다.</a:t>
            </a:r>
          </a:p>
          <a:p>
            <a:endParaRPr/>
          </a:p>
          <a:p>
            <a:r>
              <a:t>자료: 제공된 원본 발표자료 및 프로젝트 실제 화면.</a:t>
            </a:r>
          </a:p>
          <a:p>
            <a:r>
              <a:t>C:/Users/Playdata/Documents/codex/game-booth-eight-more-20261014/game-booth-1440.png</a:t>
            </a:r>
          </a:p>
          <a:p>
            <a:r>
              <a:t>C:/Users/Playdata/Documents/codex/campus-space-guide-20261015/screenshots/rooftop-guide.jpg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Space로 제자리 또는 이동 중 점프를 실행합니다. Z는 가까운 캐릭터를 향한 찌르기이며 길게 누르면 연속 동작합니다. 서버가 같은 층과 거리·방향·장애물을 확인하며 반응 효과를 공유합니다.</a:t>
            </a:r>
          </a:p>
          <a:p>
            <a:endParaRPr/>
          </a:p>
          <a:p>
            <a:r>
              <a:t>자료: 제공된 원본 발표자료 및 프로젝트 실제 화면.</a:t>
            </a:r>
          </a:p>
          <a:p>
            <a:r>
              <a:t>C:/Users/Playdata/Documents/codex/project-jump-20261015/screenshots/campus-jump.jpg</a:t>
            </a:r>
          </a:p>
          <a:p>
            <a:r>
              <a:t>C:/Users/Playdata/Documents/codex/poke-eight-directions-20261014/campus-poke.png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브라우저는 키 입력을 보내고 서버가 승인한 좌표를 표시합니다. Frontend는 렌더링과 HTTP·WebSocket 중계를 담당하며 인증 세션과 DB를 소유하지 않습니다. Backend는 인증·권한과 실시간 상태를 판정하고 서비스 상태와 Outbox를 저장합니다.</a:t>
            </a:r>
          </a:p>
          <a:p>
            <a:r>
              <a:t>자료: C:/Users/Playdata/Documents/codex/metaverse-vanilla-original-20261016/README.md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프로젝트 2026-10-15 문서는 7개 토픽, 15개 이벤트의 생성·Outbox·발행 코드를 정의합니다. 이 숫자는 코드 구성이며 실제 운영 전송량을 의미하지 않습니다. 서비스 변경과 Outbox를 동일 트랜잭션으로 저장하고 커밋 후 발행합니다. 위치 변화는 약 5초 체크포인트와 Outbox로 저장합니다. 발행기는 성공 응답 후 완료를 기록하고 실패 이벤트를 재시도합니다. Kafka key는 user_uuid, JSON value에는 event_uuid와 raw_manifest, raw_data를 담습니다. 재전송 시 event_uuid를 유지하므로 소비자가 중복 제거에 사용합니다. 브로커 설정과 발행기 실행이 있어야 실제 전송합니다. 찌르기 효과와 쪽지 기능을 신규 Raw 이벤트로 표시하지 않았습니다.</a:t>
            </a:r>
          </a:p>
          <a:p>
            <a:endParaRPr/>
          </a:p>
          <a:p>
            <a:r>
              <a:t>자료: 제공된 원본 발표자료 및 프로젝트 실제 화면.</a:t>
            </a:r>
          </a:p>
          <a:p>
            <a:r>
              <a:t>C:/Users/Playdata/Documents/codex/metaverse-vanilla-original-20261016/KAFKA_TOPICS.md</a:t>
            </a:r>
          </a:p>
          <a:p>
            <a:r>
              <a:t>C:/Users/Playdata/Documents/codex/metaverse-vanilla-original-20261016/README.md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h9cc32a3f5bd512f_1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h9cc32a3f5bd512f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사용자가 제공한 Python·SQL 학습교실 소개 및 구현·검증 자료를 바탕으로 작성.</a:t>
            </a:r>
            <a:endParaRPr/>
          </a:p>
          <a:p>
            <a:pPr marL="0" lvl="0" indent="0" algn="l" rtl="0">
              <a:spcBef>
                <a:spcPts val="0"/>
              </a:spcBef>
              <a:spcAft>
                <a:spcPts val="0"/>
              </a:spcAft>
              <a:buNone/>
            </a:pPr>
            <a:r>
              <a:rPr lang="en-US"/>
              <a:t>Background: original deck illustration retained.</a:t>
            </a:r>
            <a:endParaRPr/>
          </a:p>
        </p:txBody>
      </p:sp>
      <p:sp>
        <p:nvSpPr>
          <p:cNvPr id="225" name="Google Shape;225;h9cc32a3f5bd512f_1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h9cc32a3f5bd512f_1_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h9cc32a3f5bd512f_1_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사용자가 제공한 Python·SQL 학습교실 소개 및 구현·검증 자료를 바탕으로 작성.</a:t>
            </a:r>
            <a:endParaRPr/>
          </a:p>
          <a:p>
            <a:pPr marL="0" lvl="0" indent="0" algn="l" rtl="0">
              <a:spcBef>
                <a:spcPts val="0"/>
              </a:spcBef>
              <a:spcAft>
                <a:spcPts val="0"/>
              </a:spcAft>
              <a:buNone/>
            </a:pPr>
            <a:r>
              <a:rPr lang="en-US"/>
              <a:t>Background: original deck illustration retained.</a:t>
            </a:r>
            <a:endParaRPr/>
          </a:p>
          <a:p>
            <a:pPr marL="0" lvl="0" indent="0" algn="l" rtl="0">
              <a:spcBef>
                <a:spcPts val="0"/>
              </a:spcBef>
              <a:spcAft>
                <a:spcPts val="0"/>
              </a:spcAft>
              <a:buNone/>
            </a:pPr>
            <a:r>
              <a:rPr lang="en-US"/>
              <a:t>검증 참고: Django 테스트 193개 통과, Node 테스트 23개 통과. 실제 브라우저 Python 10/10, SQL 9/10 확인.</a:t>
            </a:r>
            <a:endParaRPr/>
          </a:p>
          <a:p>
            <a:pPr marL="0" lvl="0" indent="0" algn="l" rtl="0">
              <a:spcBef>
                <a:spcPts val="0"/>
              </a:spcBef>
              <a:spcAft>
                <a:spcPts val="0"/>
              </a:spcAft>
              <a:buNone/>
            </a:pPr>
            <a:endParaRPr/>
          </a:p>
        </p:txBody>
      </p:sp>
      <p:sp>
        <p:nvSpPr>
          <p:cNvPr id="241" name="Google Shape;241;h9cc32a3f5bd512f_1_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ppt/assets/section-v2.png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사용자 활동이 발생하면 Backend가 업무 데이터와 Outbox 이벤트를 같은 트랜잭션으로 저장합니다. Outbox 발행자는 저장된 이벤트를 Kafka Raw 토픽으로 전송합니다. std_and_sinker는 Raw 메시지를 MongoDB raw_logs에 먼저 보관합니다. 이벤트 종류와 스키마 버전으로 JSON 계약을 고르고 필드, 자료형, 데이터 지문을 검증합니다. 성공과 실패 결과를 std_logs에 저장하며, 성공 결과만 standardized.* 토픽에 재발행합니다. Spark는 집계나 조인 대신 검증, 형식 변환, 유형별 적재를 수행합니다. 7개 도메인 Std 토픽에서 9개 fact 테이블로 기록합니다. Kafka는 전달 계층이며 MongoDB는 원본과 검증 결과의 보존 계층입니다.</a:t>
            </a:r>
          </a:p>
          <a:p>
            <a:endParaRPr/>
          </a:p>
          <a:p>
            <a:r>
              <a:t>코드 근거, 기준 SHA 8c27c107b53ee9573ba93af2d2e51ccb8af30c2b:</a:t>
            </a:r>
          </a:p>
          <a:p>
            <a:r>
              <a:t>backend/campus/positions.py:50-76</a:t>
            </a:r>
          </a:p>
          <a:p>
            <a:r>
              <a:t>backend/eventing/events.py:161-183</a:t>
            </a:r>
          </a:p>
          <a:p>
            <a:r>
              <a:t>backend/eventing/publisher.py:35-74,101-113</a:t>
            </a:r>
          </a:p>
          <a:p>
            <a:r>
              <a:t>pipeline/std_and_sinker/sinker/processor.py:59-127</a:t>
            </a:r>
          </a:p>
          <a:p>
            <a:r>
              <a:t>pipeline/std_and_sinker/contracts/routes.json:2-50</a:t>
            </a:r>
          </a:p>
          <a:p>
            <a:r>
              <a:t>pipeline/spark/spark_pipeline/contracts.py:5-16</a:t>
            </a:r>
          </a:p>
          <a:p>
            <a:r>
              <a:t>pipeline/spark/spark_pipeline/streaming.py:23-75</a:t>
            </a:r>
          </a:p>
          <a:p>
            <a:r>
              <a:t>설명은 현재 저장소 코드 기준이며 EC2 운영 상태를 검증한 결과가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멱등성은 같은 이벤트를 여러 번 처리해도 저장 결과를 중복시키지 않는 성질입니다. event_uuid를 Outbox부터 MongoDB와 MySQL까지 유지합니다. MongoDB _id와 MySQL event_uuid 기본키가 중복 저장을 제어합니다. 파서 버전은 변환 코드의 버전이며, 데이터 지문은 데이터 내용의 일치 여부를 확인하는 값입니다. 같은 UUID의 다른 Raw 원본은 raw_conflict_receipts에 격리합니다. 해석할 수 없는 입력은 raw_wrong_receipts에 저장합니다. 계약 검증 실패는 std_logs의 FAIL에 남깁니다. Spark 오류는 stream_processing_error에 기록합니다. Kafka DLQ 토픽을 사용한다는 뜻은 아닙니다.</a:t>
            </a:r>
          </a:p>
          <a:p>
            <a:r>
              <a:t>Raw와 Std 토픽을 나누고 MongoDB 컬렉션과 MySQL fact 테이블도 역할과 유형에 따라 분리합니다. 통합시험은 별도 토픽, consumer group, DB, checkpoint를 사용합니다. 채팅 본문은 업무 DB에만 두고 Raw 이벤트에는 행동 메타데이터를 전달합니다. JSON 계약은 저장소의 파일이며 별도 Schema Registry 서버가 아닙니다. 스키마 버전과 파서 버전은 구분합니다. 퀴즈 1.0과 1.1을 함께 지원하며 객관식은 선택지 UUID가 필요하고 빈칸형은 null이어야 합니다.</a:t>
            </a:r>
          </a:p>
          <a:p>
            <a:endParaRPr/>
          </a:p>
          <a:p>
            <a:r>
              <a:t>코드 근거, 기준 SHA 8c27c107:</a:t>
            </a:r>
          </a:p>
          <a:p>
            <a:r>
              <a:t>pipeline/std_and_sinker/sinker/mongo.py:39-107</a:t>
            </a:r>
          </a:p>
          <a:p>
            <a:r>
              <a:t>pipeline/std_and_sinker/sinker/processor.py:70-82</a:t>
            </a:r>
          </a:p>
          <a:p>
            <a:r>
              <a:t>pipeline/std_and_sinker/sinker/contracts.py:103-178</a:t>
            </a:r>
          </a:p>
          <a:p>
            <a:r>
              <a:t>pipeline/spark/spark_pipeline/validation.py:102-177</a:t>
            </a:r>
          </a:p>
          <a:p>
            <a:r>
              <a:t>pipeline/spark/spark_pipeline/mysql_sink.py:62-78</a:t>
            </a:r>
          </a:p>
          <a:p>
            <a:r>
              <a:t>pipeline/spark/migrations/001_facts.sql:1-14,155-165</a:t>
            </a:r>
          </a:p>
          <a:p>
            <a:r>
              <a:t>pipeline/spark/test_pipeline.py:127-178,266-269</a:t>
            </a:r>
          </a:p>
          <a:p>
            <a:r>
              <a:t>backend/eventing/events.py:256-283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정상 처리 경로</a:t>
            </a:r>
          </a:p>
          <a:p>
            <a:r>
              <a:t>1. worker.py:71 consumer.poll(0.5)로 Raw를 소비한다. processor.py:59-77이 JSON·ID·BSON 기본 검사를 한 뒤 store_raw를 호출한다. mongo.py:39-58이 raw_logs에 최초 원본을 event_uuid 기준으로 저장한다. 파싱 불가능한 입력은 raw_wrong_receipts에 별도 보관한다.</a:t>
            </a:r>
          </a:p>
          <a:p>
            <a:r>
              <a:t>2. processor.py:88-96에서 event_type/schema_version을 확인하고 ContractRegistry.select를 호출한다. contracts.py:103-112는 두 값의 조합과 입력 토픽 허용 여부로 계약 및 출력 토픽을 선택한다.</a:t>
            </a:r>
          </a:p>
          <a:p>
            <a:r>
              <a:t>3. contracts.py:156-178에서 필드·타입·조건부 규칙·Raw fingerprint를 검증하고 UTC 시각·좌표 표현을 변환한다. processor.py:104-119에서 Std manifest·fingerprint를 만들고 MongoDB std_logs에 결과를 저장한다.</a:t>
            </a:r>
          </a:p>
          <a:p>
            <a:r>
              <a:t>4. processor.py:120-126은 SUCCESS 결과만 발행한다. kafka.py:19-44는 produce 후 delivery callback을 poll하여 ACK와 오류를 확인한다. Producer는 acks=all이다. produce 호출만 성공한 상태와 브로커 발행 성공을 구분한다.</a:t>
            </a:r>
          </a:p>
          <a:p>
            <a:r>
              <a:t>5. worker.py:24-40 handle_and_commit은 processor.handle이 반환된 뒤 offset+1을 명시해 asynchronous=False로 커밋한다. 파티션별 커밋 오류도 확인한다. config.py:106-114에서 enable.auto.offset.store=False, enable.auto.commit=False로 설정한다. 별도 store_offsets 호출은 없다.</a:t>
            </a:r>
          </a:p>
          <a:p>
            <a:r>
              <a:t>중단과 재처리</a:t>
            </a:r>
          </a:p>
          <a:p>
            <a:r>
              <a:t>일시적 I/O 오류는 worker.py:82-96에서 같은 record를 재시도한다. 소진하면 worker.py:115-130에서 Consumer 등 연결을 정리하고 새 Consumer를 만들어 마지막 커밋 위치부터 다시 읽는다. 실제 재소비는 동일 consumer group을 사용하고 해당 Raw가 Kafka에 남아 있다는 조건을 전제로 한다.</a:t>
            </a:r>
          </a:p>
          <a:p>
            <a:r>
              <a:t>Mongo 저장 또는 Std 발행 일부가 끝났어도 Raw 커밋이 없으면 재처리할 수 있다. Std ACK 후 Raw 커밋 전 중단되면 중복 발행이 가능하므로 Mongo와 후속 저장소에서 event_uuid로 멱등 처리한다. 이것은 모든 저장·발행을 하나의 원자적 트랜잭션으로 묶는 구조가 아니다.</a:t>
            </a:r>
          </a:p>
          <a:p>
            <a:r>
              <a:t>검증 실패는 std_logs FAIL 결과를 저장한다. JSON·ID 오류와 Raw ID 충돌은 별도 기록을 저장한다. 이런 입력은 Std로 발행하지 않고 필요한 기록 보관 후 커밋한다. 결과 충돌·인증·설정 오류 등 비재시도 오류는 프로세스를 중단한다.</a:t>
            </a:r>
          </a:p>
          <a:p>
            <a:r>
              <a:t>커밋 완료의 범위는 Std/Sinker이며 Spark/MySQL 적재 완료를 기다리지 않는다.</a:t>
            </a:r>
          </a:p>
          <a:p>
            <a:r>
              <a:t>소스 기준: /Users/sindong-yeob/encore/rr dev@8c27c107b53ee9573ba93af2d2e51ccb8af30c2b, 2026-10-18 로컬 파일 확인.</a:t>
            </a:r>
          </a:p>
          <a:p>
            <a:r>
              <a:t>기존 안내: pipeline/std_and_sinker/README.md:91-115.</a:t>
            </a:r>
          </a:p>
          <a:p>
            <a:r>
              <a:t>공식 API: https://docs.confluent.io/platform/current/clients/confluent-kafka-python/html/index.html#confluent_kafka.Consumer.commit</a:t>
            </a:r>
          </a:p>
          <a:p>
            <a:r>
              <a:t>공식 offset 저장 API: https://docs.confluent.io/platform/current/clients/confluent-kafka-python/html/index.html#confluent_kafka.Consumer.store_offsets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추후 적용 계획</a:t>
            </a:r>
          </a:p>
          <a:p>
            <a:r>
              <a:t>1. Avro 스키마와 Schema Registry를 연계해 스키마 버전 관리를 자동화한다.</a:t>
            </a:r>
          </a:p>
          <a:p>
            <a:r>
              <a:t>2. 표준화 노드를 다중화해 노드 장애 시 처리 중단을 줄인다.</a:t>
            </a:r>
          </a:p>
          <a:p>
            <a:r>
              <a:t>3. 클러스터 매니저를 변경하고 Cluster deploy mode를 도입한다. 사용할 매니저는 별도로 선정한다.</a:t>
            </a:r>
          </a:p>
          <a:p>
            <a:r>
              <a:t>4. Spark Driver가 처리 진행 기록을 공유하도록 Checkpoint를 클라우드 저장소에 연결한다. 사용할 저장소는 별도로 선정한다.</a:t>
            </a:r>
          </a:p>
          <a:p>
            <a:r>
              <a:t>공유 Checkpoint를 사용하는 동시에 여러 Driver가 같은 스트리밍 쿼리를 실행한다는 뜻은 아니다. 네 항목 모두 향후 계획이다.</a:t>
            </a:r>
          </a:p>
          <a:p>
            <a:r>
              <a:t>스키마 버전 관리 참고: https://docs.confluent.io/platform/current/schema-registry/fundamentals/schema-evolution.html</a:t>
            </a:r>
          </a:p>
          <a:p>
            <a:r>
              <a:t>디자인 기준: 사용자 제공 이미지 및 PLAYDATA_METAVERSE_Template_v2.pptx의 카드·배경·색상·서체.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Background: ppt/assets/section-v2.png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README.md:68-74</a:t>
            </a:r>
          </a:p>
          <a:p>
            <a:r>
              <a:rPr lang="en-US"/>
              <a:t>apps/ads_server/engine/policies/weighted_by_bid.py</a:t>
            </a:r>
          </a:p>
          <a:p>
            <a:r>
              <a:rPr lang="en-US"/>
              <a:t>apps/ads_server/records/processing.py</a:t>
            </a:r>
          </a:p>
          <a:p>
            <a:r>
              <a:rPr lang="en-US"/>
              <a:t>Screenshot: docs/readme/campus-ad-board.png</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docs/ads-server/ads-server-drd.md §2.1(내부 흐름), docs/ads-server/ads-server-design.md §6.3(outbox)·§6.6(프론트/백 분리), docs/ads-server/implementation-plan.md §8.4.21(운영 서버 구성)</a:t>
            </a:r>
          </a:p>
          <a:p>
            <a:r>
              <a:rPr lang="en-US"/>
              <a:t>말할 것: 브라우저는 nginx(TLS)→프론트 Django→백 Django. 업무 데이터와 outbox는 MySQL 한 트랜잭션, 중계 프로세스가 MongoDB로 옮김(요청 경로는 MongoDB를 부르지 않음). 매체 서버(게임 백엔드)는 백 서버를 내부망으로 직접 부름.</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apps/ads_server/engine/api.py(decide), engine/pricing.py(effect_of), engine/registry.py(DEFAULT_FILTERS = status·period·floor·budget·balance), docs/ads-server/ads-server-design.md §4.3·§6.2(R2: 다른 모듈은 api만 import, engine 순수성은 경계 시험이 강제)</a:t>
            </a:r>
          </a:p>
          <a:p>
            <a:r>
              <a:rPr lang="en-US"/>
              <a:t>코드 그림은 발췌·축약(... 표시), 주석은 발표용으로 짧게 다시 씀.</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apps/ads_server/engine/policies/weighted_by_bid.py(weighted-by-bid/v1, K=2), engine/registry.py(이름→구현, 모르는 이름은 즉시 오류), billing/policies/share.py(share/v1), docs/ads-server/ads-server-design.md §4.3·§10 "구성별 반응 비율 과금", implementation-plan.md §8.4.15(6-14 최고가 → 가중 추첨, 새 파일 + 설정 한 줄)</a:t>
            </a:r>
          </a:p>
          <a:p>
            <a:r>
              <a:rPr lang="en-US"/>
              <a:t>말할 것: 가중치 = (상한 − 하한) + K × (적용 금액 − 하한). 정수라 반올림이 없고 같은 시드면 같은 결과. 비율은 구성(게재 위치)마다 노출·클릭·전환 합 100%.</a:t>
            </a:r>
          </a:p>
          <a:p>
            <a:r>
              <a:rPr lang="en-US"/>
              <a:t>코드 그림은 발췌(긴 줄은 줄바꿈만 조정), 주석은 발표용으로 다시 씀.</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apps/ads_server/billing/models.py(LedgerEntry 제약: billing_charge_once_per_reaction 등), billing/services.py(charge_for_reaction·_charge), records/processing.py(process_reaction: 판정·과금·outbox 이벤트를 transaction.atomic 하나에서), docs/ads-server/ads-server-design.md §4.4(설계의 합격선)·§6.3·§6.5, load-test.md(150 동시, 검사 52개)</a:t>
            </a:r>
          </a:p>
          <a:p>
            <a:r>
              <a:rPr lang="en-US"/>
              <a:t>말할 것: 매체는 2xx를 받을 때까지 같은 reaction_id로 재전송(최소 한 번) → 서버는 멱등 처리. 잔액은 0 밑으로 내려가지 않고 모자란 금액은 shortfall로 남김.</a:t>
            </a:r>
          </a:p>
          <a:p>
            <a:r>
              <a:rPr lang="en-US"/>
              <a:t>코드 그림은 발췌(... 표시, 긴 줄은 줄바꿈만 조정), 주석은 발표용으로 다시 씀. 부하 수치는 개발 PC 측정.</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apps/ads_server/serving_api/clicks.py(make_click_url·parse_token: signing salt "ads_server.click.v1", 길이 상한 512, 틀린 이유를 구분하지 않고 404), records/services.py(click_reaction_id: salted_hmac → UUID v8), records/rules/__init__.py(MANDATORY_RULES 7개), records/processing.py(설정과 무관하게 필수 규칙을 거침), docs/ads-server/threat-model.md T36·T37·T38·§5.2</a:t>
            </a:r>
          </a:p>
          <a:p>
            <a:r>
              <a:rPr lang="en-US"/>
              <a:t>말할 것: 반응은 (매체, reaction_id) 유일 — 재전송·동시 보고도 한 행, 같은 ID에 다른 내용은 409. 이동 주소는 결정에 저장된 redirect_url 하나(열린 리다이렉트 없음). 거부된 반응도 원문 그대로 보존. 남는 위험: 매체가 정상 키로 거짓 반응을 보내는 경우는 알 수 없음(신뢰 관계).</a:t>
            </a:r>
          </a:p>
          <a:p>
            <a:r>
              <a:rPr lang="en-US"/>
              <a:t>코드 그림은 발췌(긴 줄은 줄바꿈만 조정), 주석은 발표용으로 다시 씀.</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docs/ads-server/implementation-plan.md §7.3.4b(DB-1c 결과)·§10 DB-1c 행(150 동시: READ COMMITTED 교착 0·불변식 통과 2회 vs REPEATABLE READ 교착 8·불변식 2건 실패), load-test.md §1·§2</a:t>
            </a:r>
          </a:p>
          <a:p>
            <a:r>
              <a:rPr lang="en-US"/>
              <a:t>말할 것: SQLite에서 MySQL 8.4로 옮긴 뒤 150 동시 부하로 두 격리 수준을 비교해 확정. 판정은 유일 제약과 행 잠금에 기대므로 READ COMMITTED로도 의미가 같다. 연결 한도(max_connections)에 닿은 요청은 503 + 재시도로 끝내 수신을 확인. 개발 PC 측정.</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docs/ads-server/load-test.md §1·§12(150 동시: 결정·반응·중복·재전송·지속 유입, 검사 52개, 최신 재측정 6-18k, 질의 수 11·36·36), implementation-plan.md §10 6-18 행(시험 1,345 → 운영용 283 + 개발용 25, 고정 변형 307개 중 265개를 잡는 기준선 유지), 최근 check.sh 통과(프론트 시험 15)</a:t>
            </a:r>
          </a:p>
          <a:p>
            <a:r>
              <a:rPr lang="en-US"/>
              <a:t>말할 것: 불변식 = 유실 0, 이중 과금 0, 잔액 = 원장 합계, 이벤트 = 원본 행. 모두 개발 PC 측정이고 운영 서버에서 잰 값이 아니다.</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실제 로컬 코드 기준: C:/third-project/ads/ad-module/mlo-01-p3-team2/backend/ad_bridge/impressions/store.py:143</a:t>
            </a:r>
          </a:p>
          <a:p>
            <a:r>
              <a:t>reserve_impression 내부에서 공유 분기의 lookup 설정과 공통 저장 부분을 이어서 발췌했다. 중간의 개인 광고 분기 및 검증 코드는 생략했다. lookup은 공유 결정에서 decision·owner_id, 개인 결정에서 decision이다. models.py의 decision·owner_id 및 decision·subject_id UniqueConstraint를 확인했다. reaction_id는 모델의 UUID 기본값이며 기존 기록에서는 새로 만들지 않는다. delivery/sender.py send_once는 저장된 record의 decision_id, reaction_id, occurred_at, subject_id를 report_impression에 전달한다. get_or_create 단독으로 모든 멱등성을 보장하는 것은 아니다. 구현·배포 성과 기준. 옥상은 서버 시각 기준 10초 공통 회차이며 이미지 준비 후 기존 이미지·링크·측정 대상을 함께 교체한다. 포털은 서버 이동 승인 후 약 3초 이동 화면 좌우에 표시하며 늦은 응답은 표시하지 않는다. 이미지 면적 50% 이상 연속 1초를 노출 조건으로 사용한다. 배포 근거: C:/third-project/ads/ad-module/backups/roof-keep-until-ready-20261016/DEPLOYED.txt 및 portal-key-split-20261016-game166/DEPLOYED.txt. 당시 EC2에서 옥상·포털 광고 반환과 이미지 접근을 확인했으며 실제 로그인 플레이 전체 흐름과 최종 포인트 차감 검증은 포함하지 않았다. 로컬 테스트 366개 통과는 두 채팅의 코드 정리 기록에 근거하며 이번 PPT 작업에서 재실행한 수치는 아니다. 발급 기록 저장 근거: C:/third-project/ads/ad-module/mlo-01-p3-team2/backend/ad_bridge/decisions/service.py. 광고 결정 저장을 완료한 후 결과를 반환한다. 광고 서버 전체 구성과 과금 설명은 다른 발표와 겹쳐 생략했다.</a:t>
            </a:r>
          </a:p>
          <a:p>
            <a:r>
              <a:t>2026-10-19 로컬 파일 확인. 이번 작업에서는 EC2 배포본과 대조하지 않았다. 발췌 밖의 검증과 트랜잭션 로직은 원본 소스에서 확인한다. 배경은 기존 사용자 템플릿 편집본을 유지했다.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실제 로컬 코드 기준: C:/third-project/ads/ad-module/mlo-01-p3-team2/backend/ad_bridge/game/views.py:183</a:t>
            </a:r>
          </a:p>
          <a:p>
            <a:r>
              <a:t>_subject_id 함수 내부 발췌. 사용자 UUID와 서버 비밀의 검증은 호출부와 설정에서 수행한다. _result_payload의 명시적 필드 목록에 status와 reason_code가 없음을 확인했다. 가명은 익명화와 다르며 비밀 교체 시 가명이 달라진다.</a:t>
            </a:r>
          </a:p>
          <a:p>
            <a:r>
              <a:t>2026-10-19 로컬 파일 확인. 이번 작업에서는 EC2 배포본과 대조하지 않았다. 발췌 밖의 검증과 트랜잭션 로직은 원본 소스에서 확인한다. 배경은 기존 사용자 템플릿 편집본을 유지했다.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intake/2026-10-17_메타버스-동시접속-100명-성능-개선-트러블슈팅.md (§3.2 DB 연결·TLS, §3.3 여러 프로세스 + Redis, §3.5 WebSocket 직접 전달, §3.6 실사용 모방 시험과 결과표, §4 운영 측정, §5 남은 과제)</a:t>
            </a:r>
          </a:p>
          <a:p>
            <a:r>
              <a:rPr lang="en-US"/>
              <a:t>오른쪽 카드: 실사용 모방 100명(1명 초당 10건 행동, 실제 사람 약 1.5배 무게), 소켓 프로세스 4개에서 효과 전달 구조·배정을 고치기 전과 뒤(§3.6). 점프 응답 70.6초 → 70ms, 거절·응답 없음 3,291 → 7건, 키 → 움직임 197 → 50ms, Redis 34.0 → 2.5%, 가장 바쁜 프로세스 89.4%(일이 밀려 쌓임) → 82.8%(일을 다 처리함). 내 채팅이 돌아오기 54.5초 → 251ms, 다른 사람 위치 간격 1,549 → 227ms.</a:t>
            </a:r>
          </a:p>
          <a:p>
            <a:r>
              <a:rPr lang="en-US"/>
              <a:t>약 70명의 근거: 운영 실측(2026-10-17)에서 봇 50명(실제 사람 약 75명분) + 사용자 약 7명으로 끊김 0·서버 오류 0·키 → 움직임 상위 5% 35ms였지만, 소켓 프로세스가 대개 40~58%·순간 76~80%였다. 실제 100명이면 평균 약 70%·순간 80%를 넘을 것으로 봐서 실사용 한계를 약 70명으로 판단했다.</a:t>
            </a:r>
          </a:p>
          <a:p>
            <a:r>
              <a:rPr lang="en-US"/>
              <a:t>Background: ppt/assets/content-v2.png (AI-generated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ppt/assets/hero-v2.png (AI-generated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5068776-25CE-45DB-A9CA-DBB1A9AF207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
        <p:nvSpPr>
          <p:cNvPr id="2" name="Subtitle">
            <a:extLst>
              <a:ext uri="{FF2B5EF4-FFF2-40B4-BE49-F238E27FC236}">
                <a16:creationId xmlns:a16="http://schemas.microsoft.com/office/drawing/2014/main" id="{0ABA89ED-1644-4B6B-A25C-B20E2EC0BDB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6C69516-601C-4F9B-BD2E-3C88C7D7629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905C78-53A1-4487-AAFA-FBB3A8EA1CC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
        <p:nvSpPr>
          <p:cNvPr id="2" name="Body">
            <a:extLst>
              <a:ext uri="{FF2B5EF4-FFF2-40B4-BE49-F238E27FC236}">
                <a16:creationId xmlns:a16="http://schemas.microsoft.com/office/drawing/2014/main" id="{929AF69E-A049-4624-B1F5-DFC4CBB72AA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b="0" i="0">
                <a:latin typeface="NanumGothic" panose="020D0604000000000000" pitchFamily="34" charset="-127"/>
                <a:ea typeface="NanumGothic" panose="020D0604000000000000" pitchFamily="34" charset="-127"/>
              </a:defRP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ADCEA3E-ADC3-4F9E-BF84-53A8F30AD2B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
        <p:nvSpPr>
          <p:cNvPr id="2" name="Left column">
            <a:extLst>
              <a:ext uri="{FF2B5EF4-FFF2-40B4-BE49-F238E27FC236}">
                <a16:creationId xmlns:a16="http://schemas.microsoft.com/office/drawing/2014/main" id="{AE420748-C674-47E0-BC1B-26ABDEAC80E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b="0" i="0">
                <a:latin typeface="NanumGothic" panose="020D0604000000000000" pitchFamily="34" charset="-127"/>
                <a:ea typeface="NanumGothic" panose="020D0604000000000000" pitchFamily="34" charset="-127"/>
              </a:defRP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dirty="0"/>
          </a:p>
        </p:txBody>
      </p:sp>
      <p:sp>
        <p:nvSpPr>
          <p:cNvPr id="3" name="Right column">
            <a:extLst>
              <a:ext uri="{FF2B5EF4-FFF2-40B4-BE49-F238E27FC236}">
                <a16:creationId xmlns:a16="http://schemas.microsoft.com/office/drawing/2014/main" id="{F5B2C4CD-D044-4887-97BC-912F8D0F9B5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b="0" i="0">
                <a:latin typeface="NanumGothic" panose="020D0604000000000000" pitchFamily="34" charset="-127"/>
                <a:ea typeface="NanumGothic" panose="020D0604000000000000" pitchFamily="34" charset="-127"/>
              </a:defRP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0171D0-CBA8-415E-AB26-D51298A3BDC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b="0" i="0">
                <a:latin typeface="NanumGothic" panose="020D0604000000000000" pitchFamily="34" charset="-127"/>
                <a:ea typeface="NanumGothic" panose="020D0604000000000000" pitchFamily="34" charset="-127"/>
              </a:defRPr>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dirty="0"/>
          </a:p>
        </p:txBody>
      </p:sp>
      <p:sp>
        <p:nvSpPr>
          <p:cNvPr id="2" name="Left column">
            <a:extLst>
              <a:ext uri="{FF2B5EF4-FFF2-40B4-BE49-F238E27FC236}">
                <a16:creationId xmlns:a16="http://schemas.microsoft.com/office/drawing/2014/main" id="{5D369F4F-3837-4E8D-AF93-C9D8C9193F2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b="0" i="0">
                <a:latin typeface="NanumGothic" panose="020D0604000000000000" pitchFamily="34" charset="-127"/>
                <a:ea typeface="NanumGothic" panose="020D0604000000000000" pitchFamily="34" charset="-127"/>
              </a:defRP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01 Cover">
    <p:bg>
      <p:bgPr>
        <a:solidFill>
          <a:srgbClr val="FFFCF7"/>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95131EDB-DA8D-44F8-B451-EF786DC85B28}"/>
              </a:ext>
            </a:extLst>
          </p:cNvPr>
          <p:cNvPicPr>
            <a:picLocks noChangeAspect="1"/>
          </p:cNvPicPr>
          <p:nvPr/>
        </p:nvPicPr>
        <p:blipFill>
          <a:blip r:embed="rId2"/>
          <a:srcRect t="27" b="27"/>
          <a:stretch>
            <a:fillRect/>
          </a:stretch>
        </p:blipFill>
        <p:spPr>
          <a:xfrm>
            <a:off x="0" y="0"/>
            <a:ext cx="12192000" cy="6858000"/>
          </a:xfrm>
          <a:prstGeom prst="rect">
            <a:avLst/>
          </a:prstGeom>
        </p:spPr>
      </p:pic>
      <p:sp>
        <p:nvSpPr>
          <p:cNvPr id="2" name="제목">
            <a:extLst>
              <a:ext uri="{FF2B5EF4-FFF2-40B4-BE49-F238E27FC236}">
                <a16:creationId xmlns:a16="http://schemas.microsoft.com/office/drawing/2014/main" id="{6D6ECC41-4FBF-451C-8425-8AE6E70AA777}"/>
              </a:ext>
            </a:extLst>
          </p:cNvPr>
          <p:cNvSpPr>
            <a:spLocks noGrp="1"/>
          </p:cNvSpPr>
          <p:nvPr>
            <p:ph type="title"/>
          </p:nvPr>
        </p:nvSpPr>
        <p:spPr>
          <a:xfrm>
            <a:off x="1524000" y="2333625"/>
            <a:ext cx="4476750" cy="1619250"/>
          </a:xfrm>
          <a:prstGeom prst="rect">
            <a:avLst/>
          </a:prstGeom>
          <a:noFill/>
          <a:ln w="0">
            <a:noFill/>
          </a:ln>
        </p:spPr>
        <p:txBody>
          <a:bodyPr wrap="none" lIns="0" tIns="0" rIns="0" bIns="0"/>
          <a:lstStyle>
            <a:defPPr>
              <a:defRPr sz="4800" b="1">
                <a:solidFill>
                  <a:srgbClr val="183F3D"/>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4800" b="1">
                <a:solidFill>
                  <a:srgbClr val="183F3D"/>
                </a:solidFill>
                <a:latin typeface="Apple SD Gothic Neo"/>
                <a:ea typeface="Apple SD Gothic Neo"/>
                <a:cs typeface="Apple SD Gothic Neo"/>
              </a:defRPr>
            </a:pPr>
            <a:r>
              <a:rPr sz="4800" b="1" dirty="0" err="1">
                <a:solidFill>
                  <a:srgbClr val="183F3D"/>
                </a:solidFill>
                <a:latin typeface="Apple SD Gothic Neo"/>
                <a:ea typeface="Apple SD Gothic Neo"/>
                <a:cs typeface="Apple SD Gothic Neo"/>
              </a:rPr>
              <a:t>제목을</a:t>
            </a:r>
            <a:r>
              <a:rPr sz="4800" b="1" dirty="0">
                <a:solidFill>
                  <a:srgbClr val="183F3D"/>
                </a:solidFill>
                <a:latin typeface="Apple SD Gothic Neo"/>
                <a:ea typeface="Apple SD Gothic Neo"/>
                <a:cs typeface="Apple SD Gothic Neo"/>
              </a:rPr>
              <a:t> </a:t>
            </a:r>
            <a:r>
              <a:rPr sz="4800" b="1" dirty="0" err="1">
                <a:solidFill>
                  <a:srgbClr val="183F3D"/>
                </a:solidFill>
                <a:latin typeface="Apple SD Gothic Neo"/>
                <a:ea typeface="Apple SD Gothic Neo"/>
                <a:cs typeface="Apple SD Gothic Neo"/>
              </a:rPr>
              <a:t>입력하세요</a:t>
            </a:r>
            <a:endParaRPr sz="4800" b="1" dirty="0">
              <a:solidFill>
                <a:srgbClr val="183F3D"/>
              </a:solidFill>
              <a:latin typeface="Apple SD Gothic Neo"/>
              <a:ea typeface="Apple SD Gothic Neo"/>
              <a:cs typeface="Apple SD Gothic Neo"/>
            </a:endParaRPr>
          </a:p>
        </p:txBody>
      </p:sp>
      <p:sp>
        <p:nvSpPr>
          <p:cNvPr id="3" name="본문 1">
            <a:extLst>
              <a:ext uri="{FF2B5EF4-FFF2-40B4-BE49-F238E27FC236}">
                <a16:creationId xmlns:a16="http://schemas.microsoft.com/office/drawing/2014/main" id="{F8E9E7D6-187F-4C98-913C-5F84885A1D84}"/>
              </a:ext>
            </a:extLst>
          </p:cNvPr>
          <p:cNvSpPr>
            <a:spLocks noGrp="1"/>
          </p:cNvSpPr>
          <p:nvPr>
            <p:ph type="body" idx="1"/>
          </p:nvPr>
        </p:nvSpPr>
        <p:spPr>
          <a:xfrm>
            <a:off x="1524000" y="4267200"/>
            <a:ext cx="4191000" cy="914400"/>
          </a:xfrm>
          <a:prstGeom prst="rect">
            <a:avLst/>
          </a:prstGeom>
          <a:noFill/>
          <a:ln w="0">
            <a:noFill/>
          </a:ln>
        </p:spPr>
        <p:txBody>
          <a:bodyPr lIns="0" tIns="0" rIns="0" bIns="0"/>
          <a:lstStyle>
            <a:defPPr>
              <a:defRPr sz="1875">
                <a:solidFill>
                  <a:srgbClr val="342E26"/>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1875">
                <a:solidFill>
                  <a:srgbClr val="342E26"/>
                </a:solidFill>
                <a:latin typeface="Apple SD Gothic Neo"/>
                <a:ea typeface="Apple SD Gothic Neo"/>
                <a:cs typeface="Apple SD Gothic Neo"/>
              </a:defRPr>
            </a:pPr>
            <a:r>
              <a:rPr sz="1875" dirty="0" err="1">
                <a:solidFill>
                  <a:srgbClr val="342E26"/>
                </a:solidFill>
                <a:latin typeface="Apple SD Gothic Neo"/>
                <a:ea typeface="Apple SD Gothic Neo"/>
                <a:cs typeface="Apple SD Gothic Neo"/>
              </a:rPr>
              <a:t>내용을</a:t>
            </a:r>
            <a:r>
              <a:rPr sz="1875" dirty="0">
                <a:solidFill>
                  <a:srgbClr val="342E26"/>
                </a:solidFill>
                <a:latin typeface="Apple SD Gothic Neo"/>
                <a:ea typeface="Apple SD Gothic Neo"/>
                <a:cs typeface="Apple SD Gothic Neo"/>
              </a:rPr>
              <a:t> </a:t>
            </a:r>
            <a:r>
              <a:rPr sz="1875" dirty="0" err="1">
                <a:solidFill>
                  <a:srgbClr val="342E26"/>
                </a:solidFill>
                <a:latin typeface="Apple SD Gothic Neo"/>
                <a:ea typeface="Apple SD Gothic Neo"/>
                <a:cs typeface="Apple SD Gothic Neo"/>
              </a:rPr>
              <a:t>입력하세요</a:t>
            </a:r>
            <a:endParaRPr sz="1875" dirty="0">
              <a:solidFill>
                <a:srgbClr val="342E26"/>
              </a:solidFill>
              <a:latin typeface="Apple SD Gothic Neo"/>
              <a:ea typeface="Apple SD Gothic Neo"/>
              <a:cs typeface="Apple SD Gothic Ne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02 Section">
    <p:bg>
      <p:bgPr>
        <a:solidFill>
          <a:srgbClr val="183F3D"/>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10E9072B-EA4A-4DC9-93EF-39CE589CA463}"/>
              </a:ext>
            </a:extLst>
          </p:cNvPr>
          <p:cNvPicPr>
            <a:picLocks noChangeAspect="1"/>
          </p:cNvPicPr>
          <p:nvPr/>
        </p:nvPicPr>
        <p:blipFill>
          <a:blip r:embed="rId2"/>
          <a:srcRect t="27" b="27"/>
          <a:stretch>
            <a:fillRect/>
          </a:stretch>
        </p:blipFill>
        <p:spPr>
          <a:xfrm>
            <a:off x="0" y="0"/>
            <a:ext cx="12192000" cy="6858000"/>
          </a:xfrm>
          <a:prstGeom prst="rect">
            <a:avLst/>
          </a:prstGeom>
        </p:spPr>
      </p:pic>
      <p:sp>
        <p:nvSpPr>
          <p:cNvPr id="2" name="제목">
            <a:extLst>
              <a:ext uri="{FF2B5EF4-FFF2-40B4-BE49-F238E27FC236}">
                <a16:creationId xmlns:a16="http://schemas.microsoft.com/office/drawing/2014/main" id="{412D7A1C-D656-4C39-93FD-46D679FE434A}"/>
              </a:ext>
            </a:extLst>
          </p:cNvPr>
          <p:cNvSpPr>
            <a:spLocks noGrp="1"/>
          </p:cNvSpPr>
          <p:nvPr>
            <p:ph type="title"/>
          </p:nvPr>
        </p:nvSpPr>
        <p:spPr>
          <a:xfrm>
            <a:off x="2190750" y="2800350"/>
            <a:ext cx="7620000" cy="857250"/>
          </a:xfrm>
          <a:prstGeom prst="rect">
            <a:avLst/>
          </a:prstGeom>
          <a:noFill/>
          <a:ln w="0">
            <a:noFill/>
          </a:ln>
        </p:spPr>
        <p:txBody>
          <a:bodyPr wrap="none" lIns="0" tIns="0" rIns="0" bIns="0"/>
          <a:lstStyle>
            <a:defPPr>
              <a:defRPr sz="4800" b="1">
                <a:solidFill>
                  <a:srgbClr val="FFFCF7"/>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4800" b="1">
                <a:solidFill>
                  <a:srgbClr val="FFFCF7"/>
                </a:solidFill>
                <a:latin typeface="Apple SD Gothic Neo"/>
                <a:ea typeface="Apple SD Gothic Neo"/>
                <a:cs typeface="Apple SD Gothic Neo"/>
              </a:defRPr>
            </a:pPr>
            <a:r>
              <a:rPr sz="4800" b="1" dirty="0" err="1">
                <a:solidFill>
                  <a:srgbClr val="FFFCF7"/>
                </a:solidFill>
                <a:latin typeface="Apple SD Gothic Neo"/>
                <a:ea typeface="Apple SD Gothic Neo"/>
                <a:cs typeface="Apple SD Gothic Neo"/>
              </a:rPr>
              <a:t>제목을</a:t>
            </a:r>
            <a:r>
              <a:rPr sz="4800" b="1" dirty="0">
                <a:solidFill>
                  <a:srgbClr val="FFFCF7"/>
                </a:solidFill>
                <a:latin typeface="Apple SD Gothic Neo"/>
                <a:ea typeface="Apple SD Gothic Neo"/>
                <a:cs typeface="Apple SD Gothic Neo"/>
              </a:rPr>
              <a:t> </a:t>
            </a:r>
            <a:r>
              <a:rPr sz="4800" b="1" dirty="0" err="1">
                <a:solidFill>
                  <a:srgbClr val="FFFCF7"/>
                </a:solidFill>
                <a:latin typeface="Apple SD Gothic Neo"/>
                <a:ea typeface="Apple SD Gothic Neo"/>
                <a:cs typeface="Apple SD Gothic Neo"/>
              </a:rPr>
              <a:t>입력하세요</a:t>
            </a:r>
            <a:endParaRPr sz="4800" b="1" dirty="0">
              <a:solidFill>
                <a:srgbClr val="FFFCF7"/>
              </a:solidFill>
              <a:latin typeface="Apple SD Gothic Neo"/>
              <a:ea typeface="Apple SD Gothic Neo"/>
              <a:cs typeface="Apple SD Gothic Neo"/>
            </a:endParaRPr>
          </a:p>
        </p:txBody>
      </p:sp>
      <p:sp>
        <p:nvSpPr>
          <p:cNvPr id="3" name="본문 1">
            <a:extLst>
              <a:ext uri="{FF2B5EF4-FFF2-40B4-BE49-F238E27FC236}">
                <a16:creationId xmlns:a16="http://schemas.microsoft.com/office/drawing/2014/main" id="{0B444FC6-0AA6-4C93-BCBC-0A92AFD8BDCF}"/>
              </a:ext>
            </a:extLst>
          </p:cNvPr>
          <p:cNvSpPr>
            <a:spLocks noGrp="1"/>
          </p:cNvSpPr>
          <p:nvPr>
            <p:ph type="body" idx="1"/>
          </p:nvPr>
        </p:nvSpPr>
        <p:spPr>
          <a:xfrm>
            <a:off x="2190750" y="3810000"/>
            <a:ext cx="7620000" cy="723900"/>
          </a:xfrm>
          <a:prstGeom prst="rect">
            <a:avLst/>
          </a:prstGeom>
          <a:noFill/>
          <a:ln w="0">
            <a:noFill/>
          </a:ln>
        </p:spPr>
        <p:txBody>
          <a:bodyPr lIns="0" tIns="0" rIns="0" bIns="0"/>
          <a:lstStyle>
            <a:defPPr>
              <a:defRPr sz="2100">
                <a:solidFill>
                  <a:srgbClr val="EED9B5"/>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2100">
                <a:solidFill>
                  <a:srgbClr val="EED9B5"/>
                </a:solidFill>
                <a:latin typeface="Apple SD Gothic Neo"/>
                <a:ea typeface="Apple SD Gothic Neo"/>
                <a:cs typeface="Apple SD Gothic Neo"/>
              </a:defRPr>
            </a:pPr>
            <a:r>
              <a:rPr sz="2100" dirty="0" err="1">
                <a:solidFill>
                  <a:srgbClr val="EED9B5"/>
                </a:solidFill>
                <a:latin typeface="Apple SD Gothic Neo"/>
                <a:ea typeface="Apple SD Gothic Neo"/>
                <a:cs typeface="Apple SD Gothic Neo"/>
              </a:rPr>
              <a:t>내용을</a:t>
            </a:r>
            <a:r>
              <a:rPr sz="2100" dirty="0">
                <a:solidFill>
                  <a:srgbClr val="EED9B5"/>
                </a:solidFill>
                <a:latin typeface="Apple SD Gothic Neo"/>
                <a:ea typeface="Apple SD Gothic Neo"/>
                <a:cs typeface="Apple SD Gothic Neo"/>
              </a:rPr>
              <a:t> </a:t>
            </a:r>
            <a:r>
              <a:rPr sz="2100" dirty="0" err="1">
                <a:solidFill>
                  <a:srgbClr val="EED9B5"/>
                </a:solidFill>
                <a:latin typeface="Apple SD Gothic Neo"/>
                <a:ea typeface="Apple SD Gothic Neo"/>
                <a:cs typeface="Apple SD Gothic Neo"/>
              </a:rPr>
              <a:t>입력하세요</a:t>
            </a:r>
            <a:endParaRPr sz="2100" dirty="0">
              <a:solidFill>
                <a:srgbClr val="EED9B5"/>
              </a:solidFill>
              <a:latin typeface="Apple SD Gothic Neo"/>
              <a:ea typeface="Apple SD Gothic Neo"/>
              <a:cs typeface="Apple SD Gothic Ne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03 Title and Content">
    <p:bg>
      <p:bgPr>
        <a:solidFill>
          <a:srgbClr val="FFFCF7"/>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910B895F-4DA9-4A59-B74A-1B753244210D}"/>
              </a:ext>
            </a:extLst>
          </p:cNvPr>
          <p:cNvPicPr>
            <a:picLocks noChangeAspect="1"/>
          </p:cNvPicPr>
          <p:nvPr/>
        </p:nvPicPr>
        <p:blipFill>
          <a:blip r:embed="rId2"/>
          <a:srcRect t="27" b="27"/>
          <a:stretch>
            <a:fillRect/>
          </a:stretch>
        </p:blipFill>
        <p:spPr>
          <a:xfrm>
            <a:off x="0" y="0"/>
            <a:ext cx="12192000" cy="6858000"/>
          </a:xfrm>
          <a:prstGeom prst="rect">
            <a:avLst/>
          </a:prstGeom>
        </p:spPr>
      </p:pic>
      <p:sp>
        <p:nvSpPr>
          <p:cNvPr id="2" name="제목">
            <a:extLst>
              <a:ext uri="{FF2B5EF4-FFF2-40B4-BE49-F238E27FC236}">
                <a16:creationId xmlns:a16="http://schemas.microsoft.com/office/drawing/2014/main" id="{9B179D5C-3459-4549-B0FC-583F218547F4}"/>
              </a:ext>
            </a:extLst>
          </p:cNvPr>
          <p:cNvSpPr>
            <a:spLocks noGrp="1"/>
          </p:cNvSpPr>
          <p:nvPr>
            <p:ph type="title"/>
          </p:nvPr>
        </p:nvSpPr>
        <p:spPr>
          <a:xfrm>
            <a:off x="1381125" y="1524000"/>
            <a:ext cx="9429750" cy="609600"/>
          </a:xfrm>
          <a:prstGeom prst="rect">
            <a:avLst/>
          </a:prstGeom>
          <a:noFill/>
          <a:ln w="0">
            <a:noFill/>
          </a:ln>
        </p:spPr>
        <p:txBody>
          <a:bodyPr wrap="none" lIns="0" tIns="0" rIns="0" bIns="0"/>
          <a:lstStyle>
            <a:defPPr>
              <a:defRPr sz="3150" b="1">
                <a:solidFill>
                  <a:srgbClr val="183F3D"/>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3150" b="1">
                <a:solidFill>
                  <a:srgbClr val="183F3D"/>
                </a:solidFill>
                <a:latin typeface="Apple SD Gothic Neo"/>
                <a:ea typeface="Apple SD Gothic Neo"/>
                <a:cs typeface="Apple SD Gothic Neo"/>
              </a:defRPr>
            </a:pPr>
            <a:r>
              <a:rPr sz="3150" b="1" dirty="0" err="1">
                <a:solidFill>
                  <a:srgbClr val="183F3D"/>
                </a:solidFill>
                <a:latin typeface="Apple SD Gothic Neo"/>
                <a:ea typeface="Apple SD Gothic Neo"/>
                <a:cs typeface="Apple SD Gothic Neo"/>
              </a:rPr>
              <a:t>제목을</a:t>
            </a:r>
            <a:r>
              <a:rPr sz="3150" b="1" dirty="0">
                <a:solidFill>
                  <a:srgbClr val="183F3D"/>
                </a:solidFill>
                <a:latin typeface="Apple SD Gothic Neo"/>
                <a:ea typeface="Apple SD Gothic Neo"/>
                <a:cs typeface="Apple SD Gothic Neo"/>
              </a:rPr>
              <a:t> </a:t>
            </a:r>
            <a:r>
              <a:rPr sz="3150" b="1" dirty="0" err="1">
                <a:solidFill>
                  <a:srgbClr val="183F3D"/>
                </a:solidFill>
                <a:latin typeface="Apple SD Gothic Neo"/>
                <a:ea typeface="Apple SD Gothic Neo"/>
                <a:cs typeface="Apple SD Gothic Neo"/>
              </a:rPr>
              <a:t>입력하세요</a:t>
            </a:r>
            <a:endParaRPr sz="3150" b="1" dirty="0">
              <a:solidFill>
                <a:srgbClr val="183F3D"/>
              </a:solidFill>
              <a:latin typeface="Apple SD Gothic Neo"/>
              <a:ea typeface="Apple SD Gothic Neo"/>
              <a:cs typeface="Apple SD Gothic Neo"/>
            </a:endParaRPr>
          </a:p>
        </p:txBody>
      </p:sp>
      <p:sp>
        <p:nvSpPr>
          <p:cNvPr id="3" name="본문 1">
            <a:extLst>
              <a:ext uri="{FF2B5EF4-FFF2-40B4-BE49-F238E27FC236}">
                <a16:creationId xmlns:a16="http://schemas.microsoft.com/office/drawing/2014/main" id="{50723BF3-38BE-4E6E-B0BB-A33D975A85AE}"/>
              </a:ext>
            </a:extLst>
          </p:cNvPr>
          <p:cNvSpPr>
            <a:spLocks noGrp="1"/>
          </p:cNvSpPr>
          <p:nvPr>
            <p:ph type="body" idx="1"/>
          </p:nvPr>
        </p:nvSpPr>
        <p:spPr>
          <a:xfrm>
            <a:off x="1381125" y="2333625"/>
            <a:ext cx="9429750" cy="3524250"/>
          </a:xfrm>
          <a:prstGeom prst="rect">
            <a:avLst/>
          </a:prstGeom>
          <a:noFill/>
          <a:ln w="0">
            <a:noFill/>
          </a:ln>
        </p:spPr>
        <p:txBody>
          <a:bodyPr lIns="0" tIns="0" rIns="0" bIns="0"/>
          <a:lstStyle>
            <a:defPPr>
              <a:defRPr sz="1875">
                <a:solidFill>
                  <a:srgbClr val="342E26"/>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1875">
                <a:solidFill>
                  <a:srgbClr val="342E26"/>
                </a:solidFill>
                <a:latin typeface="Apple SD Gothic Neo"/>
                <a:ea typeface="Apple SD Gothic Neo"/>
                <a:cs typeface="Apple SD Gothic Neo"/>
              </a:defRPr>
            </a:pPr>
            <a:r>
              <a:rPr sz="1875" dirty="0" err="1">
                <a:solidFill>
                  <a:srgbClr val="342E26"/>
                </a:solidFill>
                <a:latin typeface="Apple SD Gothic Neo"/>
                <a:ea typeface="Apple SD Gothic Neo"/>
                <a:cs typeface="Apple SD Gothic Neo"/>
              </a:rPr>
              <a:t>내용을</a:t>
            </a:r>
            <a:r>
              <a:rPr sz="1875" dirty="0">
                <a:solidFill>
                  <a:srgbClr val="342E26"/>
                </a:solidFill>
                <a:latin typeface="Apple SD Gothic Neo"/>
                <a:ea typeface="Apple SD Gothic Neo"/>
                <a:cs typeface="Apple SD Gothic Neo"/>
              </a:rPr>
              <a:t> </a:t>
            </a:r>
            <a:r>
              <a:rPr sz="1875" dirty="0" err="1">
                <a:solidFill>
                  <a:srgbClr val="342E26"/>
                </a:solidFill>
                <a:latin typeface="Apple SD Gothic Neo"/>
                <a:ea typeface="Apple SD Gothic Neo"/>
                <a:cs typeface="Apple SD Gothic Neo"/>
              </a:rPr>
              <a:t>입력하세요</a:t>
            </a:r>
            <a:endParaRPr sz="1875" dirty="0">
              <a:solidFill>
                <a:srgbClr val="342E26"/>
              </a:solidFill>
              <a:latin typeface="Apple SD Gothic Neo"/>
              <a:ea typeface="Apple SD Gothic Neo"/>
              <a:cs typeface="Apple SD Gothic Ne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05 Architecture">
    <p:bg>
      <p:bgPr>
        <a:solidFill>
          <a:srgbClr val="FFFCF7"/>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03FBD11-3688-4667-83EF-42DE53CE236D}"/>
              </a:ext>
            </a:extLst>
          </p:cNvPr>
          <p:cNvPicPr>
            <a:picLocks noChangeAspect="1"/>
          </p:cNvPicPr>
          <p:nvPr/>
        </p:nvPicPr>
        <p:blipFill>
          <a:blip r:embed="rId2"/>
          <a:srcRect t="27" b="27"/>
          <a:stretch>
            <a:fillRect/>
          </a:stretch>
        </p:blipFill>
        <p:spPr>
          <a:xfrm>
            <a:off x="0" y="0"/>
            <a:ext cx="12192000" cy="6858000"/>
          </a:xfrm>
          <a:prstGeom prst="rect">
            <a:avLst/>
          </a:prstGeom>
        </p:spPr>
      </p:pic>
      <p:sp>
        <p:nvSpPr>
          <p:cNvPr id="2" name="제목">
            <a:extLst>
              <a:ext uri="{FF2B5EF4-FFF2-40B4-BE49-F238E27FC236}">
                <a16:creationId xmlns:a16="http://schemas.microsoft.com/office/drawing/2014/main" id="{B1C00A3D-E34B-42B4-9973-B398FA7152F1}"/>
              </a:ext>
            </a:extLst>
          </p:cNvPr>
          <p:cNvSpPr>
            <a:spLocks noGrp="1"/>
          </p:cNvSpPr>
          <p:nvPr>
            <p:ph type="title"/>
          </p:nvPr>
        </p:nvSpPr>
        <p:spPr>
          <a:xfrm>
            <a:off x="1381125" y="1524000"/>
            <a:ext cx="9429750" cy="609600"/>
          </a:xfrm>
          <a:prstGeom prst="rect">
            <a:avLst/>
          </a:prstGeom>
          <a:noFill/>
          <a:ln w="0">
            <a:noFill/>
          </a:ln>
        </p:spPr>
        <p:txBody>
          <a:bodyPr wrap="none" lIns="0" tIns="0" rIns="0" bIns="0"/>
          <a:lstStyle>
            <a:defPPr>
              <a:defRPr sz="3150" b="1">
                <a:solidFill>
                  <a:srgbClr val="183F3D"/>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3150" b="1">
                <a:solidFill>
                  <a:srgbClr val="183F3D"/>
                </a:solidFill>
                <a:latin typeface="Apple SD Gothic Neo"/>
                <a:ea typeface="Apple SD Gothic Neo"/>
                <a:cs typeface="Apple SD Gothic Neo"/>
              </a:defRPr>
            </a:pPr>
            <a:r>
              <a:rPr sz="3150" b="1" dirty="0" err="1">
                <a:solidFill>
                  <a:srgbClr val="183F3D"/>
                </a:solidFill>
                <a:latin typeface="Apple SD Gothic Neo"/>
                <a:ea typeface="Apple SD Gothic Neo"/>
                <a:cs typeface="Apple SD Gothic Neo"/>
              </a:rPr>
              <a:t>제목을</a:t>
            </a:r>
            <a:r>
              <a:rPr sz="3150" b="1" dirty="0">
                <a:solidFill>
                  <a:srgbClr val="183F3D"/>
                </a:solidFill>
                <a:latin typeface="Apple SD Gothic Neo"/>
                <a:ea typeface="Apple SD Gothic Neo"/>
                <a:cs typeface="Apple SD Gothic Neo"/>
              </a:rPr>
              <a:t> </a:t>
            </a:r>
            <a:r>
              <a:rPr sz="3150" b="1" dirty="0" err="1">
                <a:solidFill>
                  <a:srgbClr val="183F3D"/>
                </a:solidFill>
                <a:latin typeface="Apple SD Gothic Neo"/>
                <a:ea typeface="Apple SD Gothic Neo"/>
                <a:cs typeface="Apple SD Gothic Neo"/>
              </a:rPr>
              <a:t>입력하세요</a:t>
            </a:r>
            <a:endParaRPr sz="3150" b="1" dirty="0">
              <a:solidFill>
                <a:srgbClr val="183F3D"/>
              </a:solidFill>
              <a:latin typeface="Apple SD Gothic Neo"/>
              <a:ea typeface="Apple SD Gothic Neo"/>
              <a:cs typeface="Apple SD Gothic Ne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08 Closing">
    <p:bg>
      <p:bgPr>
        <a:solidFill>
          <a:srgbClr val="FFFCF7"/>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2317D15C-F9F0-4DE7-BFC8-642010BFEE01}"/>
              </a:ext>
            </a:extLst>
          </p:cNvPr>
          <p:cNvPicPr>
            <a:picLocks noChangeAspect="1"/>
          </p:cNvPicPr>
          <p:nvPr/>
        </p:nvPicPr>
        <p:blipFill>
          <a:blip r:embed="rId2"/>
          <a:srcRect t="27" b="27"/>
          <a:stretch>
            <a:fillRect/>
          </a:stretch>
        </p:blipFill>
        <p:spPr>
          <a:xfrm>
            <a:off x="0" y="0"/>
            <a:ext cx="12192000" cy="6858000"/>
          </a:xfrm>
          <a:prstGeom prst="rect">
            <a:avLst/>
          </a:prstGeom>
        </p:spPr>
      </p:pic>
      <p:sp>
        <p:nvSpPr>
          <p:cNvPr id="2" name="제목">
            <a:extLst>
              <a:ext uri="{FF2B5EF4-FFF2-40B4-BE49-F238E27FC236}">
                <a16:creationId xmlns:a16="http://schemas.microsoft.com/office/drawing/2014/main" id="{927270C9-F754-491C-B7CA-E3A8F713E274}"/>
              </a:ext>
            </a:extLst>
          </p:cNvPr>
          <p:cNvSpPr>
            <a:spLocks noGrp="1"/>
          </p:cNvSpPr>
          <p:nvPr>
            <p:ph type="title"/>
          </p:nvPr>
        </p:nvSpPr>
        <p:spPr>
          <a:xfrm>
            <a:off x="1524000" y="2333625"/>
            <a:ext cx="4476750" cy="1714500"/>
          </a:xfrm>
          <a:prstGeom prst="rect">
            <a:avLst/>
          </a:prstGeom>
          <a:noFill/>
          <a:ln w="0">
            <a:noFill/>
          </a:ln>
        </p:spPr>
        <p:txBody>
          <a:bodyPr wrap="none" lIns="0" tIns="0" rIns="0" bIns="0"/>
          <a:lstStyle>
            <a:defPPr>
              <a:defRPr sz="3600" b="1">
                <a:solidFill>
                  <a:srgbClr val="183F3D"/>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3600" b="1">
                <a:solidFill>
                  <a:srgbClr val="183F3D"/>
                </a:solidFill>
                <a:latin typeface="Apple SD Gothic Neo"/>
                <a:ea typeface="Apple SD Gothic Neo"/>
                <a:cs typeface="Apple SD Gothic Neo"/>
              </a:defRPr>
            </a:pPr>
            <a:r>
              <a:rPr sz="3600" b="1" dirty="0" err="1">
                <a:solidFill>
                  <a:srgbClr val="183F3D"/>
                </a:solidFill>
                <a:latin typeface="Apple SD Gothic Neo"/>
                <a:ea typeface="Apple SD Gothic Neo"/>
                <a:cs typeface="Apple SD Gothic Neo"/>
              </a:rPr>
              <a:t>제목을</a:t>
            </a:r>
            <a:r>
              <a:rPr sz="3600" b="1" dirty="0">
                <a:solidFill>
                  <a:srgbClr val="183F3D"/>
                </a:solidFill>
                <a:latin typeface="Apple SD Gothic Neo"/>
                <a:ea typeface="Apple SD Gothic Neo"/>
                <a:cs typeface="Apple SD Gothic Neo"/>
              </a:rPr>
              <a:t> </a:t>
            </a:r>
            <a:r>
              <a:rPr sz="3600" b="1" dirty="0" err="1">
                <a:solidFill>
                  <a:srgbClr val="183F3D"/>
                </a:solidFill>
                <a:latin typeface="Apple SD Gothic Neo"/>
                <a:ea typeface="Apple SD Gothic Neo"/>
                <a:cs typeface="Apple SD Gothic Neo"/>
              </a:rPr>
              <a:t>입력하세요</a:t>
            </a:r>
            <a:endParaRPr sz="3600" b="1" dirty="0">
              <a:solidFill>
                <a:srgbClr val="183F3D"/>
              </a:solidFill>
              <a:latin typeface="Apple SD Gothic Neo"/>
              <a:ea typeface="Apple SD Gothic Neo"/>
              <a:cs typeface="Apple SD Gothic Neo"/>
            </a:endParaRPr>
          </a:p>
        </p:txBody>
      </p:sp>
      <p:sp>
        <p:nvSpPr>
          <p:cNvPr id="3" name="본문 1">
            <a:extLst>
              <a:ext uri="{FF2B5EF4-FFF2-40B4-BE49-F238E27FC236}">
                <a16:creationId xmlns:a16="http://schemas.microsoft.com/office/drawing/2014/main" id="{453B140D-891D-44C0-AE02-EFA78EA48BD9}"/>
              </a:ext>
            </a:extLst>
          </p:cNvPr>
          <p:cNvSpPr>
            <a:spLocks noGrp="1"/>
          </p:cNvSpPr>
          <p:nvPr>
            <p:ph type="body" idx="1"/>
          </p:nvPr>
        </p:nvSpPr>
        <p:spPr>
          <a:xfrm>
            <a:off x="1524000" y="4429125"/>
            <a:ext cx="4191000" cy="685800"/>
          </a:xfrm>
          <a:prstGeom prst="rect">
            <a:avLst/>
          </a:prstGeom>
          <a:noFill/>
          <a:ln w="0">
            <a:noFill/>
          </a:ln>
        </p:spPr>
        <p:txBody>
          <a:bodyPr lIns="0" tIns="0" rIns="0" bIns="0"/>
          <a:lstStyle>
            <a:defPPr>
              <a:defRPr sz="1875">
                <a:solidFill>
                  <a:srgbClr val="342E26"/>
                </a:solidFill>
                <a:latin typeface="Apple SD Gothic Neo"/>
                <a:ea typeface="Apple SD Gothic Neo"/>
                <a:cs typeface="Apple SD Gothic Neo"/>
              </a:defRPr>
            </a:defPPr>
            <a:lvl1pPr>
              <a:defRPr b="0" i="0">
                <a:latin typeface="NanumGothic" panose="020D0604000000000000" pitchFamily="34" charset="-127"/>
                <a:ea typeface="NanumGothic" panose="020D0604000000000000" pitchFamily="34" charset="-127"/>
              </a:defRPr>
            </a:lvl1pPr>
          </a:lstStyle>
          <a:p>
            <a:pPr>
              <a:defRPr sz="1875">
                <a:solidFill>
                  <a:srgbClr val="342E26"/>
                </a:solidFill>
                <a:latin typeface="Apple SD Gothic Neo"/>
                <a:ea typeface="Apple SD Gothic Neo"/>
                <a:cs typeface="Apple SD Gothic Neo"/>
              </a:defRPr>
            </a:pPr>
            <a:r>
              <a:rPr sz="1875" dirty="0" err="1">
                <a:solidFill>
                  <a:srgbClr val="342E26"/>
                </a:solidFill>
                <a:latin typeface="Apple SD Gothic Neo"/>
                <a:ea typeface="Apple SD Gothic Neo"/>
                <a:cs typeface="Apple SD Gothic Neo"/>
              </a:rPr>
              <a:t>내용을</a:t>
            </a:r>
            <a:r>
              <a:rPr sz="1875" dirty="0">
                <a:solidFill>
                  <a:srgbClr val="342E26"/>
                </a:solidFill>
                <a:latin typeface="Apple SD Gothic Neo"/>
                <a:ea typeface="Apple SD Gothic Neo"/>
                <a:cs typeface="Apple SD Gothic Neo"/>
              </a:rPr>
              <a:t> </a:t>
            </a:r>
            <a:r>
              <a:rPr sz="1875" dirty="0" err="1">
                <a:solidFill>
                  <a:srgbClr val="342E26"/>
                </a:solidFill>
                <a:latin typeface="Apple SD Gothic Neo"/>
                <a:ea typeface="Apple SD Gothic Neo"/>
                <a:cs typeface="Apple SD Gothic Neo"/>
              </a:rPr>
              <a:t>입력하세요</a:t>
            </a:r>
            <a:endParaRPr sz="1875" dirty="0">
              <a:solidFill>
                <a:srgbClr val="342E26"/>
              </a:solidFill>
              <a:latin typeface="Apple SD Gothic Neo"/>
              <a:ea typeface="Apple SD Gothic Neo"/>
              <a:cs typeface="Apple SD Gothic Ne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27897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LAYDATA Campus Master">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60" r:id="rId4"/>
    <p:sldLayoutId id="2147483663" r:id="rId5"/>
    <p:sldLayoutId id="2147483664" r:id="rId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13.jp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8" Type="http://schemas.openxmlformats.org/officeDocument/2006/relationships/image" Target="../media/image28.gif"/><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gif"/><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4" name="text">
            <a:extLst>
              <a:ext uri="{FF2B5EF4-FFF2-40B4-BE49-F238E27FC236}">
                <a16:creationId xmlns:a16="http://schemas.microsoft.com/office/drawing/2014/main" id="{63876923-59B5-4D93-A105-6F07E195B58B}"/>
              </a:ext>
            </a:extLst>
          </p:cNvPr>
          <p:cNvSpPr>
            <a:spLocks noGrp="1"/>
          </p:cNvSpPr>
          <p:nvPr/>
        </p:nvSpPr>
        <p:spPr>
          <a:xfrm>
            <a:off x="952170" y="3335214"/>
            <a:ext cx="4247907" cy="534681"/>
          </a:xfrm>
          <a:prstGeom prst="rect">
            <a:avLst/>
          </a:prstGeom>
          <a:noFill/>
          <a:ln w="0">
            <a:noFill/>
          </a:ln>
        </p:spPr>
        <p:txBody>
          <a:bodyPr wrap="none" lIns="0" tIns="0" rIns="0" bIns="0" anchor="t">
            <a:noAutofit/>
          </a:bodyPr>
          <a:lstStyle>
            <a:defPPr algn="l">
              <a:defRPr sz="2325" b="0">
                <a:solidFill>
                  <a:srgbClr val="183F3D"/>
                </a:solidFill>
                <a:latin typeface="Apple SD Gothic Neo"/>
                <a:ea typeface="Apple SD Gothic Neo"/>
                <a:cs typeface="Apple SD Gothic Neo"/>
              </a:defRPr>
            </a:defPPr>
          </a:lstStyle>
          <a:p>
            <a:pPr algn="l">
              <a:defRPr sz="2325" b="0">
                <a:solidFill>
                  <a:srgbClr val="183F3D"/>
                </a:solidFill>
                <a:latin typeface="Apple SD Gothic Neo"/>
                <a:ea typeface="Apple SD Gothic Neo"/>
                <a:cs typeface="Apple SD Gothic Neo"/>
              </a:defRPr>
            </a:pPr>
            <a:r>
              <a:rPr lang="ko-KR" altLang="en-US" sz="3200" b="1" dirty="0">
                <a:solidFill>
                  <a:srgbClr val="183F3D"/>
                </a:solidFill>
                <a:latin typeface="NanumGothic" panose="020D0604000000000000" pitchFamily="34" charset="-127"/>
                <a:ea typeface="NanumGothic" panose="020D0604000000000000" pitchFamily="34" charset="-127"/>
                <a:cs typeface="Apple SD Gothic Neo"/>
              </a:rPr>
              <a:t>공간을</a:t>
            </a:r>
            <a:r>
              <a:rPr sz="3200" b="1" dirty="0">
                <a:solidFill>
                  <a:srgbClr val="183F3D"/>
                </a:solidFill>
                <a:latin typeface="NanumGothic" panose="020D0604000000000000" pitchFamily="34" charset="-127"/>
                <a:ea typeface="NanumGothic" panose="020D0604000000000000" pitchFamily="34" charset="-127"/>
                <a:cs typeface="Apple SD Gothic Neo"/>
              </a:rPr>
              <a:t> </a:t>
            </a:r>
            <a:r>
              <a:rPr sz="3200" b="1" dirty="0" err="1">
                <a:solidFill>
                  <a:srgbClr val="183F3D"/>
                </a:solidFill>
                <a:latin typeface="NanumGothic" panose="020D0604000000000000" pitchFamily="34" charset="-127"/>
                <a:ea typeface="NanumGothic" panose="020D0604000000000000" pitchFamily="34" charset="-127"/>
                <a:cs typeface="Apple SD Gothic Neo"/>
              </a:rPr>
              <a:t>잇는</a:t>
            </a:r>
            <a:r>
              <a:rPr lang="en-US" sz="3200" b="1" dirty="0">
                <a:solidFill>
                  <a:srgbClr val="183F3D"/>
                </a:solidFill>
                <a:latin typeface="NanumGothic" panose="020D0604000000000000" pitchFamily="34" charset="-127"/>
                <a:ea typeface="NanumGothic" panose="020D0604000000000000" pitchFamily="34" charset="-127"/>
                <a:cs typeface="Apple SD Gothic Neo"/>
              </a:rPr>
              <a:t> </a:t>
            </a:r>
            <a:r>
              <a:rPr sz="3200" b="1" dirty="0" err="1">
                <a:solidFill>
                  <a:srgbClr val="183F3D"/>
                </a:solidFill>
                <a:latin typeface="NanumGothic" panose="020D0604000000000000" pitchFamily="34" charset="-127"/>
                <a:ea typeface="NanumGothic" panose="020D0604000000000000" pitchFamily="34" charset="-127"/>
                <a:cs typeface="Apple SD Gothic Neo"/>
              </a:rPr>
              <a:t>가상</a:t>
            </a:r>
            <a:r>
              <a:rPr sz="3200" b="1" dirty="0">
                <a:solidFill>
                  <a:srgbClr val="183F3D"/>
                </a:solidFill>
                <a:latin typeface="NanumGothic" panose="020D0604000000000000" pitchFamily="34" charset="-127"/>
                <a:ea typeface="NanumGothic" panose="020D0604000000000000" pitchFamily="34" charset="-127"/>
                <a:cs typeface="Apple SD Gothic Neo"/>
              </a:rPr>
              <a:t> </a:t>
            </a:r>
            <a:r>
              <a:rPr lang="ko-KR" altLang="en-US" sz="3200" b="1" dirty="0">
                <a:solidFill>
                  <a:srgbClr val="183F3D"/>
                </a:solidFill>
                <a:latin typeface="NanumGothic" panose="020D0604000000000000" pitchFamily="34" charset="-127"/>
                <a:ea typeface="NanumGothic" panose="020D0604000000000000" pitchFamily="34" charset="-127"/>
                <a:cs typeface="Apple SD Gothic Neo"/>
              </a:rPr>
              <a:t>캠</a:t>
            </a:r>
            <a:r>
              <a:rPr sz="3200" b="1" dirty="0" err="1">
                <a:solidFill>
                  <a:srgbClr val="183F3D"/>
                </a:solidFill>
                <a:latin typeface="NanumGothic" panose="020D0604000000000000" pitchFamily="34" charset="-127"/>
                <a:ea typeface="NanumGothic" panose="020D0604000000000000" pitchFamily="34" charset="-127"/>
                <a:cs typeface="Apple SD Gothic Neo"/>
              </a:rPr>
              <a:t>퍼스</a:t>
            </a:r>
            <a:endParaRPr sz="3200" b="1" dirty="0">
              <a:solidFill>
                <a:srgbClr val="183F3D"/>
              </a:solidFill>
              <a:latin typeface="NanumGothic" panose="020D0604000000000000" pitchFamily="34" charset="-127"/>
              <a:ea typeface="NanumGothic" panose="020D0604000000000000" pitchFamily="34" charset="-127"/>
              <a:cs typeface="Apple SD Gothic Neo"/>
            </a:endParaRPr>
          </a:p>
        </p:txBody>
      </p:sp>
      <p:pic>
        <p:nvPicPr>
          <p:cNvPr id="2" name="그림 1">
            <a:extLst>
              <a:ext uri="{FF2B5EF4-FFF2-40B4-BE49-F238E27FC236}">
                <a16:creationId xmlns:a16="http://schemas.microsoft.com/office/drawing/2014/main" id="{16E76183-B185-63DC-D601-A8293CF85C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038" y="1622628"/>
            <a:ext cx="4247907" cy="1712586"/>
          </a:xfrm>
          <a:prstGeom prst="rect">
            <a:avLst/>
          </a:prstGeom>
        </p:spPr>
      </p:pic>
      <p:sp>
        <p:nvSpPr>
          <p:cNvPr id="5" name="text">
            <a:extLst>
              <a:ext uri="{FF2B5EF4-FFF2-40B4-BE49-F238E27FC236}">
                <a16:creationId xmlns:a16="http://schemas.microsoft.com/office/drawing/2014/main" id="{5A3C915A-9D2E-5C30-1ADC-8B0B59B4CF59}"/>
              </a:ext>
            </a:extLst>
          </p:cNvPr>
          <p:cNvSpPr>
            <a:spLocks noGrp="1"/>
          </p:cNvSpPr>
          <p:nvPr/>
        </p:nvSpPr>
        <p:spPr>
          <a:xfrm>
            <a:off x="1336282" y="4356403"/>
            <a:ext cx="3076163" cy="322385"/>
          </a:xfrm>
          <a:prstGeom prst="rect">
            <a:avLst/>
          </a:prstGeom>
          <a:noFill/>
          <a:ln w="0">
            <a:noFill/>
          </a:ln>
        </p:spPr>
        <p:txBody>
          <a:bodyPr wrap="none" lIns="0" tIns="0" rIns="0" bIns="0" anchor="t">
            <a:noAutofit/>
          </a:bodyPr>
          <a:lstStyle>
            <a:defPPr algn="l">
              <a:defRPr sz="2325" b="0">
                <a:solidFill>
                  <a:srgbClr val="183F3D"/>
                </a:solidFill>
                <a:latin typeface="Apple SD Gothic Neo"/>
                <a:ea typeface="Apple SD Gothic Neo"/>
                <a:cs typeface="Apple SD Gothic Neo"/>
              </a:defRPr>
            </a:defPPr>
          </a:lstStyle>
          <a:p>
            <a:pPr algn="l">
              <a:defRPr sz="2325" b="0">
                <a:solidFill>
                  <a:srgbClr val="183F3D"/>
                </a:solidFill>
                <a:latin typeface="Apple SD Gothic Neo"/>
                <a:ea typeface="Apple SD Gothic Neo"/>
                <a:cs typeface="Apple SD Gothic Neo"/>
              </a:defRPr>
            </a:pPr>
            <a:r>
              <a:rPr lang="ko-KR" altLang="en-US" sz="2000" b="1" dirty="0" err="1">
                <a:solidFill>
                  <a:srgbClr val="183F3D"/>
                </a:solidFill>
                <a:latin typeface="NanumGothic" panose="020D0604000000000000" pitchFamily="34" charset="-127"/>
                <a:ea typeface="NanumGothic" panose="020D0604000000000000" pitchFamily="34" charset="-127"/>
                <a:cs typeface="Apple SD Gothic Neo"/>
              </a:rPr>
              <a:t>팀명</a:t>
            </a:r>
            <a:r>
              <a:rPr lang="ko-KR" altLang="en-US" sz="2000" b="1" dirty="0">
                <a:solidFill>
                  <a:srgbClr val="183F3D"/>
                </a:solidFill>
                <a:latin typeface="NanumGothic" panose="020D0604000000000000" pitchFamily="34" charset="-127"/>
                <a:ea typeface="NanumGothic" panose="020D0604000000000000" pitchFamily="34" charset="-127"/>
                <a:cs typeface="Apple SD Gothic Neo"/>
              </a:rPr>
              <a:t> </a:t>
            </a:r>
            <a:r>
              <a:rPr lang="en-US" altLang="ko-KR" sz="2000" b="1" dirty="0">
                <a:solidFill>
                  <a:srgbClr val="183F3D"/>
                </a:solidFill>
                <a:latin typeface="NanumGothic" panose="020D0604000000000000" pitchFamily="34" charset="-127"/>
                <a:ea typeface="NanumGothic" panose="020D0604000000000000" pitchFamily="34" charset="-127"/>
                <a:cs typeface="Apple SD Gothic Neo"/>
              </a:rPr>
              <a:t>:</a:t>
            </a:r>
            <a:r>
              <a:rPr lang="ko-KR" altLang="en-US" sz="2000" b="1" dirty="0">
                <a:solidFill>
                  <a:srgbClr val="183F3D"/>
                </a:solidFill>
                <a:latin typeface="NanumGothic" panose="020D0604000000000000" pitchFamily="34" charset="-127"/>
                <a:ea typeface="NanumGothic" panose="020D0604000000000000" pitchFamily="34" charset="-127"/>
                <a:cs typeface="Apple SD Gothic Neo"/>
              </a:rPr>
              <a:t> </a:t>
            </a:r>
            <a:r>
              <a:rPr lang="en-US" altLang="ko-KR" sz="2000" b="1" dirty="0">
                <a:solidFill>
                  <a:srgbClr val="183F3D"/>
                </a:solidFill>
                <a:latin typeface="NanumGothic" panose="020D0604000000000000" pitchFamily="34" charset="-127"/>
                <a:ea typeface="NanumGothic" panose="020D0604000000000000" pitchFamily="34" charset="-127"/>
                <a:cs typeface="Apple SD Gothic Neo"/>
              </a:rPr>
              <a:t>mlo-01-p3-team2</a:t>
            </a:r>
            <a:endParaRPr b="1"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6" name="text">
            <a:extLst>
              <a:ext uri="{FF2B5EF4-FFF2-40B4-BE49-F238E27FC236}">
                <a16:creationId xmlns:a16="http://schemas.microsoft.com/office/drawing/2014/main" id="{DC24B37B-E5CE-259D-A11A-BBAA0B76F7A6}"/>
              </a:ext>
            </a:extLst>
          </p:cNvPr>
          <p:cNvSpPr>
            <a:spLocks noGrp="1"/>
          </p:cNvSpPr>
          <p:nvPr/>
        </p:nvSpPr>
        <p:spPr>
          <a:xfrm>
            <a:off x="1336283" y="4725415"/>
            <a:ext cx="2431394" cy="322385"/>
          </a:xfrm>
          <a:prstGeom prst="rect">
            <a:avLst/>
          </a:prstGeom>
          <a:noFill/>
          <a:ln w="0">
            <a:noFill/>
          </a:ln>
        </p:spPr>
        <p:txBody>
          <a:bodyPr wrap="none" lIns="0" tIns="0" rIns="0" bIns="0" anchor="t">
            <a:noAutofit/>
          </a:bodyPr>
          <a:lstStyle>
            <a:defPPr algn="l">
              <a:defRPr sz="2325" b="0">
                <a:solidFill>
                  <a:srgbClr val="183F3D"/>
                </a:solidFill>
                <a:latin typeface="Apple SD Gothic Neo"/>
                <a:ea typeface="Apple SD Gothic Neo"/>
                <a:cs typeface="Apple SD Gothic Neo"/>
              </a:defRPr>
            </a:defPPr>
          </a:lstStyle>
          <a:p>
            <a:pPr algn="l">
              <a:defRPr sz="2325" b="0">
                <a:solidFill>
                  <a:srgbClr val="183F3D"/>
                </a:solidFill>
                <a:latin typeface="Apple SD Gothic Neo"/>
                <a:ea typeface="Apple SD Gothic Neo"/>
                <a:cs typeface="Apple SD Gothic Neo"/>
              </a:defRPr>
            </a:pPr>
            <a:r>
              <a:rPr lang="ko-KR" altLang="en-US" sz="2000" b="1" dirty="0">
                <a:solidFill>
                  <a:srgbClr val="183F3D"/>
                </a:solidFill>
                <a:latin typeface="NanumGothic" panose="020D0604000000000000" pitchFamily="34" charset="-127"/>
                <a:ea typeface="NanumGothic" panose="020D0604000000000000" pitchFamily="34" charset="-127"/>
                <a:cs typeface="Apple SD Gothic Neo"/>
              </a:rPr>
              <a:t>프로젝트 기간 </a:t>
            </a:r>
            <a:r>
              <a:rPr lang="en-US" altLang="ko-KR" sz="2000" b="1" dirty="0">
                <a:solidFill>
                  <a:srgbClr val="183F3D"/>
                </a:solidFill>
                <a:latin typeface="NanumGothic" panose="020D0604000000000000" pitchFamily="34" charset="-127"/>
                <a:ea typeface="NanumGothic" panose="020D0604000000000000" pitchFamily="34" charset="-127"/>
                <a:cs typeface="Apple SD Gothic Neo"/>
              </a:rPr>
              <a:t>:</a:t>
            </a:r>
            <a:r>
              <a:rPr lang="ko-KR" altLang="en-US" sz="2000" b="1" dirty="0">
                <a:solidFill>
                  <a:srgbClr val="183F3D"/>
                </a:solidFill>
                <a:latin typeface="NanumGothic" panose="020D0604000000000000" pitchFamily="34" charset="-127"/>
                <a:ea typeface="NanumGothic" panose="020D0604000000000000" pitchFamily="34" charset="-127"/>
                <a:cs typeface="Apple SD Gothic Neo"/>
              </a:rPr>
              <a:t> </a:t>
            </a:r>
            <a:r>
              <a:rPr lang="en-US" altLang="ko-KR" sz="2000" b="1" dirty="0">
                <a:solidFill>
                  <a:srgbClr val="183F3D"/>
                </a:solidFill>
                <a:latin typeface="NanumGothic" panose="020D0604000000000000" pitchFamily="34" charset="-127"/>
                <a:ea typeface="NanumGothic" panose="020D0604000000000000" pitchFamily="34" charset="-127"/>
                <a:cs typeface="Apple SD Gothic Neo"/>
              </a:rPr>
              <a:t>26.10.1 ~ 26.10.19</a:t>
            </a:r>
            <a:endParaRPr sz="2000" b="1" dirty="0">
              <a:solidFill>
                <a:srgbClr val="183F3D"/>
              </a:solidFill>
              <a:latin typeface="NanumGothic" panose="020D0604000000000000" pitchFamily="34" charset="-127"/>
              <a:ea typeface="NanumGothic" panose="020D0604000000000000" pitchFamily="34" charset="-127"/>
              <a:cs typeface="Apple SD Gothic Neo"/>
            </a:endParaRPr>
          </a:p>
        </p:txBody>
      </p:sp>
    </p:spTree>
    <p:extLst>
      <p:ext uri="{BB962C8B-B14F-4D97-AF65-F5344CB8AC3E}">
        <p14:creationId xmlns:p14="http://schemas.microsoft.com/office/powerpoint/2010/main" val="32947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2687-E78A-54C6-F7C7-841F36DC0C9D}"/>
            </a:ext>
          </a:extLst>
        </p:cNvPr>
        <p:cNvGrpSpPr/>
        <p:nvPr/>
      </p:nvGrpSpPr>
      <p:grpSpPr>
        <a:xfrm>
          <a:off x="0" y="0"/>
          <a:ext cx="0" cy="0"/>
          <a:chOff x="0" y="0"/>
          <a:chExt cx="0" cy="0"/>
        </a:xfrm>
      </p:grpSpPr>
      <p:sp>
        <p:nvSpPr>
          <p:cNvPr id="3" name="slide-title">
            <a:extLst>
              <a:ext uri="{FF2B5EF4-FFF2-40B4-BE49-F238E27FC236}">
                <a16:creationId xmlns:a16="http://schemas.microsoft.com/office/drawing/2014/main" id="{23004DA2-6E47-6F86-484E-DC53C068F25A}"/>
              </a:ext>
            </a:extLst>
          </p:cNvPr>
          <p:cNvSpPr>
            <a:spLocks noGrp="1"/>
          </p:cNvSpPr>
          <p:nvPr/>
        </p:nvSpPr>
        <p:spPr>
          <a:xfrm>
            <a:off x="1381125" y="1295400"/>
            <a:ext cx="9429750" cy="609600"/>
          </a:xfrm>
          <a:prstGeom prst="rect">
            <a:avLst/>
          </a:prstGeom>
          <a:noFill/>
          <a:ln w="0">
            <a:noFill/>
          </a:ln>
        </p:spPr>
        <p:txBody>
          <a:bodyPr wrap="none" lIns="0" tIns="0" rIns="0" bIns="0" anchor="t">
            <a:noAutofit/>
          </a:bodyPr>
          <a:lstStyle>
            <a:defPPr algn="l">
              <a:defRPr sz="3150" b="1">
                <a:solidFill>
                  <a:srgbClr val="183F3D"/>
                </a:solidFill>
                <a:latin typeface="Apple SD Gothic Neo"/>
                <a:ea typeface="Apple SD Gothic Neo"/>
                <a:cs typeface="Apple SD Gothic Neo"/>
              </a:defRPr>
            </a:defPPr>
          </a:lstStyle>
          <a:p>
            <a:pPr algn="l">
              <a:defRPr sz="3150" b="1">
                <a:solidFill>
                  <a:srgbClr val="183F3D"/>
                </a:solidFill>
                <a:latin typeface="Apple SD Gothic Neo"/>
                <a:ea typeface="Apple SD Gothic Neo"/>
                <a:cs typeface="Apple SD Gothic Neo"/>
              </a:defRPr>
            </a:pPr>
            <a:r>
              <a:rPr lang="ko-KR" altLang="en-US" sz="3150" dirty="0">
                <a:solidFill>
                  <a:srgbClr val="183F3D"/>
                </a:solidFill>
                <a:latin typeface="NanumGothic" panose="020D0604000000000000" pitchFamily="34" charset="-127"/>
                <a:ea typeface="NanumGothic" panose="020D0604000000000000" pitchFamily="34" charset="-127"/>
                <a:cs typeface="Apple SD Gothic Neo"/>
              </a:rPr>
              <a:t>팀 소개</a:t>
            </a:r>
            <a:endParaRPr sz="3150" dirty="0">
              <a:solidFill>
                <a:srgbClr val="183F3D"/>
              </a:solidFill>
              <a:latin typeface="NanumGothic" panose="020D0604000000000000" pitchFamily="34" charset="-127"/>
              <a:ea typeface="NanumGothic" panose="020D0604000000000000" pitchFamily="34" charset="-127"/>
              <a:cs typeface="Apple SD Gothic Neo"/>
            </a:endParaRPr>
          </a:p>
        </p:txBody>
      </p:sp>
      <p:pic>
        <p:nvPicPr>
          <p:cNvPr id="6" name="그림 5">
            <a:extLst>
              <a:ext uri="{FF2B5EF4-FFF2-40B4-BE49-F238E27FC236}">
                <a16:creationId xmlns:a16="http://schemas.microsoft.com/office/drawing/2014/main" id="{539F3859-B10F-6562-98A4-2557827D9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4409" y="1883229"/>
            <a:ext cx="7553506" cy="4251105"/>
          </a:xfrm>
          <a:prstGeom prst="rect">
            <a:avLst/>
          </a:prstGeom>
        </p:spPr>
      </p:pic>
    </p:spTree>
    <p:extLst>
      <p:ext uri="{BB962C8B-B14F-4D97-AF65-F5344CB8AC3E}">
        <p14:creationId xmlns:p14="http://schemas.microsoft.com/office/powerpoint/2010/main" val="3533450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3E2FB093-6E1D-45BD-8D41-D246EBA55512}"/>
              </a:ext>
            </a:extLst>
          </p:cNvPr>
          <p:cNvSpPr>
            <a:spLocks noGrp="1"/>
          </p:cNvSpPr>
          <p:nvPr/>
        </p:nvSpPr>
        <p:spPr>
          <a:xfrm>
            <a:off x="1332490" y="1343025"/>
            <a:ext cx="8715375" cy="228600"/>
          </a:xfrm>
          <a:prstGeom prst="rect">
            <a:avLst/>
          </a:prstGeom>
          <a:noFill/>
          <a:ln w="0">
            <a:noFill/>
          </a:ln>
        </p:spPr>
        <p:txBody>
          <a:bodyPr wrap="none" lIns="0" tIns="0" rIns="0" bIns="0" anchor="t">
            <a:noAutofit/>
          </a:bodyPr>
          <a:lstStyle>
            <a:defPPr algn="l">
              <a:defRPr sz="1200" b="1">
                <a:solidFill>
                  <a:srgbClr val="167D79"/>
                </a:solidFill>
                <a:latin typeface="Apple SD Gothic Neo"/>
                <a:ea typeface="Apple SD Gothic Neo"/>
                <a:cs typeface="Apple SD Gothic Neo"/>
              </a:defRPr>
            </a:defPPr>
          </a:lstStyle>
          <a:p>
            <a:pPr algn="l">
              <a:defRPr sz="1200" b="1">
                <a:solidFill>
                  <a:srgbClr val="167D79"/>
                </a:solidFill>
                <a:latin typeface="Apple SD Gothic Neo"/>
                <a:ea typeface="Apple SD Gothic Neo"/>
                <a:cs typeface="Apple SD Gothic Neo"/>
              </a:defRPr>
            </a:pPr>
            <a:r>
              <a:rPr sz="1200" dirty="0">
                <a:solidFill>
                  <a:srgbClr val="167D79"/>
                </a:solidFill>
                <a:latin typeface="NanumGothic" panose="020D0604000000000000" pitchFamily="34" charset="-127"/>
                <a:ea typeface="NanumGothic" panose="020D0604000000000000" pitchFamily="34" charset="-127"/>
                <a:cs typeface="Apple SD Gothic Neo"/>
              </a:rPr>
              <a:t>OVERVIEW</a:t>
            </a:r>
          </a:p>
        </p:txBody>
      </p:sp>
      <p:sp>
        <p:nvSpPr>
          <p:cNvPr id="3" name="slide-title">
            <a:extLst>
              <a:ext uri="{FF2B5EF4-FFF2-40B4-BE49-F238E27FC236}">
                <a16:creationId xmlns:a16="http://schemas.microsoft.com/office/drawing/2014/main" id="{C9C87569-1E1B-4713-ACA9-C82CFAEEFA54}"/>
              </a:ext>
            </a:extLst>
          </p:cNvPr>
          <p:cNvSpPr>
            <a:spLocks noGrp="1"/>
          </p:cNvSpPr>
          <p:nvPr/>
        </p:nvSpPr>
        <p:spPr>
          <a:xfrm>
            <a:off x="1381125" y="1600200"/>
            <a:ext cx="9429750" cy="609600"/>
          </a:xfrm>
          <a:prstGeom prst="rect">
            <a:avLst/>
          </a:prstGeom>
          <a:noFill/>
          <a:ln w="0">
            <a:noFill/>
          </a:ln>
        </p:spPr>
        <p:txBody>
          <a:bodyPr wrap="none" lIns="0" tIns="0" rIns="0" bIns="0" anchor="t">
            <a:noAutofit/>
          </a:bodyPr>
          <a:lstStyle>
            <a:defPPr algn="l">
              <a:defRPr sz="3150" b="1">
                <a:solidFill>
                  <a:srgbClr val="183F3D"/>
                </a:solidFill>
                <a:latin typeface="Apple SD Gothic Neo"/>
                <a:ea typeface="Apple SD Gothic Neo"/>
                <a:cs typeface="Apple SD Gothic Neo"/>
              </a:defRPr>
            </a:defPPr>
          </a:lstStyle>
          <a:p>
            <a:pPr algn="l">
              <a:defRPr sz="3150" b="1">
                <a:solidFill>
                  <a:srgbClr val="183F3D"/>
                </a:solidFill>
                <a:latin typeface="Apple SD Gothic Neo"/>
                <a:ea typeface="Apple SD Gothic Neo"/>
                <a:cs typeface="Apple SD Gothic Neo"/>
              </a:defRPr>
            </a:pPr>
            <a:r>
              <a:rPr lang="ko-KR" altLang="en-US" sz="3150" dirty="0">
                <a:solidFill>
                  <a:srgbClr val="183F3D"/>
                </a:solidFill>
                <a:latin typeface="NanumGothic" panose="020D0604000000000000" pitchFamily="34" charset="-127"/>
                <a:ea typeface="NanumGothic" panose="020D0604000000000000" pitchFamily="34" charset="-127"/>
                <a:cs typeface="Apple SD Gothic Neo"/>
              </a:rPr>
              <a:t>프로젝트 목차</a:t>
            </a:r>
            <a:endParaRPr sz="3150"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65096F42-69BB-4975-8B3F-5EEF55374D29}"/>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02</a:t>
            </a:r>
          </a:p>
        </p:txBody>
      </p:sp>
      <p:sp>
        <p:nvSpPr>
          <p:cNvPr id="5" name="text">
            <a:extLst>
              <a:ext uri="{FF2B5EF4-FFF2-40B4-BE49-F238E27FC236}">
                <a16:creationId xmlns:a16="http://schemas.microsoft.com/office/drawing/2014/main" id="{D793DFE7-899F-435F-A8B5-192869E7D2D6}"/>
              </a:ext>
            </a:extLst>
          </p:cNvPr>
          <p:cNvSpPr>
            <a:spLocks noGrp="1"/>
          </p:cNvSpPr>
          <p:nvPr/>
        </p:nvSpPr>
        <p:spPr>
          <a:xfrm>
            <a:off x="1896010" y="2609348"/>
            <a:ext cx="647700" cy="419100"/>
          </a:xfrm>
          <a:prstGeom prst="rect">
            <a:avLst/>
          </a:prstGeom>
          <a:noFill/>
          <a:ln w="0">
            <a:noFill/>
          </a:ln>
        </p:spPr>
        <p:txBody>
          <a:bodyPr wrap="none" lIns="0" tIns="0" rIns="0" bIns="0" anchor="t">
            <a:noAutofit/>
          </a:bodyPr>
          <a:lstStyle>
            <a:defPPr algn="l">
              <a:defRPr sz="2175" b="1">
                <a:solidFill>
                  <a:srgbClr val="167D79"/>
                </a:solidFill>
                <a:latin typeface="Apple SD Gothic Neo"/>
                <a:ea typeface="Apple SD Gothic Neo"/>
                <a:cs typeface="Apple SD Gothic Neo"/>
              </a:defRPr>
            </a:defPPr>
          </a:lstStyle>
          <a:p>
            <a:pPr algn="l">
              <a:defRPr sz="2175" b="1">
                <a:solidFill>
                  <a:srgbClr val="167D79"/>
                </a:solidFill>
                <a:latin typeface="Apple SD Gothic Neo"/>
                <a:ea typeface="Apple SD Gothic Neo"/>
                <a:cs typeface="Apple SD Gothic Neo"/>
              </a:defRPr>
            </a:pPr>
            <a:r>
              <a:rPr sz="2175" dirty="0">
                <a:solidFill>
                  <a:srgbClr val="167D79"/>
                </a:solidFill>
                <a:latin typeface="NanumGothic" panose="020D0604000000000000" pitchFamily="34" charset="-127"/>
                <a:ea typeface="NanumGothic" panose="020D0604000000000000" pitchFamily="34" charset="-127"/>
                <a:cs typeface="Apple SD Gothic Neo"/>
              </a:rPr>
              <a:t>01</a:t>
            </a:r>
          </a:p>
        </p:txBody>
      </p:sp>
      <p:sp>
        <p:nvSpPr>
          <p:cNvPr id="6" name="text">
            <a:extLst>
              <a:ext uri="{FF2B5EF4-FFF2-40B4-BE49-F238E27FC236}">
                <a16:creationId xmlns:a16="http://schemas.microsoft.com/office/drawing/2014/main" id="{C5BB594D-EA13-4DF6-A2B1-CD1802FD88C7}"/>
              </a:ext>
            </a:extLst>
          </p:cNvPr>
          <p:cNvSpPr>
            <a:spLocks noGrp="1"/>
          </p:cNvSpPr>
          <p:nvPr/>
        </p:nvSpPr>
        <p:spPr>
          <a:xfrm>
            <a:off x="2705635" y="2607443"/>
            <a:ext cx="3905250" cy="461010"/>
          </a:xfrm>
          <a:prstGeom prst="rect">
            <a:avLst/>
          </a:prstGeom>
          <a:noFill/>
          <a:ln w="0">
            <a:noFill/>
          </a:ln>
        </p:spPr>
        <p:txBody>
          <a:bodyPr wrap="none" lIns="0" tIns="0" rIns="0" bIns="0" anchor="t">
            <a:noAutofit/>
          </a:bodyPr>
          <a:lstStyle>
            <a:defPPr algn="l">
              <a:defRPr sz="2175" b="1">
                <a:solidFill>
                  <a:srgbClr val="183F3D"/>
                </a:solidFill>
                <a:latin typeface="Apple SD Gothic Neo"/>
                <a:ea typeface="Apple SD Gothic Neo"/>
                <a:cs typeface="Apple SD Gothic Neo"/>
              </a:defRPr>
            </a:defPPr>
          </a:lstStyle>
          <a:p>
            <a:pPr algn="l">
              <a:defRPr sz="2175" b="1">
                <a:solidFill>
                  <a:srgbClr val="183F3D"/>
                </a:solidFill>
                <a:latin typeface="Apple SD Gothic Neo"/>
                <a:ea typeface="Apple SD Gothic Neo"/>
                <a:cs typeface="Apple SD Gothic Neo"/>
              </a:defRPr>
            </a:pPr>
            <a:r>
              <a:rPr lang="ko-KR" altLang="en-US" sz="2175" dirty="0">
                <a:solidFill>
                  <a:srgbClr val="183F3D"/>
                </a:solidFill>
                <a:latin typeface="NanumGothic" panose="020D0604000000000000" pitchFamily="34" charset="-127"/>
                <a:ea typeface="NanumGothic" panose="020D0604000000000000" pitchFamily="34" charset="-127"/>
                <a:cs typeface="Apple SD Gothic Neo"/>
              </a:rPr>
              <a:t>서비스 소개</a:t>
            </a:r>
            <a:endParaRPr sz="21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9" name="text">
            <a:extLst>
              <a:ext uri="{FF2B5EF4-FFF2-40B4-BE49-F238E27FC236}">
                <a16:creationId xmlns:a16="http://schemas.microsoft.com/office/drawing/2014/main" id="{B9E4A9AB-72CB-4832-9DBC-6A66205934CB}"/>
              </a:ext>
            </a:extLst>
          </p:cNvPr>
          <p:cNvSpPr>
            <a:spLocks noGrp="1"/>
          </p:cNvSpPr>
          <p:nvPr/>
        </p:nvSpPr>
        <p:spPr>
          <a:xfrm>
            <a:off x="1896010" y="3124865"/>
            <a:ext cx="647700" cy="419100"/>
          </a:xfrm>
          <a:prstGeom prst="rect">
            <a:avLst/>
          </a:prstGeom>
          <a:noFill/>
          <a:ln w="0">
            <a:noFill/>
          </a:ln>
        </p:spPr>
        <p:txBody>
          <a:bodyPr wrap="none" lIns="0" tIns="0" rIns="0" bIns="0" anchor="t">
            <a:noAutofit/>
          </a:bodyPr>
          <a:lstStyle>
            <a:defPPr algn="l">
              <a:defRPr sz="2175" b="1">
                <a:solidFill>
                  <a:srgbClr val="167D79"/>
                </a:solidFill>
                <a:latin typeface="Apple SD Gothic Neo"/>
                <a:ea typeface="Apple SD Gothic Neo"/>
                <a:cs typeface="Apple SD Gothic Neo"/>
              </a:defRPr>
            </a:defPPr>
          </a:lstStyle>
          <a:p>
            <a:pPr algn="l">
              <a:defRPr sz="2175" b="1">
                <a:solidFill>
                  <a:srgbClr val="167D79"/>
                </a:solidFill>
                <a:latin typeface="Apple SD Gothic Neo"/>
                <a:ea typeface="Apple SD Gothic Neo"/>
                <a:cs typeface="Apple SD Gothic Neo"/>
              </a:defRPr>
            </a:pPr>
            <a:r>
              <a:rPr sz="2175" dirty="0">
                <a:solidFill>
                  <a:srgbClr val="167D79"/>
                </a:solidFill>
                <a:latin typeface="NanumGothic" panose="020D0604000000000000" pitchFamily="34" charset="-127"/>
                <a:ea typeface="NanumGothic" panose="020D0604000000000000" pitchFamily="34" charset="-127"/>
                <a:cs typeface="Apple SD Gothic Neo"/>
              </a:rPr>
              <a:t>02</a:t>
            </a:r>
          </a:p>
        </p:txBody>
      </p:sp>
      <p:sp>
        <p:nvSpPr>
          <p:cNvPr id="10" name="text">
            <a:extLst>
              <a:ext uri="{FF2B5EF4-FFF2-40B4-BE49-F238E27FC236}">
                <a16:creationId xmlns:a16="http://schemas.microsoft.com/office/drawing/2014/main" id="{A09A6D91-C616-4589-A298-74C00DEC0BEE}"/>
              </a:ext>
            </a:extLst>
          </p:cNvPr>
          <p:cNvSpPr>
            <a:spLocks noGrp="1"/>
          </p:cNvSpPr>
          <p:nvPr/>
        </p:nvSpPr>
        <p:spPr>
          <a:xfrm>
            <a:off x="2705635" y="3122960"/>
            <a:ext cx="3905250" cy="461010"/>
          </a:xfrm>
          <a:prstGeom prst="rect">
            <a:avLst/>
          </a:prstGeom>
          <a:noFill/>
          <a:ln w="0">
            <a:noFill/>
          </a:ln>
        </p:spPr>
        <p:txBody>
          <a:bodyPr wrap="none" lIns="0" tIns="0" rIns="0" bIns="0" anchor="t">
            <a:noAutofit/>
          </a:bodyPr>
          <a:lstStyle>
            <a:defPPr algn="l">
              <a:defRPr sz="2175" b="1">
                <a:solidFill>
                  <a:srgbClr val="183F3D"/>
                </a:solidFill>
                <a:latin typeface="Apple SD Gothic Neo"/>
                <a:ea typeface="Apple SD Gothic Neo"/>
                <a:cs typeface="Apple SD Gothic Neo"/>
              </a:defRPr>
            </a:defPPr>
          </a:lstStyle>
          <a:p>
            <a:pPr algn="l">
              <a:defRPr sz="2175" b="1">
                <a:solidFill>
                  <a:srgbClr val="183F3D"/>
                </a:solidFill>
                <a:latin typeface="Apple SD Gothic Neo"/>
                <a:ea typeface="Apple SD Gothic Neo"/>
                <a:cs typeface="Apple SD Gothic Neo"/>
              </a:defRPr>
            </a:pPr>
            <a:r>
              <a:rPr lang="ko-KR" altLang="en-US" sz="2175" dirty="0">
                <a:solidFill>
                  <a:srgbClr val="183F3D"/>
                </a:solidFill>
                <a:latin typeface="NanumGothic" panose="020D0604000000000000" pitchFamily="34" charset="-127"/>
                <a:ea typeface="NanumGothic" panose="020D0604000000000000" pitchFamily="34" charset="-127"/>
                <a:cs typeface="Apple SD Gothic Neo"/>
              </a:rPr>
              <a:t>인프라</a:t>
            </a:r>
            <a:endParaRPr sz="21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2" name="surface">
            <a:extLst>
              <a:ext uri="{FF2B5EF4-FFF2-40B4-BE49-F238E27FC236}">
                <a16:creationId xmlns:a16="http://schemas.microsoft.com/office/drawing/2014/main" id="{9857B693-1D90-412E-B736-A4FB55BA7E1D}"/>
              </a:ext>
            </a:extLst>
          </p:cNvPr>
          <p:cNvSpPr>
            <a:spLocks noGrp="1"/>
          </p:cNvSpPr>
          <p:nvPr/>
        </p:nvSpPr>
        <p:spPr>
          <a:xfrm>
            <a:off x="2756653" y="3025321"/>
            <a:ext cx="4320000" cy="10478"/>
          </a:xfrm>
          <a:prstGeom prst="rect">
            <a:avLst/>
          </a:prstGeom>
          <a:solidFill>
            <a:srgbClr val="D6C3A4"/>
          </a:solidFill>
          <a:ln w="0">
            <a:noFill/>
            <a:prstDash val="solid"/>
          </a:ln>
        </p:spPr>
        <p:txBody>
          <a:bodyPr/>
          <a:lstStyle/>
          <a:p>
            <a:endParaRPr lang="ko-KR" altLang="en-US" dirty="0">
              <a:latin typeface="NanumGothic" panose="020D0604000000000000" pitchFamily="34" charset="-127"/>
              <a:ea typeface="NanumGothic" panose="020D0604000000000000" pitchFamily="34" charset="-127"/>
            </a:endParaRPr>
          </a:p>
        </p:txBody>
      </p:sp>
      <p:sp>
        <p:nvSpPr>
          <p:cNvPr id="13" name="text">
            <a:extLst>
              <a:ext uri="{FF2B5EF4-FFF2-40B4-BE49-F238E27FC236}">
                <a16:creationId xmlns:a16="http://schemas.microsoft.com/office/drawing/2014/main" id="{B2684851-3906-4380-96E0-7F529270AB99}"/>
              </a:ext>
            </a:extLst>
          </p:cNvPr>
          <p:cNvSpPr>
            <a:spLocks noGrp="1"/>
          </p:cNvSpPr>
          <p:nvPr/>
        </p:nvSpPr>
        <p:spPr>
          <a:xfrm>
            <a:off x="1896010" y="3649685"/>
            <a:ext cx="647700" cy="419100"/>
          </a:xfrm>
          <a:prstGeom prst="rect">
            <a:avLst/>
          </a:prstGeom>
          <a:noFill/>
          <a:ln w="0">
            <a:noFill/>
          </a:ln>
        </p:spPr>
        <p:txBody>
          <a:bodyPr wrap="none" lIns="0" tIns="0" rIns="0" bIns="0" anchor="t">
            <a:noAutofit/>
          </a:bodyPr>
          <a:lstStyle>
            <a:defPPr algn="l">
              <a:defRPr sz="2175" b="1">
                <a:solidFill>
                  <a:srgbClr val="167D79"/>
                </a:solidFill>
                <a:latin typeface="Apple SD Gothic Neo"/>
                <a:ea typeface="Apple SD Gothic Neo"/>
                <a:cs typeface="Apple SD Gothic Neo"/>
              </a:defRPr>
            </a:defPPr>
          </a:lstStyle>
          <a:p>
            <a:pPr algn="l">
              <a:defRPr sz="2175" b="1">
                <a:solidFill>
                  <a:srgbClr val="167D79"/>
                </a:solidFill>
                <a:latin typeface="Apple SD Gothic Neo"/>
                <a:ea typeface="Apple SD Gothic Neo"/>
                <a:cs typeface="Apple SD Gothic Neo"/>
              </a:defRPr>
            </a:pPr>
            <a:r>
              <a:rPr sz="2175" dirty="0">
                <a:solidFill>
                  <a:srgbClr val="167D79"/>
                </a:solidFill>
                <a:latin typeface="NanumGothic" panose="020D0604000000000000" pitchFamily="34" charset="-127"/>
                <a:ea typeface="NanumGothic" panose="020D0604000000000000" pitchFamily="34" charset="-127"/>
                <a:cs typeface="Apple SD Gothic Neo"/>
              </a:rPr>
              <a:t>03</a:t>
            </a:r>
          </a:p>
        </p:txBody>
      </p:sp>
      <p:sp>
        <p:nvSpPr>
          <p:cNvPr id="14" name="text">
            <a:extLst>
              <a:ext uri="{FF2B5EF4-FFF2-40B4-BE49-F238E27FC236}">
                <a16:creationId xmlns:a16="http://schemas.microsoft.com/office/drawing/2014/main" id="{D24BDB62-DBB0-4822-977A-DBD2EAD1BBEC}"/>
              </a:ext>
            </a:extLst>
          </p:cNvPr>
          <p:cNvSpPr>
            <a:spLocks noGrp="1"/>
          </p:cNvSpPr>
          <p:nvPr/>
        </p:nvSpPr>
        <p:spPr>
          <a:xfrm>
            <a:off x="2705635" y="3647780"/>
            <a:ext cx="3905250" cy="461010"/>
          </a:xfrm>
          <a:prstGeom prst="rect">
            <a:avLst/>
          </a:prstGeom>
          <a:noFill/>
          <a:ln w="0">
            <a:noFill/>
          </a:ln>
        </p:spPr>
        <p:txBody>
          <a:bodyPr wrap="none" lIns="0" tIns="0" rIns="0" bIns="0" anchor="t">
            <a:noAutofit/>
          </a:bodyPr>
          <a:lstStyle>
            <a:defPPr algn="l">
              <a:defRPr sz="2175" b="1">
                <a:solidFill>
                  <a:srgbClr val="183F3D"/>
                </a:solidFill>
                <a:latin typeface="Apple SD Gothic Neo"/>
                <a:ea typeface="Apple SD Gothic Neo"/>
                <a:cs typeface="Apple SD Gothic Neo"/>
              </a:defRPr>
            </a:defPPr>
          </a:lstStyle>
          <a:p>
            <a:pPr algn="l">
              <a:defRPr sz="2175" b="1">
                <a:solidFill>
                  <a:srgbClr val="183F3D"/>
                </a:solidFill>
                <a:latin typeface="Apple SD Gothic Neo"/>
                <a:ea typeface="Apple SD Gothic Neo"/>
                <a:cs typeface="Apple SD Gothic Neo"/>
              </a:defRPr>
            </a:pPr>
            <a:r>
              <a:rPr lang="ko-KR" altLang="en-US" sz="2175" dirty="0">
                <a:solidFill>
                  <a:srgbClr val="183F3D"/>
                </a:solidFill>
                <a:latin typeface="NanumGothic" panose="020D0604000000000000" pitchFamily="34" charset="-127"/>
                <a:ea typeface="NanumGothic" panose="020D0604000000000000" pitchFamily="34" charset="-127"/>
                <a:cs typeface="Apple SD Gothic Neo"/>
              </a:rPr>
              <a:t>플랫폼</a:t>
            </a:r>
            <a:endParaRPr sz="21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7" name="text">
            <a:extLst>
              <a:ext uri="{FF2B5EF4-FFF2-40B4-BE49-F238E27FC236}">
                <a16:creationId xmlns:a16="http://schemas.microsoft.com/office/drawing/2014/main" id="{5F0A50A9-7E56-4286-8084-6C2311F9D74B}"/>
              </a:ext>
            </a:extLst>
          </p:cNvPr>
          <p:cNvSpPr>
            <a:spLocks noGrp="1"/>
          </p:cNvSpPr>
          <p:nvPr/>
        </p:nvSpPr>
        <p:spPr>
          <a:xfrm>
            <a:off x="1896010" y="4162393"/>
            <a:ext cx="647700" cy="419100"/>
          </a:xfrm>
          <a:prstGeom prst="rect">
            <a:avLst/>
          </a:prstGeom>
          <a:noFill/>
          <a:ln w="0">
            <a:noFill/>
          </a:ln>
        </p:spPr>
        <p:txBody>
          <a:bodyPr wrap="none" lIns="0" tIns="0" rIns="0" bIns="0" anchor="t">
            <a:noAutofit/>
          </a:bodyPr>
          <a:lstStyle>
            <a:defPPr algn="l">
              <a:defRPr sz="2175" b="1">
                <a:solidFill>
                  <a:srgbClr val="167D79"/>
                </a:solidFill>
                <a:latin typeface="Apple SD Gothic Neo"/>
                <a:ea typeface="Apple SD Gothic Neo"/>
                <a:cs typeface="Apple SD Gothic Neo"/>
              </a:defRPr>
            </a:defPPr>
          </a:lstStyle>
          <a:p>
            <a:pPr algn="l">
              <a:defRPr sz="2175" b="1">
                <a:solidFill>
                  <a:srgbClr val="167D79"/>
                </a:solidFill>
                <a:latin typeface="Apple SD Gothic Neo"/>
                <a:ea typeface="Apple SD Gothic Neo"/>
                <a:cs typeface="Apple SD Gothic Neo"/>
              </a:defRPr>
            </a:pPr>
            <a:r>
              <a:rPr sz="2175" dirty="0">
                <a:solidFill>
                  <a:srgbClr val="167D79"/>
                </a:solidFill>
                <a:latin typeface="NanumGothic" panose="020D0604000000000000" pitchFamily="34" charset="-127"/>
                <a:ea typeface="NanumGothic" panose="020D0604000000000000" pitchFamily="34" charset="-127"/>
                <a:cs typeface="Apple SD Gothic Neo"/>
              </a:rPr>
              <a:t>04</a:t>
            </a:r>
          </a:p>
        </p:txBody>
      </p:sp>
      <p:sp>
        <p:nvSpPr>
          <p:cNvPr id="18" name="text">
            <a:extLst>
              <a:ext uri="{FF2B5EF4-FFF2-40B4-BE49-F238E27FC236}">
                <a16:creationId xmlns:a16="http://schemas.microsoft.com/office/drawing/2014/main" id="{9B3F14F9-A78A-42DE-9A7C-32B38531F69A}"/>
              </a:ext>
            </a:extLst>
          </p:cNvPr>
          <p:cNvSpPr>
            <a:spLocks noGrp="1"/>
          </p:cNvSpPr>
          <p:nvPr/>
        </p:nvSpPr>
        <p:spPr>
          <a:xfrm>
            <a:off x="2705635" y="4160488"/>
            <a:ext cx="3905250" cy="461010"/>
          </a:xfrm>
          <a:prstGeom prst="rect">
            <a:avLst/>
          </a:prstGeom>
          <a:noFill/>
          <a:ln w="0">
            <a:noFill/>
          </a:ln>
        </p:spPr>
        <p:txBody>
          <a:bodyPr wrap="none" lIns="0" tIns="0" rIns="0" bIns="0" anchor="t">
            <a:noAutofit/>
          </a:bodyPr>
          <a:lstStyle>
            <a:defPPr algn="l">
              <a:defRPr sz="2175" b="1">
                <a:solidFill>
                  <a:srgbClr val="183F3D"/>
                </a:solidFill>
                <a:latin typeface="Apple SD Gothic Neo"/>
                <a:ea typeface="Apple SD Gothic Neo"/>
                <a:cs typeface="Apple SD Gothic Neo"/>
              </a:defRPr>
            </a:defPPr>
          </a:lstStyle>
          <a:p>
            <a:pPr algn="l">
              <a:defRPr sz="2175" b="1">
                <a:solidFill>
                  <a:srgbClr val="183F3D"/>
                </a:solidFill>
                <a:latin typeface="Apple SD Gothic Neo"/>
                <a:ea typeface="Apple SD Gothic Neo"/>
                <a:cs typeface="Apple SD Gothic Neo"/>
              </a:defRPr>
            </a:pPr>
            <a:r>
              <a:rPr lang="ko-KR" altLang="en-US" sz="2175" dirty="0">
                <a:solidFill>
                  <a:srgbClr val="183F3D"/>
                </a:solidFill>
                <a:latin typeface="NanumGothic" panose="020D0604000000000000" pitchFamily="34" charset="-127"/>
                <a:ea typeface="NanumGothic" panose="020D0604000000000000" pitchFamily="34" charset="-127"/>
                <a:cs typeface="Apple SD Gothic Neo"/>
              </a:rPr>
              <a:t>데이터 파이프라인</a:t>
            </a:r>
            <a:endParaRPr sz="21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4" name="surface">
            <a:extLst>
              <a:ext uri="{FF2B5EF4-FFF2-40B4-BE49-F238E27FC236}">
                <a16:creationId xmlns:a16="http://schemas.microsoft.com/office/drawing/2014/main" id="{39D820BA-52C5-14E0-1D40-4FA6ECBD9069}"/>
              </a:ext>
            </a:extLst>
          </p:cNvPr>
          <p:cNvSpPr>
            <a:spLocks noGrp="1"/>
          </p:cNvSpPr>
          <p:nvPr/>
        </p:nvSpPr>
        <p:spPr>
          <a:xfrm>
            <a:off x="2756653" y="3534635"/>
            <a:ext cx="4320000" cy="10478"/>
          </a:xfrm>
          <a:prstGeom prst="rect">
            <a:avLst/>
          </a:prstGeom>
          <a:solidFill>
            <a:srgbClr val="D6C3A4"/>
          </a:solidFill>
          <a:ln w="0">
            <a:noFill/>
            <a:prstDash val="solid"/>
          </a:ln>
        </p:spPr>
        <p:txBody>
          <a:bodyPr/>
          <a:lstStyle/>
          <a:p>
            <a:endParaRPr lang="ko-KR" altLang="en-US" dirty="0">
              <a:latin typeface="NanumGothic" panose="020D0604000000000000" pitchFamily="34" charset="-127"/>
              <a:ea typeface="NanumGothic" panose="020D0604000000000000" pitchFamily="34" charset="-127"/>
            </a:endParaRPr>
          </a:p>
        </p:txBody>
      </p:sp>
      <p:sp>
        <p:nvSpPr>
          <p:cNvPr id="25" name="surface">
            <a:extLst>
              <a:ext uri="{FF2B5EF4-FFF2-40B4-BE49-F238E27FC236}">
                <a16:creationId xmlns:a16="http://schemas.microsoft.com/office/drawing/2014/main" id="{534BF9E3-D811-F683-4EC7-58E71327A324}"/>
              </a:ext>
            </a:extLst>
          </p:cNvPr>
          <p:cNvSpPr>
            <a:spLocks noGrp="1"/>
          </p:cNvSpPr>
          <p:nvPr/>
        </p:nvSpPr>
        <p:spPr>
          <a:xfrm>
            <a:off x="2756653" y="4067733"/>
            <a:ext cx="4320000" cy="10478"/>
          </a:xfrm>
          <a:prstGeom prst="rect">
            <a:avLst/>
          </a:prstGeom>
          <a:solidFill>
            <a:srgbClr val="D6C3A4"/>
          </a:solidFill>
          <a:ln w="0">
            <a:noFill/>
            <a:prstDash val="solid"/>
          </a:ln>
        </p:spPr>
        <p:txBody>
          <a:bodyPr/>
          <a:lstStyle/>
          <a:p>
            <a:endParaRPr lang="ko-KR" altLang="en-US" dirty="0">
              <a:latin typeface="NanumGothic" panose="020D0604000000000000" pitchFamily="34" charset="-127"/>
              <a:ea typeface="NanumGothic" panose="020D0604000000000000" pitchFamily="34" charset="-127"/>
            </a:endParaRPr>
          </a:p>
        </p:txBody>
      </p:sp>
      <p:sp>
        <p:nvSpPr>
          <p:cNvPr id="26" name="surface">
            <a:extLst>
              <a:ext uri="{FF2B5EF4-FFF2-40B4-BE49-F238E27FC236}">
                <a16:creationId xmlns:a16="http://schemas.microsoft.com/office/drawing/2014/main" id="{C6AA07E6-7C4B-2A3A-B88A-8D22F462ACBC}"/>
              </a:ext>
            </a:extLst>
          </p:cNvPr>
          <p:cNvSpPr>
            <a:spLocks noGrp="1"/>
          </p:cNvSpPr>
          <p:nvPr/>
        </p:nvSpPr>
        <p:spPr>
          <a:xfrm>
            <a:off x="2756653" y="4590541"/>
            <a:ext cx="4320000" cy="10478"/>
          </a:xfrm>
          <a:prstGeom prst="rect">
            <a:avLst/>
          </a:prstGeom>
          <a:solidFill>
            <a:srgbClr val="D6C3A4"/>
          </a:solidFill>
          <a:ln w="0">
            <a:noFill/>
            <a:prstDash val="solid"/>
          </a:ln>
        </p:spPr>
        <p:txBody>
          <a:bodyPr/>
          <a:lstStyle/>
          <a:p>
            <a:endParaRPr lang="ko-KR" altLang="en-US" dirty="0">
              <a:latin typeface="NanumGothic" panose="020D0604000000000000" pitchFamily="34" charset="-127"/>
              <a:ea typeface="NanumGothic" panose="020D0604000000000000" pitchFamily="34" charset="-127"/>
            </a:endParaRPr>
          </a:p>
        </p:txBody>
      </p:sp>
      <p:sp>
        <p:nvSpPr>
          <p:cNvPr id="27" name="text">
            <a:extLst>
              <a:ext uri="{FF2B5EF4-FFF2-40B4-BE49-F238E27FC236}">
                <a16:creationId xmlns:a16="http://schemas.microsoft.com/office/drawing/2014/main" id="{055BE3E7-318F-6152-415B-A9DD7A4435BB}"/>
              </a:ext>
            </a:extLst>
          </p:cNvPr>
          <p:cNvSpPr>
            <a:spLocks noGrp="1"/>
          </p:cNvSpPr>
          <p:nvPr/>
        </p:nvSpPr>
        <p:spPr>
          <a:xfrm>
            <a:off x="1896010" y="4690774"/>
            <a:ext cx="647700" cy="419100"/>
          </a:xfrm>
          <a:prstGeom prst="rect">
            <a:avLst/>
          </a:prstGeom>
          <a:noFill/>
          <a:ln w="0">
            <a:noFill/>
          </a:ln>
        </p:spPr>
        <p:txBody>
          <a:bodyPr wrap="none" lIns="0" tIns="0" rIns="0" bIns="0" anchor="t">
            <a:noAutofit/>
          </a:bodyPr>
          <a:lstStyle>
            <a:defPPr algn="l">
              <a:defRPr sz="2175" b="1">
                <a:solidFill>
                  <a:srgbClr val="167D79"/>
                </a:solidFill>
                <a:latin typeface="Apple SD Gothic Neo"/>
                <a:ea typeface="Apple SD Gothic Neo"/>
                <a:cs typeface="Apple SD Gothic Neo"/>
              </a:defRPr>
            </a:defPPr>
          </a:lstStyle>
          <a:p>
            <a:pPr algn="l">
              <a:defRPr sz="2175" b="1">
                <a:solidFill>
                  <a:srgbClr val="167D79"/>
                </a:solidFill>
                <a:latin typeface="Apple SD Gothic Neo"/>
                <a:ea typeface="Apple SD Gothic Neo"/>
                <a:cs typeface="Apple SD Gothic Neo"/>
              </a:defRPr>
            </a:pPr>
            <a:r>
              <a:rPr sz="2175" dirty="0">
                <a:solidFill>
                  <a:srgbClr val="167D79"/>
                </a:solidFill>
                <a:latin typeface="NanumGothic" panose="020D0604000000000000" pitchFamily="34" charset="-127"/>
                <a:ea typeface="NanumGothic" panose="020D0604000000000000" pitchFamily="34" charset="-127"/>
                <a:cs typeface="Apple SD Gothic Neo"/>
              </a:rPr>
              <a:t>0</a:t>
            </a:r>
            <a:r>
              <a:rPr lang="en-US" altLang="ko-KR" sz="2175" dirty="0">
                <a:solidFill>
                  <a:srgbClr val="167D79"/>
                </a:solidFill>
                <a:latin typeface="NanumGothic" panose="020D0604000000000000" pitchFamily="34" charset="-127"/>
                <a:ea typeface="NanumGothic" panose="020D0604000000000000" pitchFamily="34" charset="-127"/>
                <a:cs typeface="Apple SD Gothic Neo"/>
              </a:rPr>
              <a:t>5</a:t>
            </a:r>
            <a:endParaRPr sz="2175" dirty="0">
              <a:solidFill>
                <a:srgbClr val="167D79"/>
              </a:solidFill>
              <a:latin typeface="NanumGothic" panose="020D0604000000000000" pitchFamily="34" charset="-127"/>
              <a:ea typeface="NanumGothic" panose="020D0604000000000000" pitchFamily="34" charset="-127"/>
              <a:cs typeface="Apple SD Gothic Neo"/>
            </a:endParaRPr>
          </a:p>
        </p:txBody>
      </p:sp>
      <p:sp>
        <p:nvSpPr>
          <p:cNvPr id="28" name="text">
            <a:extLst>
              <a:ext uri="{FF2B5EF4-FFF2-40B4-BE49-F238E27FC236}">
                <a16:creationId xmlns:a16="http://schemas.microsoft.com/office/drawing/2014/main" id="{137DB0CF-5A21-7A26-C816-7C4A046FF228}"/>
              </a:ext>
            </a:extLst>
          </p:cNvPr>
          <p:cNvSpPr>
            <a:spLocks noGrp="1"/>
          </p:cNvSpPr>
          <p:nvPr/>
        </p:nvSpPr>
        <p:spPr>
          <a:xfrm>
            <a:off x="2705635" y="4688869"/>
            <a:ext cx="3905250" cy="461010"/>
          </a:xfrm>
          <a:prstGeom prst="rect">
            <a:avLst/>
          </a:prstGeom>
          <a:noFill/>
          <a:ln w="0">
            <a:noFill/>
          </a:ln>
        </p:spPr>
        <p:txBody>
          <a:bodyPr wrap="none" lIns="0" tIns="0" rIns="0" bIns="0" anchor="t">
            <a:noAutofit/>
          </a:bodyPr>
          <a:lstStyle>
            <a:defPPr algn="l">
              <a:defRPr sz="2175" b="1">
                <a:solidFill>
                  <a:srgbClr val="183F3D"/>
                </a:solidFill>
                <a:latin typeface="Apple SD Gothic Neo"/>
                <a:ea typeface="Apple SD Gothic Neo"/>
                <a:cs typeface="Apple SD Gothic Neo"/>
              </a:defRPr>
            </a:defPPr>
          </a:lstStyle>
          <a:p>
            <a:pPr algn="l">
              <a:defRPr sz="2175" b="1">
                <a:solidFill>
                  <a:srgbClr val="183F3D"/>
                </a:solidFill>
                <a:latin typeface="Apple SD Gothic Neo"/>
                <a:ea typeface="Apple SD Gothic Neo"/>
                <a:cs typeface="Apple SD Gothic Neo"/>
              </a:defRPr>
            </a:pPr>
            <a:r>
              <a:rPr lang="ko-KR" altLang="en-US" sz="2175" dirty="0">
                <a:solidFill>
                  <a:srgbClr val="183F3D"/>
                </a:solidFill>
                <a:latin typeface="NanumGothic" panose="020D0604000000000000" pitchFamily="34" charset="-127"/>
                <a:ea typeface="NanumGothic" panose="020D0604000000000000" pitchFamily="34" charset="-127"/>
                <a:cs typeface="Apple SD Gothic Neo"/>
              </a:rPr>
              <a:t>광고 서버</a:t>
            </a:r>
            <a:endParaRPr sz="21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9" name="surface">
            <a:extLst>
              <a:ext uri="{FF2B5EF4-FFF2-40B4-BE49-F238E27FC236}">
                <a16:creationId xmlns:a16="http://schemas.microsoft.com/office/drawing/2014/main" id="{48654F8F-438B-2863-1E73-E353F5C5F116}"/>
              </a:ext>
            </a:extLst>
          </p:cNvPr>
          <p:cNvSpPr>
            <a:spLocks noGrp="1"/>
          </p:cNvSpPr>
          <p:nvPr/>
        </p:nvSpPr>
        <p:spPr>
          <a:xfrm>
            <a:off x="2756653" y="5118922"/>
            <a:ext cx="4320000" cy="10478"/>
          </a:xfrm>
          <a:prstGeom prst="rect">
            <a:avLst/>
          </a:prstGeom>
          <a:solidFill>
            <a:srgbClr val="D6C3A4"/>
          </a:solidFill>
          <a:ln w="0">
            <a:noFill/>
            <a:prstDash val="solid"/>
          </a:ln>
        </p:spPr>
        <p:txBody>
          <a:bodyPr/>
          <a:lstStyle/>
          <a:p>
            <a:endParaRPr lang="ko-KR" altLang="en-US"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930464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3F3D"/>
        </a:solidFill>
        <a:effectLst/>
      </p:bgPr>
    </p:bg>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BB8EA95E-1DD3-45FF-B402-D0B4D0EC3E3E}"/>
              </a:ext>
            </a:extLst>
          </p:cNvPr>
          <p:cNvSpPr>
            <a:spLocks noGrp="1"/>
          </p:cNvSpPr>
          <p:nvPr/>
        </p:nvSpPr>
        <p:spPr>
          <a:xfrm>
            <a:off x="2190750" y="1905000"/>
            <a:ext cx="1905000" cy="514350"/>
          </a:xfrm>
          <a:prstGeom prst="rect">
            <a:avLst/>
          </a:prstGeom>
          <a:noFill/>
          <a:ln w="0">
            <a:noFill/>
          </a:ln>
        </p:spPr>
        <p:txBody>
          <a:bodyPr wrap="none" lIns="0" tIns="0" rIns="0" bIns="0" anchor="t">
            <a:noAutofit/>
          </a:bodyPr>
          <a:lstStyle>
            <a:defPPr algn="l">
              <a:defRPr sz="2850" b="1">
                <a:solidFill>
                  <a:srgbClr val="A9C997"/>
                </a:solidFill>
                <a:latin typeface="Apple SD Gothic Neo"/>
                <a:ea typeface="Apple SD Gothic Neo"/>
                <a:cs typeface="Apple SD Gothic Neo"/>
              </a:defRPr>
            </a:defPPr>
          </a:lstStyle>
          <a:p>
            <a:pPr algn="l">
              <a:defRPr sz="2850" b="1">
                <a:solidFill>
                  <a:srgbClr val="A9C997"/>
                </a:solidFill>
                <a:latin typeface="Apple SD Gothic Neo"/>
                <a:ea typeface="Apple SD Gothic Neo"/>
                <a:cs typeface="Apple SD Gothic Neo"/>
              </a:defRPr>
            </a:pPr>
            <a:r>
              <a:rPr sz="2850" dirty="0">
                <a:solidFill>
                  <a:srgbClr val="A9C997"/>
                </a:solidFill>
                <a:latin typeface="NanumGothic" panose="020D0604000000000000" pitchFamily="34" charset="-127"/>
                <a:ea typeface="NanumGothic" panose="020D0604000000000000" pitchFamily="34" charset="-127"/>
                <a:cs typeface="Apple SD Gothic Neo"/>
              </a:rPr>
              <a:t>01</a:t>
            </a:r>
          </a:p>
        </p:txBody>
      </p:sp>
      <p:sp>
        <p:nvSpPr>
          <p:cNvPr id="3" name="section-title">
            <a:extLst>
              <a:ext uri="{FF2B5EF4-FFF2-40B4-BE49-F238E27FC236}">
                <a16:creationId xmlns:a16="http://schemas.microsoft.com/office/drawing/2014/main" id="{73308CB0-E90A-4C7F-A902-3F857F4749B2}"/>
              </a:ext>
            </a:extLst>
          </p:cNvPr>
          <p:cNvSpPr>
            <a:spLocks noGrp="1"/>
          </p:cNvSpPr>
          <p:nvPr/>
        </p:nvSpPr>
        <p:spPr>
          <a:xfrm>
            <a:off x="2992416" y="3000375"/>
            <a:ext cx="7620000" cy="857250"/>
          </a:xfrm>
          <a:prstGeom prst="rect">
            <a:avLst/>
          </a:prstGeom>
          <a:noFill/>
          <a:ln w="0">
            <a:noFill/>
          </a:ln>
        </p:spPr>
        <p:txBody>
          <a:bodyPr wrap="none" lIns="0" tIns="0" rIns="0" bIns="0" anchor="t">
            <a:noAutofit/>
          </a:bodyPr>
          <a:lstStyle>
            <a:defPPr algn="l">
              <a:defRPr sz="4800" b="1">
                <a:solidFill>
                  <a:srgbClr val="FFFCF7"/>
                </a:solidFill>
                <a:latin typeface="Apple SD Gothic Neo"/>
                <a:ea typeface="Apple SD Gothic Neo"/>
                <a:cs typeface="Apple SD Gothic Neo"/>
              </a:defRPr>
            </a:defPPr>
          </a:lstStyle>
          <a:p>
            <a:pPr algn="l">
              <a:defRPr sz="4800" b="1">
                <a:solidFill>
                  <a:srgbClr val="FFFCF7"/>
                </a:solidFill>
                <a:latin typeface="Apple SD Gothic Neo"/>
                <a:ea typeface="Apple SD Gothic Neo"/>
                <a:cs typeface="Apple SD Gothic Neo"/>
              </a:defRPr>
            </a:pPr>
            <a:r>
              <a:rPr sz="4800" dirty="0">
                <a:solidFill>
                  <a:srgbClr val="FFFCF7"/>
                </a:solidFill>
                <a:latin typeface="NanumGothic" panose="020D0604000000000000" pitchFamily="34" charset="-127"/>
                <a:ea typeface="NanumGothic" panose="020D0604000000000000" pitchFamily="34" charset="-127"/>
                <a:cs typeface="Apple SD Gothic Neo"/>
              </a:rPr>
              <a:t>Metaverse</a:t>
            </a:r>
            <a:r>
              <a:rPr lang="ko-KR" altLang="en-US" sz="4800" dirty="0">
                <a:solidFill>
                  <a:srgbClr val="FFFCF7"/>
                </a:solidFill>
                <a:latin typeface="NanumGothic" panose="020D0604000000000000" pitchFamily="34" charset="-127"/>
                <a:ea typeface="NanumGothic" panose="020D0604000000000000" pitchFamily="34" charset="-127"/>
                <a:cs typeface="Apple SD Gothic Neo"/>
              </a:rPr>
              <a:t> 서비스 소개</a:t>
            </a:r>
            <a:endParaRPr sz="4800" dirty="0">
              <a:solidFill>
                <a:srgbClr val="FFFCF7"/>
              </a:solidFill>
              <a:latin typeface="NanumGothic" panose="020D0604000000000000" pitchFamily="34" charset="-127"/>
              <a:ea typeface="NanumGothic" panose="020D0604000000000000" pitchFamily="34" charset="-127"/>
              <a:cs typeface="Apple SD Gothic Neo"/>
            </a:endParaRPr>
          </a:p>
        </p:txBody>
      </p:sp>
      <p:sp>
        <p:nvSpPr>
          <p:cNvPr id="5" name="text">
            <a:extLst>
              <a:ext uri="{FF2B5EF4-FFF2-40B4-BE49-F238E27FC236}">
                <a16:creationId xmlns:a16="http://schemas.microsoft.com/office/drawing/2014/main" id="{AAE27BD2-1EA2-4358-AD33-BC901D9BEA30}"/>
              </a:ext>
            </a:extLst>
          </p:cNvPr>
          <p:cNvSpPr>
            <a:spLocks noGrp="1"/>
          </p:cNvSpPr>
          <p:nvPr/>
        </p:nvSpPr>
        <p:spPr>
          <a:xfrm>
            <a:off x="2476500" y="4953000"/>
            <a:ext cx="5238750" cy="171450"/>
          </a:xfrm>
          <a:prstGeom prst="rect">
            <a:avLst/>
          </a:prstGeom>
          <a:noFill/>
          <a:ln w="0">
            <a:noFill/>
          </a:ln>
        </p:spPr>
        <p:txBody>
          <a:bodyPr wrap="none" lIns="0" tIns="0" rIns="0" bIns="0" anchor="t">
            <a:noAutofit/>
          </a:bodyPr>
          <a:lstStyle>
            <a:defPPr algn="l">
              <a:defRPr sz="825" b="0">
                <a:solidFill>
                  <a:srgbClr val="EED9B5"/>
                </a:solidFill>
                <a:latin typeface="Apple SD Gothic Neo"/>
                <a:ea typeface="Apple SD Gothic Neo"/>
                <a:cs typeface="Apple SD Gothic Neo"/>
              </a:defRPr>
            </a:defPPr>
          </a:lstStyle>
          <a:p>
            <a:pPr algn="l">
              <a:defRPr sz="825" b="0">
                <a:solidFill>
                  <a:srgbClr val="EED9B5"/>
                </a:solidFill>
                <a:latin typeface="Apple SD Gothic Neo"/>
                <a:ea typeface="Apple SD Gothic Neo"/>
                <a:cs typeface="Apple SD Gothic Neo"/>
              </a:defRPr>
            </a:pPr>
            <a:r>
              <a:rPr sz="825" dirty="0">
                <a:solidFill>
                  <a:srgbClr val="EED9B5"/>
                </a:solidFill>
                <a:latin typeface="NanumGothic" panose="020D0604000000000000" pitchFamily="34" charset="-127"/>
                <a:ea typeface="NanumGothic" panose="020D0604000000000000" pitchFamily="34" charset="-127"/>
                <a:cs typeface="Apple SD Gothic Neo"/>
              </a:rPr>
              <a:t>PLAYDATA METAVERSE</a:t>
            </a:r>
          </a:p>
        </p:txBody>
      </p:sp>
      <p:sp>
        <p:nvSpPr>
          <p:cNvPr id="6" name="text">
            <a:extLst>
              <a:ext uri="{FF2B5EF4-FFF2-40B4-BE49-F238E27FC236}">
                <a16:creationId xmlns:a16="http://schemas.microsoft.com/office/drawing/2014/main" id="{D4CBE59A-DA19-42C8-8511-221474E0DB56}"/>
              </a:ext>
            </a:extLst>
          </p:cNvPr>
          <p:cNvSpPr>
            <a:spLocks noGrp="1"/>
          </p:cNvSpPr>
          <p:nvPr/>
        </p:nvSpPr>
        <p:spPr>
          <a:xfrm>
            <a:off x="9239250" y="4857750"/>
            <a:ext cx="285750" cy="209550"/>
          </a:xfrm>
          <a:prstGeom prst="rect">
            <a:avLst/>
          </a:prstGeom>
          <a:noFill/>
          <a:ln w="0">
            <a:noFill/>
          </a:ln>
        </p:spPr>
        <p:txBody>
          <a:bodyPr wrap="none" lIns="0" tIns="0" rIns="0" bIns="0" anchor="t">
            <a:noAutofit/>
          </a:bodyPr>
          <a:lstStyle>
            <a:defPPr algn="r">
              <a:defRPr sz="1125" b="0">
                <a:solidFill>
                  <a:srgbClr val="EED9B5"/>
                </a:solidFill>
                <a:latin typeface="Apple SD Gothic Neo"/>
                <a:ea typeface="Apple SD Gothic Neo"/>
                <a:cs typeface="Apple SD Gothic Neo"/>
              </a:defRPr>
            </a:defPPr>
          </a:lstStyle>
          <a:p>
            <a:pPr algn="r">
              <a:defRPr sz="1125" b="0">
                <a:solidFill>
                  <a:srgbClr val="EED9B5"/>
                </a:solidFill>
                <a:latin typeface="Apple SD Gothic Neo"/>
                <a:ea typeface="Apple SD Gothic Neo"/>
                <a:cs typeface="Apple SD Gothic Neo"/>
              </a:defRPr>
            </a:pPr>
            <a:r>
              <a:rPr sz="1125" dirty="0">
                <a:solidFill>
                  <a:srgbClr val="EED9B5"/>
                </a:solidFill>
                <a:latin typeface="NanumGothic" panose="020D0604000000000000" pitchFamily="34" charset="-127"/>
                <a:ea typeface="NanumGothic" panose="020D0604000000000000" pitchFamily="34" charset="-127"/>
                <a:cs typeface="Apple SD Gothic Neo"/>
              </a:rPr>
              <a:t>03</a:t>
            </a:r>
          </a:p>
        </p:txBody>
      </p:sp>
    </p:spTree>
    <p:extLst>
      <p:ext uri="{BB962C8B-B14F-4D97-AF65-F5344CB8AC3E}">
        <p14:creationId xmlns:p14="http://schemas.microsoft.com/office/powerpoint/2010/main" val="23501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a:extLst>
              <a:ext uri="{FF2B5EF4-FFF2-40B4-BE49-F238E27FC236}">
                <a16:creationId xmlns:a16="http://schemas.microsoft.com/office/drawing/2014/main" id="{E8C3A388-A059-4804-AB33-96C9FFE31F43}"/>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01</a:t>
            </a:r>
          </a:p>
        </p:txBody>
      </p:sp>
      <p:pic>
        <p:nvPicPr>
          <p:cNvPr id="24" name="그림 23">
            <a:extLst>
              <a:ext uri="{FF2B5EF4-FFF2-40B4-BE49-F238E27FC236}">
                <a16:creationId xmlns:a16="http://schemas.microsoft.com/office/drawing/2014/main" id="{BF58B083-4E1C-61C0-ED7F-C49230211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3831" y="2899265"/>
            <a:ext cx="3307888" cy="1598909"/>
          </a:xfrm>
          <a:prstGeom prst="rect">
            <a:avLst/>
          </a:prstGeom>
        </p:spPr>
      </p:pic>
      <p:pic>
        <p:nvPicPr>
          <p:cNvPr id="26" name="그림 25">
            <a:extLst>
              <a:ext uri="{FF2B5EF4-FFF2-40B4-BE49-F238E27FC236}">
                <a16:creationId xmlns:a16="http://schemas.microsoft.com/office/drawing/2014/main" id="{6E792372-9208-37FF-E437-E57C747238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7391" y="2787109"/>
            <a:ext cx="2330435" cy="1823223"/>
          </a:xfrm>
          <a:prstGeom prst="rect">
            <a:avLst/>
          </a:prstGeom>
        </p:spPr>
      </p:pic>
      <p:pic>
        <p:nvPicPr>
          <p:cNvPr id="28" name="그림 27">
            <a:extLst>
              <a:ext uri="{FF2B5EF4-FFF2-40B4-BE49-F238E27FC236}">
                <a16:creationId xmlns:a16="http://schemas.microsoft.com/office/drawing/2014/main" id="{BCE422CB-5E22-3763-D05D-92FCC23C94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3297" y="2899265"/>
            <a:ext cx="3434862" cy="1574312"/>
          </a:xfrm>
          <a:prstGeom prst="rect">
            <a:avLst/>
          </a:prstGeom>
        </p:spPr>
      </p:pic>
    </p:spTree>
    <p:extLst>
      <p:ext uri="{BB962C8B-B14F-4D97-AF65-F5344CB8AC3E}">
        <p14:creationId xmlns:p14="http://schemas.microsoft.com/office/powerpoint/2010/main" val="3188761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D188-0A11-DF66-DCA3-F27D4406296E}"/>
            </a:ext>
          </a:extLst>
        </p:cNvPr>
        <p:cNvGrpSpPr/>
        <p:nvPr/>
      </p:nvGrpSpPr>
      <p:grpSpPr>
        <a:xfrm>
          <a:off x="0" y="0"/>
          <a:ext cx="0" cy="0"/>
          <a:chOff x="0" y="0"/>
          <a:chExt cx="0" cy="0"/>
        </a:xfrm>
      </p:grpSpPr>
      <p:sp>
        <p:nvSpPr>
          <p:cNvPr id="4" name="text">
            <a:extLst>
              <a:ext uri="{FF2B5EF4-FFF2-40B4-BE49-F238E27FC236}">
                <a16:creationId xmlns:a16="http://schemas.microsoft.com/office/drawing/2014/main" id="{9F277E17-B23C-C6CF-930B-DA499086C84B}"/>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01</a:t>
            </a:r>
          </a:p>
        </p:txBody>
      </p:sp>
      <p:pic>
        <p:nvPicPr>
          <p:cNvPr id="5" name="그림 4">
            <a:extLst>
              <a:ext uri="{FF2B5EF4-FFF2-40B4-BE49-F238E27FC236}">
                <a16:creationId xmlns:a16="http://schemas.microsoft.com/office/drawing/2014/main" id="{EBF5A1CA-C6D2-ADE0-EB0A-269E35A33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2178" y="1364497"/>
            <a:ext cx="5961563" cy="4541003"/>
          </a:xfrm>
          <a:prstGeom prst="rect">
            <a:avLst/>
          </a:prstGeom>
        </p:spPr>
      </p:pic>
      <p:sp>
        <p:nvSpPr>
          <p:cNvPr id="7" name="액자 6">
            <a:extLst>
              <a:ext uri="{FF2B5EF4-FFF2-40B4-BE49-F238E27FC236}">
                <a16:creationId xmlns:a16="http://schemas.microsoft.com/office/drawing/2014/main" id="{E40CB7B6-0554-7F27-381E-E637A30A7946}"/>
              </a:ext>
            </a:extLst>
          </p:cNvPr>
          <p:cNvSpPr/>
          <p:nvPr/>
        </p:nvSpPr>
        <p:spPr>
          <a:xfrm>
            <a:off x="2443332" y="3309258"/>
            <a:ext cx="6619253" cy="897109"/>
          </a:xfrm>
          <a:prstGeom prst="frame">
            <a:avLst/>
          </a:prstGeom>
          <a:solidFill>
            <a:srgbClr val="C0000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spTree>
    <p:extLst>
      <p:ext uri="{BB962C8B-B14F-4D97-AF65-F5344CB8AC3E}">
        <p14:creationId xmlns:p14="http://schemas.microsoft.com/office/powerpoint/2010/main" val="1660479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AF8EB-90F4-269C-95F6-E09CA3C8847C}"/>
            </a:ext>
          </a:extLst>
        </p:cNvPr>
        <p:cNvGrpSpPr/>
        <p:nvPr/>
      </p:nvGrpSpPr>
      <p:grpSpPr>
        <a:xfrm>
          <a:off x="0" y="0"/>
          <a:ext cx="0" cy="0"/>
          <a:chOff x="0" y="0"/>
          <a:chExt cx="0" cy="0"/>
        </a:xfrm>
      </p:grpSpPr>
      <p:sp>
        <p:nvSpPr>
          <p:cNvPr id="4" name="text">
            <a:extLst>
              <a:ext uri="{FF2B5EF4-FFF2-40B4-BE49-F238E27FC236}">
                <a16:creationId xmlns:a16="http://schemas.microsoft.com/office/drawing/2014/main" id="{995AFC1A-0999-B65C-C3D1-D7EBDC5D827B}"/>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01</a:t>
            </a:r>
          </a:p>
        </p:txBody>
      </p:sp>
      <p:pic>
        <p:nvPicPr>
          <p:cNvPr id="6" name="그림 5">
            <a:extLst>
              <a:ext uri="{FF2B5EF4-FFF2-40B4-BE49-F238E27FC236}">
                <a16:creationId xmlns:a16="http://schemas.microsoft.com/office/drawing/2014/main" id="{BF0DCDF5-4279-E5E1-3990-2958F9FA3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6968" y="1043354"/>
            <a:ext cx="4117061" cy="1659834"/>
          </a:xfrm>
          <a:prstGeom prst="rect">
            <a:avLst/>
          </a:prstGeom>
        </p:spPr>
      </p:pic>
      <p:pic>
        <p:nvPicPr>
          <p:cNvPr id="8" name="그림 7">
            <a:extLst>
              <a:ext uri="{FF2B5EF4-FFF2-40B4-BE49-F238E27FC236}">
                <a16:creationId xmlns:a16="http://schemas.microsoft.com/office/drawing/2014/main" id="{24B9C753-87AA-589E-CDB4-3C7A5AC411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4163" y="2427577"/>
            <a:ext cx="5780868" cy="3573173"/>
          </a:xfrm>
          <a:prstGeom prst="rect">
            <a:avLst/>
          </a:prstGeom>
        </p:spPr>
      </p:pic>
    </p:spTree>
    <p:extLst>
      <p:ext uri="{BB962C8B-B14F-4D97-AF65-F5344CB8AC3E}">
        <p14:creationId xmlns:p14="http://schemas.microsoft.com/office/powerpoint/2010/main" val="2409266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97324-B3D1-E2FD-0F0F-19C52EBAD603}"/>
            </a:ext>
          </a:extLst>
        </p:cNvPr>
        <p:cNvGrpSpPr/>
        <p:nvPr/>
      </p:nvGrpSpPr>
      <p:grpSpPr>
        <a:xfrm>
          <a:off x="0" y="0"/>
          <a:ext cx="0" cy="0"/>
          <a:chOff x="0" y="0"/>
          <a:chExt cx="0" cy="0"/>
        </a:xfrm>
      </p:grpSpPr>
      <p:sp>
        <p:nvSpPr>
          <p:cNvPr id="3" name="slide-title">
            <a:extLst>
              <a:ext uri="{FF2B5EF4-FFF2-40B4-BE49-F238E27FC236}">
                <a16:creationId xmlns:a16="http://schemas.microsoft.com/office/drawing/2014/main" id="{91D0556D-08EA-840C-BE94-445A580FED7B}"/>
              </a:ext>
            </a:extLst>
          </p:cNvPr>
          <p:cNvSpPr>
            <a:spLocks noGrp="1"/>
          </p:cNvSpPr>
          <p:nvPr/>
        </p:nvSpPr>
        <p:spPr>
          <a:xfrm>
            <a:off x="1381125" y="1395413"/>
            <a:ext cx="6648450" cy="609600"/>
          </a:xfrm>
          <a:prstGeom prst="rect">
            <a:avLst/>
          </a:prstGeom>
          <a:noFill/>
          <a:ln w="0">
            <a:noFill/>
          </a:ln>
        </p:spPr>
        <p:txBody>
          <a:bodyPr wrap="none" lIns="0" tIns="0" rIns="0" bIns="0" anchor="t">
            <a:noAutofit/>
          </a:bodyPr>
          <a:lstStyle>
            <a:defPPr algn="l">
              <a:defRPr sz="3150" b="1">
                <a:solidFill>
                  <a:srgbClr val="183F3D"/>
                </a:solidFill>
                <a:latin typeface="Apple SD Gothic Neo"/>
                <a:ea typeface="Apple SD Gothic Neo"/>
                <a:cs typeface="Apple SD Gothic Neo"/>
              </a:defRPr>
            </a:defPPr>
          </a:lstStyle>
          <a:p>
            <a:pPr algn="l">
              <a:buNone/>
              <a:defRPr sz="3150" b="1">
                <a:solidFill>
                  <a:srgbClr val="183F3D"/>
                </a:solidFill>
                <a:latin typeface="Apple SD Gothic Neo"/>
                <a:ea typeface="Apple SD Gothic Neo"/>
                <a:cs typeface="Apple SD Gothic Neo"/>
              </a:defRPr>
            </a:pPr>
            <a:r>
              <a:rPr sz="3150" dirty="0" err="1">
                <a:solidFill>
                  <a:srgbClr val="183F3D"/>
                </a:solidFill>
                <a:latin typeface="NanumGothic" panose="020D0604000000000000" pitchFamily="34" charset="-127"/>
                <a:ea typeface="NanumGothic" panose="020D0604000000000000" pitchFamily="34" charset="-127"/>
                <a:cs typeface="Apple SD Gothic Neo"/>
              </a:rPr>
              <a:t>다른</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과정과</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연결될</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공간이</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필요합니다</a:t>
            </a:r>
            <a:r>
              <a:rPr lang="en-US" sz="3150" dirty="0">
                <a:solidFill>
                  <a:srgbClr val="183F3D"/>
                </a:solidFill>
                <a:latin typeface="NanumGothic" panose="020D0604000000000000" pitchFamily="34" charset="-127"/>
                <a:ea typeface="NanumGothic" panose="020D0604000000000000" pitchFamily="34" charset="-127"/>
                <a:cs typeface="Apple SD Gothic Neo"/>
              </a:rPr>
              <a:t>.</a:t>
            </a:r>
            <a:endParaRPr sz="3150"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5549FB44-6567-15D0-4596-A8F367ABAE80}"/>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01</a:t>
            </a:r>
          </a:p>
        </p:txBody>
      </p:sp>
      <p:sp>
        <p:nvSpPr>
          <p:cNvPr id="5" name="lead">
            <a:extLst>
              <a:ext uri="{FF2B5EF4-FFF2-40B4-BE49-F238E27FC236}">
                <a16:creationId xmlns:a16="http://schemas.microsoft.com/office/drawing/2014/main" id="{201D8641-0938-47D2-7E38-3D1C083AC20F}"/>
              </a:ext>
            </a:extLst>
          </p:cNvPr>
          <p:cNvSpPr>
            <a:spLocks noGrp="1"/>
          </p:cNvSpPr>
          <p:nvPr/>
        </p:nvSpPr>
        <p:spPr>
          <a:xfrm>
            <a:off x="1400175" y="2090739"/>
            <a:ext cx="6755284" cy="576262"/>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현재</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PLAYDATA의</a:t>
            </a:r>
            <a:r>
              <a:rPr sz="1575" dirty="0">
                <a:solidFill>
                  <a:srgbClr val="6B5842"/>
                </a:solidFill>
                <a:latin typeface="NanumGothic" panose="020D0604000000000000" pitchFamily="34" charset="-127"/>
                <a:ea typeface="NanumGothic" panose="020D0604000000000000" pitchFamily="34" charset="-127"/>
                <a:cs typeface="Apple SD Gothic Neo"/>
              </a:rPr>
              <a:t> Discord </a:t>
            </a:r>
            <a:r>
              <a:rPr sz="1575" dirty="0" err="1">
                <a:solidFill>
                  <a:srgbClr val="6B5842"/>
                </a:solidFill>
                <a:latin typeface="NanumGothic" panose="020D0604000000000000" pitchFamily="34" charset="-127"/>
                <a:ea typeface="NanumGothic" panose="020D0604000000000000" pitchFamily="34" charset="-127"/>
                <a:cs typeface="Apple SD Gothic Neo"/>
              </a:rPr>
              <a:t>소통은</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주로</a:t>
            </a:r>
            <a:r>
              <a:rPr sz="1575" dirty="0">
                <a:solidFill>
                  <a:srgbClr val="6B5842"/>
                </a:solidFill>
                <a:latin typeface="NanumGothic" panose="020D0604000000000000" pitchFamily="34" charset="-127"/>
                <a:ea typeface="NanumGothic" panose="020D0604000000000000" pitchFamily="34" charset="-127"/>
                <a:cs typeface="Apple SD Gothic Neo"/>
              </a:rPr>
              <a:t> </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기수끼리 이루어집니다</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endParaRPr sz="1575" dirty="0">
              <a:solidFill>
                <a:srgbClr val="6B5842"/>
              </a:solidFill>
              <a:latin typeface="NanumGothic" panose="020D0604000000000000" pitchFamily="34" charset="-127"/>
              <a:ea typeface="NanumGothic" panose="020D0604000000000000" pitchFamily="34" charset="-127"/>
              <a:cs typeface="Apple SD Gothic Neo"/>
            </a:endParaRPr>
          </a:p>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다른</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과정</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수강생과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소통할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공통</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창구</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가 부족합니다</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endParaRPr sz="1575" dirty="0">
              <a:solidFill>
                <a:srgbClr val="6B5842"/>
              </a:solidFill>
              <a:latin typeface="NanumGothic" panose="020D0604000000000000" pitchFamily="34" charset="-127"/>
              <a:ea typeface="NanumGothic" panose="020D0604000000000000" pitchFamily="34" charset="-127"/>
              <a:cs typeface="Apple SD Gothic Neo"/>
            </a:endParaRPr>
          </a:p>
        </p:txBody>
      </p:sp>
      <p:sp>
        <p:nvSpPr>
          <p:cNvPr id="6" name="content-card-1-frame">
            <a:extLst>
              <a:ext uri="{FF2B5EF4-FFF2-40B4-BE49-F238E27FC236}">
                <a16:creationId xmlns:a16="http://schemas.microsoft.com/office/drawing/2014/main" id="{AD059D59-A6D1-D29B-BBA1-8E59F2D2C9EF}"/>
              </a:ext>
            </a:extLst>
          </p:cNvPr>
          <p:cNvSpPr>
            <a:spLocks noGrp="1"/>
          </p:cNvSpPr>
          <p:nvPr/>
        </p:nvSpPr>
        <p:spPr>
          <a:xfrm>
            <a:off x="1381125" y="2952750"/>
            <a:ext cx="2952750" cy="1812888"/>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7" name="content-card-1-header">
            <a:extLst>
              <a:ext uri="{FF2B5EF4-FFF2-40B4-BE49-F238E27FC236}">
                <a16:creationId xmlns:a16="http://schemas.microsoft.com/office/drawing/2014/main" id="{90AB7004-9188-4C5E-2048-E62392BAADAC}"/>
              </a:ext>
            </a:extLst>
          </p:cNvPr>
          <p:cNvSpPr>
            <a:spLocks noGrp="1"/>
          </p:cNvSpPr>
          <p:nvPr/>
        </p:nvSpPr>
        <p:spPr>
          <a:xfrm>
            <a:off x="1400175" y="29718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8" name="card-1-number">
            <a:extLst>
              <a:ext uri="{FF2B5EF4-FFF2-40B4-BE49-F238E27FC236}">
                <a16:creationId xmlns:a16="http://schemas.microsoft.com/office/drawing/2014/main" id="{870D323E-7F50-6708-0C51-180565AE84A0}"/>
              </a:ext>
            </a:extLst>
          </p:cNvPr>
          <p:cNvSpPr>
            <a:spLocks noGrp="1"/>
          </p:cNvSpPr>
          <p:nvPr/>
        </p:nvSpPr>
        <p:spPr>
          <a:xfrm>
            <a:off x="1552575" y="30670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01</a:t>
            </a:r>
          </a:p>
        </p:txBody>
      </p:sp>
      <p:sp>
        <p:nvSpPr>
          <p:cNvPr id="9" name="card-1-title">
            <a:extLst>
              <a:ext uri="{FF2B5EF4-FFF2-40B4-BE49-F238E27FC236}">
                <a16:creationId xmlns:a16="http://schemas.microsoft.com/office/drawing/2014/main" id="{ECBE10D1-6EA2-C84C-6AB8-1D07F5B24FE7}"/>
              </a:ext>
            </a:extLst>
          </p:cNvPr>
          <p:cNvSpPr>
            <a:spLocks noGrp="1"/>
          </p:cNvSpPr>
          <p:nvPr/>
        </p:nvSpPr>
        <p:spPr>
          <a:xfrm>
            <a:off x="1552575" y="3400425"/>
            <a:ext cx="1890712" cy="447675"/>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정보</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공유의</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한계</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0" name="card-1-body">
            <a:extLst>
              <a:ext uri="{FF2B5EF4-FFF2-40B4-BE49-F238E27FC236}">
                <a16:creationId xmlns:a16="http://schemas.microsoft.com/office/drawing/2014/main" id="{06DF2850-36C5-D974-ED95-1A6E53B20D28}"/>
              </a:ext>
            </a:extLst>
          </p:cNvPr>
          <p:cNvSpPr>
            <a:spLocks noGrp="1"/>
          </p:cNvSpPr>
          <p:nvPr/>
        </p:nvSpPr>
        <p:spPr>
          <a:xfrm>
            <a:off x="1552575" y="4105275"/>
            <a:ext cx="2609850" cy="299533"/>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400" dirty="0" err="1">
                <a:solidFill>
                  <a:srgbClr val="6B5842"/>
                </a:solidFill>
                <a:latin typeface="NanumGothic" panose="020D0604000000000000" pitchFamily="34" charset="-127"/>
                <a:ea typeface="NanumGothic" panose="020D0604000000000000" pitchFamily="34" charset="-127"/>
                <a:cs typeface="Apple SD Gothic Neo"/>
              </a:rPr>
              <a:t>다른</a:t>
            </a:r>
            <a:r>
              <a:rPr sz="1400" dirty="0">
                <a:solidFill>
                  <a:srgbClr val="6B5842"/>
                </a:solidFill>
                <a:latin typeface="NanumGothic" panose="020D0604000000000000" pitchFamily="34" charset="-127"/>
                <a:ea typeface="NanumGothic" panose="020D0604000000000000" pitchFamily="34" charset="-127"/>
                <a:cs typeface="Apple SD Gothic Neo"/>
              </a:rPr>
              <a:t> </a:t>
            </a:r>
            <a:r>
              <a:rPr sz="1400" dirty="0" err="1">
                <a:solidFill>
                  <a:srgbClr val="6B5842"/>
                </a:solidFill>
                <a:latin typeface="NanumGothic" panose="020D0604000000000000" pitchFamily="34" charset="-127"/>
                <a:ea typeface="NanumGothic" panose="020D0604000000000000" pitchFamily="34" charset="-127"/>
                <a:cs typeface="Apple SD Gothic Neo"/>
              </a:rPr>
              <a:t>과</a:t>
            </a:r>
            <a:r>
              <a:rPr lang="ko-KR" altLang="en-US" sz="1400" dirty="0">
                <a:solidFill>
                  <a:srgbClr val="6B5842"/>
                </a:solidFill>
                <a:latin typeface="NanumGothic" panose="020D0604000000000000" pitchFamily="34" charset="-127"/>
                <a:ea typeface="NanumGothic" panose="020D0604000000000000" pitchFamily="34" charset="-127"/>
                <a:cs typeface="Apple SD Gothic Neo"/>
              </a:rPr>
              <a:t>정과 소통할 기회가 없다</a:t>
            </a:r>
            <a:r>
              <a:rPr lang="en-US" altLang="ko-KR" sz="1400" dirty="0">
                <a:solidFill>
                  <a:srgbClr val="6B5842"/>
                </a:solidFill>
                <a:latin typeface="NanumGothic" panose="020D0604000000000000" pitchFamily="34" charset="-127"/>
                <a:ea typeface="NanumGothic" panose="020D0604000000000000" pitchFamily="34" charset="-127"/>
                <a:cs typeface="Apple SD Gothic Neo"/>
              </a:rPr>
              <a:t>.</a:t>
            </a:r>
            <a:r>
              <a:rPr lang="ko-KR" altLang="en-US" sz="1400" dirty="0">
                <a:solidFill>
                  <a:srgbClr val="6B5842"/>
                </a:solidFill>
                <a:latin typeface="NanumGothic" panose="020D0604000000000000" pitchFamily="34" charset="-127"/>
                <a:ea typeface="NanumGothic" panose="020D0604000000000000" pitchFamily="34" charset="-127"/>
                <a:cs typeface="Apple SD Gothic Neo"/>
              </a:rPr>
              <a:t> </a:t>
            </a:r>
            <a:endParaRPr sz="1400" dirty="0">
              <a:solidFill>
                <a:srgbClr val="6B5842"/>
              </a:solidFill>
              <a:latin typeface="NanumGothic" panose="020D0604000000000000" pitchFamily="34" charset="-127"/>
              <a:ea typeface="NanumGothic" panose="020D0604000000000000" pitchFamily="34" charset="-127"/>
              <a:cs typeface="Apple SD Gothic Neo"/>
            </a:endParaRPr>
          </a:p>
        </p:txBody>
      </p:sp>
      <p:sp>
        <p:nvSpPr>
          <p:cNvPr id="11" name="content-card-2-frame">
            <a:extLst>
              <a:ext uri="{FF2B5EF4-FFF2-40B4-BE49-F238E27FC236}">
                <a16:creationId xmlns:a16="http://schemas.microsoft.com/office/drawing/2014/main" id="{0AC67E80-A8F5-270D-0B18-B614A370CBD7}"/>
              </a:ext>
            </a:extLst>
          </p:cNvPr>
          <p:cNvSpPr>
            <a:spLocks noGrp="1"/>
          </p:cNvSpPr>
          <p:nvPr/>
        </p:nvSpPr>
        <p:spPr>
          <a:xfrm>
            <a:off x="4619625" y="2952751"/>
            <a:ext cx="2952750" cy="1812888"/>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2" name="content-card-2-header">
            <a:extLst>
              <a:ext uri="{FF2B5EF4-FFF2-40B4-BE49-F238E27FC236}">
                <a16:creationId xmlns:a16="http://schemas.microsoft.com/office/drawing/2014/main" id="{1B664721-2EDC-D498-79DE-48CB2C62BBFB}"/>
              </a:ext>
            </a:extLst>
          </p:cNvPr>
          <p:cNvSpPr>
            <a:spLocks noGrp="1"/>
          </p:cNvSpPr>
          <p:nvPr/>
        </p:nvSpPr>
        <p:spPr>
          <a:xfrm>
            <a:off x="4638675" y="29718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3" name="card-2-number">
            <a:extLst>
              <a:ext uri="{FF2B5EF4-FFF2-40B4-BE49-F238E27FC236}">
                <a16:creationId xmlns:a16="http://schemas.microsoft.com/office/drawing/2014/main" id="{D22FCE91-0A71-C205-3A56-3917BBED60C0}"/>
              </a:ext>
            </a:extLst>
          </p:cNvPr>
          <p:cNvSpPr>
            <a:spLocks noGrp="1"/>
          </p:cNvSpPr>
          <p:nvPr/>
        </p:nvSpPr>
        <p:spPr>
          <a:xfrm>
            <a:off x="4791075" y="30670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02</a:t>
            </a:r>
          </a:p>
        </p:txBody>
      </p:sp>
      <p:sp>
        <p:nvSpPr>
          <p:cNvPr id="14" name="card-2-title">
            <a:extLst>
              <a:ext uri="{FF2B5EF4-FFF2-40B4-BE49-F238E27FC236}">
                <a16:creationId xmlns:a16="http://schemas.microsoft.com/office/drawing/2014/main" id="{BEF485CB-5D1B-336A-EED3-46EF1B5BED86}"/>
              </a:ext>
            </a:extLst>
          </p:cNvPr>
          <p:cNvSpPr>
            <a:spLocks noGrp="1"/>
          </p:cNvSpPr>
          <p:nvPr/>
        </p:nvSpPr>
        <p:spPr>
          <a:xfrm>
            <a:off x="4791075" y="3400425"/>
            <a:ext cx="2609850" cy="5905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학습</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경험의</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단절</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5" name="card-2-body">
            <a:extLst>
              <a:ext uri="{FF2B5EF4-FFF2-40B4-BE49-F238E27FC236}">
                <a16:creationId xmlns:a16="http://schemas.microsoft.com/office/drawing/2014/main" id="{68C483B3-6EDC-6494-12E0-45222486D6FF}"/>
              </a:ext>
            </a:extLst>
          </p:cNvPr>
          <p:cNvSpPr>
            <a:spLocks noGrp="1"/>
          </p:cNvSpPr>
          <p:nvPr/>
        </p:nvSpPr>
        <p:spPr>
          <a:xfrm>
            <a:off x="4791075" y="4143375"/>
            <a:ext cx="2609850" cy="622263"/>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과정을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넘어</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질문과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문제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해결</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경험을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나누기</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어렵습니다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16" name="content-card-3-frame">
            <a:extLst>
              <a:ext uri="{FF2B5EF4-FFF2-40B4-BE49-F238E27FC236}">
                <a16:creationId xmlns:a16="http://schemas.microsoft.com/office/drawing/2014/main" id="{43C617A1-4A24-4B81-58AF-74CA39F848BB}"/>
              </a:ext>
            </a:extLst>
          </p:cNvPr>
          <p:cNvSpPr>
            <a:spLocks noGrp="1"/>
          </p:cNvSpPr>
          <p:nvPr/>
        </p:nvSpPr>
        <p:spPr>
          <a:xfrm>
            <a:off x="7858125" y="2952750"/>
            <a:ext cx="2952750" cy="1812888"/>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7" name="content-card-3-header">
            <a:extLst>
              <a:ext uri="{FF2B5EF4-FFF2-40B4-BE49-F238E27FC236}">
                <a16:creationId xmlns:a16="http://schemas.microsoft.com/office/drawing/2014/main" id="{D4466173-2745-21CE-EBE6-91920B8E5268}"/>
              </a:ext>
            </a:extLst>
          </p:cNvPr>
          <p:cNvSpPr>
            <a:spLocks noGrp="1"/>
          </p:cNvSpPr>
          <p:nvPr/>
        </p:nvSpPr>
        <p:spPr>
          <a:xfrm>
            <a:off x="7877175" y="29718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8" name="card-3-number">
            <a:extLst>
              <a:ext uri="{FF2B5EF4-FFF2-40B4-BE49-F238E27FC236}">
                <a16:creationId xmlns:a16="http://schemas.microsoft.com/office/drawing/2014/main" id="{AF587792-7520-2901-8D26-8D93250D97E1}"/>
              </a:ext>
            </a:extLst>
          </p:cNvPr>
          <p:cNvSpPr>
            <a:spLocks noGrp="1"/>
          </p:cNvSpPr>
          <p:nvPr/>
        </p:nvSpPr>
        <p:spPr>
          <a:xfrm>
            <a:off x="8029575" y="30670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03</a:t>
            </a:r>
          </a:p>
        </p:txBody>
      </p:sp>
      <p:sp>
        <p:nvSpPr>
          <p:cNvPr id="19" name="card-3-title">
            <a:extLst>
              <a:ext uri="{FF2B5EF4-FFF2-40B4-BE49-F238E27FC236}">
                <a16:creationId xmlns:a16="http://schemas.microsoft.com/office/drawing/2014/main" id="{EC76A092-DD8B-B55C-6439-098776090E2D}"/>
              </a:ext>
            </a:extLst>
          </p:cNvPr>
          <p:cNvSpPr>
            <a:spLocks noGrp="1"/>
          </p:cNvSpPr>
          <p:nvPr/>
        </p:nvSpPr>
        <p:spPr>
          <a:xfrm>
            <a:off x="8029575" y="3400425"/>
            <a:ext cx="2609850" cy="5905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함께</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성장할</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기회</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부족</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0" name="card-3-body">
            <a:extLst>
              <a:ext uri="{FF2B5EF4-FFF2-40B4-BE49-F238E27FC236}">
                <a16:creationId xmlns:a16="http://schemas.microsoft.com/office/drawing/2014/main" id="{59D7C293-ED05-0078-F1E2-F6A4DFE8B02A}"/>
              </a:ext>
            </a:extLst>
          </p:cNvPr>
          <p:cNvSpPr>
            <a:spLocks noGrp="1"/>
          </p:cNvSpPr>
          <p:nvPr/>
        </p:nvSpPr>
        <p:spPr>
          <a:xfrm>
            <a:off x="8029575" y="4143375"/>
            <a:ext cx="2609850" cy="547687"/>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서로의</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강점을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배우고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협력할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동료를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만나기</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어렵습니다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22" name="TextBox 21">
            <a:extLst>
              <a:ext uri="{FF2B5EF4-FFF2-40B4-BE49-F238E27FC236}">
                <a16:creationId xmlns:a16="http://schemas.microsoft.com/office/drawing/2014/main" id="{4333B5EE-4120-4950-409F-94861C94836E}"/>
              </a:ext>
            </a:extLst>
          </p:cNvPr>
          <p:cNvSpPr txBox="1"/>
          <p:nvPr/>
        </p:nvSpPr>
        <p:spPr>
          <a:xfrm flipH="1">
            <a:off x="2265484" y="5149886"/>
            <a:ext cx="7280031" cy="461665"/>
          </a:xfrm>
          <a:prstGeom prst="rect">
            <a:avLst/>
          </a:prstGeom>
          <a:noFill/>
        </p:spPr>
        <p:txBody>
          <a:bodyPr wrap="square" rtlCol="0">
            <a:spAutoFit/>
          </a:bodyPr>
          <a:lstStyle/>
          <a:p>
            <a:r>
              <a:rPr kumimoji="1" lang="ko-KR" altLang="en-US" sz="2400" b="1" dirty="0">
                <a:solidFill>
                  <a:schemeClr val="accent1"/>
                </a:solidFill>
                <a:latin typeface="NanumGothic" panose="020D0604000000000000" pitchFamily="34" charset="-127"/>
                <a:ea typeface="NanumGothic" panose="020D0604000000000000" pitchFamily="34" charset="-127"/>
              </a:rPr>
              <a:t>과정이 달라도 경험을 나눌 공통 캠퍼스가 필요합니다</a:t>
            </a:r>
            <a:r>
              <a:rPr kumimoji="1" lang="en-US" altLang="ko-KR" sz="2400" b="1" dirty="0">
                <a:solidFill>
                  <a:schemeClr val="accent1"/>
                </a:solidFill>
                <a:latin typeface="NanumGothic" panose="020D0604000000000000" pitchFamily="34" charset="-127"/>
                <a:ea typeface="NanumGothic" panose="020D0604000000000000" pitchFamily="34" charset="-127"/>
              </a:rPr>
              <a:t>.</a:t>
            </a:r>
            <a:endParaRPr kumimoji="1" lang="ko-KR" altLang="en-US" sz="2400" b="1" dirty="0">
              <a:solidFill>
                <a:schemeClr val="accent1"/>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79794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9B6FD883-4491-488C-BE10-E59590BAC212}"/>
              </a:ext>
            </a:extLst>
          </p:cNvPr>
          <p:cNvSpPr>
            <a:spLocks noGrp="1"/>
          </p:cNvSpPr>
          <p:nvPr/>
        </p:nvSpPr>
        <p:spPr>
          <a:xfrm>
            <a:off x="1381125" y="1400175"/>
            <a:ext cx="2168899" cy="554803"/>
          </a:xfrm>
          <a:prstGeom prst="rect">
            <a:avLst/>
          </a:prstGeom>
          <a:noFill/>
          <a:ln w="0">
            <a:noFill/>
          </a:ln>
        </p:spPr>
        <p:txBody>
          <a:bodyPr wrap="none" lIns="0" tIns="0" rIns="0" bIns="0" anchor="t">
            <a:noAutofit/>
          </a:bodyPr>
          <a:lstStyle>
            <a:defPPr algn="l">
              <a:defRPr sz="3150" b="1">
                <a:solidFill>
                  <a:srgbClr val="183F3D"/>
                </a:solidFill>
                <a:latin typeface="Apple SD Gothic Neo"/>
                <a:ea typeface="Apple SD Gothic Neo"/>
                <a:cs typeface="Apple SD Gothic Neo"/>
              </a:defRPr>
            </a:defPPr>
          </a:lstStyle>
          <a:p>
            <a:pPr algn="l">
              <a:buNone/>
              <a:defRPr sz="3150" b="1">
                <a:solidFill>
                  <a:srgbClr val="183F3D"/>
                </a:solidFill>
                <a:latin typeface="Apple SD Gothic Neo"/>
                <a:ea typeface="Apple SD Gothic Neo"/>
                <a:cs typeface="Apple SD Gothic Neo"/>
              </a:defRPr>
            </a:pPr>
            <a:r>
              <a:rPr sz="3150" dirty="0" err="1">
                <a:solidFill>
                  <a:srgbClr val="183F3D"/>
                </a:solidFill>
                <a:latin typeface="NanumGothic" panose="020D0604000000000000" pitchFamily="34" charset="-127"/>
                <a:ea typeface="NanumGothic" panose="020D0604000000000000" pitchFamily="34" charset="-127"/>
                <a:cs typeface="Apple SD Gothic Neo"/>
              </a:rPr>
              <a:t>주요</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서비스</a:t>
            </a:r>
            <a:endParaRPr sz="3150"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E8C3A388-A059-4804-AB33-96C9FFE31F43}"/>
              </a:ext>
            </a:extLst>
          </p:cNvPr>
          <p:cNvSpPr>
            <a:spLocks noGrp="1"/>
          </p:cNvSpPr>
          <p:nvPr/>
        </p:nvSpPr>
        <p:spPr>
          <a:xfrm>
            <a:off x="5787165" y="5572013"/>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02</a:t>
            </a:r>
          </a:p>
        </p:txBody>
      </p:sp>
      <p:sp>
        <p:nvSpPr>
          <p:cNvPr id="6" name="service-card-1-frame">
            <a:extLst>
              <a:ext uri="{FF2B5EF4-FFF2-40B4-BE49-F238E27FC236}">
                <a16:creationId xmlns:a16="http://schemas.microsoft.com/office/drawing/2014/main" id="{80943BEF-FA2A-47A5-AE4C-EC76F4F99BE9}"/>
              </a:ext>
            </a:extLst>
          </p:cNvPr>
          <p:cNvSpPr>
            <a:spLocks noGrp="1"/>
          </p:cNvSpPr>
          <p:nvPr/>
        </p:nvSpPr>
        <p:spPr>
          <a:xfrm>
            <a:off x="1262790" y="2209688"/>
            <a:ext cx="4572000" cy="109291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7" name="service-card-1-header">
            <a:extLst>
              <a:ext uri="{FF2B5EF4-FFF2-40B4-BE49-F238E27FC236}">
                <a16:creationId xmlns:a16="http://schemas.microsoft.com/office/drawing/2014/main" id="{1078AF8E-642D-44C0-83B7-77FFFB1A62EF}"/>
              </a:ext>
            </a:extLst>
          </p:cNvPr>
          <p:cNvSpPr>
            <a:spLocks noGrp="1"/>
          </p:cNvSpPr>
          <p:nvPr/>
        </p:nvSpPr>
        <p:spPr>
          <a:xfrm>
            <a:off x="1281840" y="2228738"/>
            <a:ext cx="4533900" cy="400050"/>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8" name="card-1-number">
            <a:extLst>
              <a:ext uri="{FF2B5EF4-FFF2-40B4-BE49-F238E27FC236}">
                <a16:creationId xmlns:a16="http://schemas.microsoft.com/office/drawing/2014/main" id="{80D04521-BE46-42AE-BE30-0B99F00E84D1}"/>
              </a:ext>
            </a:extLst>
          </p:cNvPr>
          <p:cNvSpPr>
            <a:spLocks noGrp="1"/>
          </p:cNvSpPr>
          <p:nvPr/>
        </p:nvSpPr>
        <p:spPr>
          <a:xfrm>
            <a:off x="1434240" y="2285888"/>
            <a:ext cx="3619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01</a:t>
            </a:r>
          </a:p>
        </p:txBody>
      </p:sp>
      <p:sp>
        <p:nvSpPr>
          <p:cNvPr id="9" name="card-1-title">
            <a:extLst>
              <a:ext uri="{FF2B5EF4-FFF2-40B4-BE49-F238E27FC236}">
                <a16:creationId xmlns:a16="http://schemas.microsoft.com/office/drawing/2014/main" id="{1CD4B094-0B12-49D9-8AE4-804284D2E71E}"/>
              </a:ext>
            </a:extLst>
          </p:cNvPr>
          <p:cNvSpPr>
            <a:spLocks noGrp="1"/>
          </p:cNvSpPr>
          <p:nvPr/>
        </p:nvSpPr>
        <p:spPr>
          <a:xfrm>
            <a:off x="1834290" y="2266838"/>
            <a:ext cx="3829050" cy="3238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lang="ko-KR" altLang="en-US" sz="1875" dirty="0">
                <a:solidFill>
                  <a:srgbClr val="183F3D"/>
                </a:solidFill>
                <a:latin typeface="NanumGothic" panose="020D0604000000000000" pitchFamily="34" charset="-127"/>
                <a:ea typeface="NanumGothic" panose="020D0604000000000000" pitchFamily="34" charset="-127"/>
                <a:cs typeface="Apple SD Gothic Neo"/>
              </a:rPr>
              <a:t>실시간 채팅</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0" name="card-1-body">
            <a:extLst>
              <a:ext uri="{FF2B5EF4-FFF2-40B4-BE49-F238E27FC236}">
                <a16:creationId xmlns:a16="http://schemas.microsoft.com/office/drawing/2014/main" id="{1D69A8BF-0C91-4B62-9187-CB9BA2CE6856}"/>
              </a:ext>
            </a:extLst>
          </p:cNvPr>
          <p:cNvSpPr>
            <a:spLocks noGrp="1"/>
          </p:cNvSpPr>
          <p:nvPr/>
        </p:nvSpPr>
        <p:spPr>
          <a:xfrm>
            <a:off x="1434240" y="2628788"/>
            <a:ext cx="4229100" cy="588085"/>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PLAYDATA</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 내부의 </a:t>
            </a:r>
            <a:r>
              <a:rPr sz="1575" dirty="0" err="1">
                <a:solidFill>
                  <a:srgbClr val="6B5842"/>
                </a:solidFill>
                <a:latin typeface="NanumGothic" panose="020D0604000000000000" pitchFamily="34" charset="-127"/>
                <a:ea typeface="NanumGothic" panose="020D0604000000000000" pitchFamily="34" charset="-127"/>
                <a:cs typeface="Apple SD Gothic Neo"/>
              </a:rPr>
              <a:t>동료와</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실시간</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 소통이 가능합니다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11" name="service-card-2-frame">
            <a:extLst>
              <a:ext uri="{FF2B5EF4-FFF2-40B4-BE49-F238E27FC236}">
                <a16:creationId xmlns:a16="http://schemas.microsoft.com/office/drawing/2014/main" id="{30D72C89-0A28-4044-8627-970000577A44}"/>
              </a:ext>
            </a:extLst>
          </p:cNvPr>
          <p:cNvSpPr>
            <a:spLocks noGrp="1"/>
          </p:cNvSpPr>
          <p:nvPr/>
        </p:nvSpPr>
        <p:spPr>
          <a:xfrm>
            <a:off x="1291365" y="3847987"/>
            <a:ext cx="4572000" cy="109291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2" name="service-card-2-header">
            <a:extLst>
              <a:ext uri="{FF2B5EF4-FFF2-40B4-BE49-F238E27FC236}">
                <a16:creationId xmlns:a16="http://schemas.microsoft.com/office/drawing/2014/main" id="{DD9860A8-E672-4F36-9D5F-486F6B7E7B51}"/>
              </a:ext>
            </a:extLst>
          </p:cNvPr>
          <p:cNvSpPr>
            <a:spLocks noGrp="1"/>
          </p:cNvSpPr>
          <p:nvPr/>
        </p:nvSpPr>
        <p:spPr>
          <a:xfrm>
            <a:off x="1310415" y="3867037"/>
            <a:ext cx="4533900" cy="400050"/>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3" name="card-2-number">
            <a:extLst>
              <a:ext uri="{FF2B5EF4-FFF2-40B4-BE49-F238E27FC236}">
                <a16:creationId xmlns:a16="http://schemas.microsoft.com/office/drawing/2014/main" id="{EE651A84-99A1-4533-A97D-E2CD7EE2D19F}"/>
              </a:ext>
            </a:extLst>
          </p:cNvPr>
          <p:cNvSpPr>
            <a:spLocks noGrp="1"/>
          </p:cNvSpPr>
          <p:nvPr/>
        </p:nvSpPr>
        <p:spPr>
          <a:xfrm>
            <a:off x="1462815" y="3924187"/>
            <a:ext cx="3619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a:t>
            </a:r>
            <a:r>
              <a:rPr lang="en-US" altLang="ko-KR" sz="1650" dirty="0">
                <a:solidFill>
                  <a:srgbClr val="167D79"/>
                </a:solidFill>
                <a:latin typeface="NanumGothic" panose="020D0604000000000000" pitchFamily="34" charset="-127"/>
                <a:ea typeface="NanumGothic" panose="020D0604000000000000" pitchFamily="34" charset="-127"/>
                <a:cs typeface="Apple SD Gothic Neo"/>
              </a:rPr>
              <a:t>3</a:t>
            </a:r>
            <a:endParaRPr sz="1650" dirty="0">
              <a:solidFill>
                <a:srgbClr val="167D79"/>
              </a:solidFill>
              <a:latin typeface="NanumGothic" panose="020D0604000000000000" pitchFamily="34" charset="-127"/>
              <a:ea typeface="NanumGothic" panose="020D0604000000000000" pitchFamily="34" charset="-127"/>
              <a:cs typeface="Apple SD Gothic Neo"/>
            </a:endParaRPr>
          </a:p>
        </p:txBody>
      </p:sp>
      <p:sp>
        <p:nvSpPr>
          <p:cNvPr id="14" name="card-2-title">
            <a:extLst>
              <a:ext uri="{FF2B5EF4-FFF2-40B4-BE49-F238E27FC236}">
                <a16:creationId xmlns:a16="http://schemas.microsoft.com/office/drawing/2014/main" id="{34BA716F-00FB-4186-B49F-4A3E7EB697C0}"/>
              </a:ext>
            </a:extLst>
          </p:cNvPr>
          <p:cNvSpPr>
            <a:spLocks noGrp="1"/>
          </p:cNvSpPr>
          <p:nvPr/>
        </p:nvSpPr>
        <p:spPr>
          <a:xfrm>
            <a:off x="1862865" y="3905137"/>
            <a:ext cx="3829050" cy="3238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lang="ko-KR" altLang="en-US" sz="1875" dirty="0">
                <a:solidFill>
                  <a:srgbClr val="183F3D"/>
                </a:solidFill>
                <a:latin typeface="NanumGothic" panose="020D0604000000000000" pitchFamily="34" charset="-127"/>
                <a:ea typeface="NanumGothic" panose="020D0604000000000000" pitchFamily="34" charset="-127"/>
                <a:cs typeface="Apple SD Gothic Neo"/>
              </a:rPr>
              <a:t>학습 공간 제공</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5" name="card-2-body">
            <a:extLst>
              <a:ext uri="{FF2B5EF4-FFF2-40B4-BE49-F238E27FC236}">
                <a16:creationId xmlns:a16="http://schemas.microsoft.com/office/drawing/2014/main" id="{B811ABC9-13EA-483E-A240-12EB5F824F4B}"/>
              </a:ext>
            </a:extLst>
          </p:cNvPr>
          <p:cNvSpPr>
            <a:spLocks noGrp="1"/>
          </p:cNvSpPr>
          <p:nvPr/>
        </p:nvSpPr>
        <p:spPr>
          <a:xfrm>
            <a:off x="1462815" y="4267087"/>
            <a:ext cx="4229100" cy="990600"/>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Python·SQL을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난이도별로</a:t>
            </a:r>
            <a:r>
              <a:rPr sz="1575" dirty="0">
                <a:solidFill>
                  <a:srgbClr val="6B5842"/>
                </a:solidFill>
                <a:latin typeface="NanumGothic" panose="020D0604000000000000" pitchFamily="34" charset="-127"/>
                <a:ea typeface="NanumGothic" panose="020D0604000000000000" pitchFamily="34" charset="-127"/>
                <a:cs typeface="Apple SD Gothic Neo"/>
              </a:rPr>
              <a:t> </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학습할 수 있습니다</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endParaRPr sz="1575" dirty="0">
              <a:solidFill>
                <a:srgbClr val="6B5842"/>
              </a:solidFill>
              <a:latin typeface="NanumGothic" panose="020D0604000000000000" pitchFamily="34" charset="-127"/>
              <a:ea typeface="NanumGothic" panose="020D0604000000000000" pitchFamily="34" charset="-127"/>
              <a:cs typeface="Apple SD Gothic Neo"/>
            </a:endParaRPr>
          </a:p>
        </p:txBody>
      </p:sp>
      <p:sp>
        <p:nvSpPr>
          <p:cNvPr id="16" name="service-card-3-frame">
            <a:extLst>
              <a:ext uri="{FF2B5EF4-FFF2-40B4-BE49-F238E27FC236}">
                <a16:creationId xmlns:a16="http://schemas.microsoft.com/office/drawing/2014/main" id="{2BEC0269-2902-4885-ACA1-384BF2F8E81F}"/>
              </a:ext>
            </a:extLst>
          </p:cNvPr>
          <p:cNvSpPr>
            <a:spLocks noGrp="1"/>
          </p:cNvSpPr>
          <p:nvPr/>
        </p:nvSpPr>
        <p:spPr>
          <a:xfrm>
            <a:off x="6101490" y="2218149"/>
            <a:ext cx="4572000" cy="109291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7" name="service-card-3-header">
            <a:extLst>
              <a:ext uri="{FF2B5EF4-FFF2-40B4-BE49-F238E27FC236}">
                <a16:creationId xmlns:a16="http://schemas.microsoft.com/office/drawing/2014/main" id="{6FD63675-66ED-4AEA-B823-C7B234E640B1}"/>
              </a:ext>
            </a:extLst>
          </p:cNvPr>
          <p:cNvSpPr>
            <a:spLocks noGrp="1"/>
          </p:cNvSpPr>
          <p:nvPr/>
        </p:nvSpPr>
        <p:spPr>
          <a:xfrm>
            <a:off x="6120540" y="2237199"/>
            <a:ext cx="4533900" cy="400050"/>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8" name="card-3-number">
            <a:extLst>
              <a:ext uri="{FF2B5EF4-FFF2-40B4-BE49-F238E27FC236}">
                <a16:creationId xmlns:a16="http://schemas.microsoft.com/office/drawing/2014/main" id="{F593D2D4-4172-4B96-9DD2-FFE9EDF8F166}"/>
              </a:ext>
            </a:extLst>
          </p:cNvPr>
          <p:cNvSpPr>
            <a:spLocks noGrp="1"/>
          </p:cNvSpPr>
          <p:nvPr/>
        </p:nvSpPr>
        <p:spPr>
          <a:xfrm>
            <a:off x="6272940" y="2294349"/>
            <a:ext cx="3619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a:t>
            </a:r>
            <a:r>
              <a:rPr lang="en-US" altLang="ko-KR" sz="1650" dirty="0">
                <a:solidFill>
                  <a:srgbClr val="167D79"/>
                </a:solidFill>
                <a:latin typeface="NanumGothic" panose="020D0604000000000000" pitchFamily="34" charset="-127"/>
                <a:ea typeface="NanumGothic" panose="020D0604000000000000" pitchFamily="34" charset="-127"/>
                <a:cs typeface="Apple SD Gothic Neo"/>
              </a:rPr>
              <a:t>2</a:t>
            </a:r>
            <a:endParaRPr sz="1650" dirty="0">
              <a:solidFill>
                <a:srgbClr val="167D79"/>
              </a:solidFill>
              <a:latin typeface="NanumGothic" panose="020D0604000000000000" pitchFamily="34" charset="-127"/>
              <a:ea typeface="NanumGothic" panose="020D0604000000000000" pitchFamily="34" charset="-127"/>
              <a:cs typeface="Apple SD Gothic Neo"/>
            </a:endParaRPr>
          </a:p>
        </p:txBody>
      </p:sp>
      <p:sp>
        <p:nvSpPr>
          <p:cNvPr id="19" name="card-3-title">
            <a:extLst>
              <a:ext uri="{FF2B5EF4-FFF2-40B4-BE49-F238E27FC236}">
                <a16:creationId xmlns:a16="http://schemas.microsoft.com/office/drawing/2014/main" id="{487796DE-E91E-44C6-9833-4E8821A0F990}"/>
              </a:ext>
            </a:extLst>
          </p:cNvPr>
          <p:cNvSpPr>
            <a:spLocks noGrp="1"/>
          </p:cNvSpPr>
          <p:nvPr/>
        </p:nvSpPr>
        <p:spPr>
          <a:xfrm>
            <a:off x="6672990" y="2275299"/>
            <a:ext cx="3829050" cy="3238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게시판</a:t>
            </a:r>
            <a:r>
              <a:rPr sz="1875" dirty="0">
                <a:solidFill>
                  <a:srgbClr val="183F3D"/>
                </a:solidFill>
                <a:latin typeface="NanumGothic" panose="020D0604000000000000" pitchFamily="34" charset="-127"/>
                <a:ea typeface="NanumGothic" panose="020D0604000000000000" pitchFamily="34" charset="-127"/>
                <a:cs typeface="Apple SD Gothic Neo"/>
              </a:rPr>
              <a:t> </a:t>
            </a:r>
            <a:r>
              <a:rPr lang="ko-KR" altLang="en-US" sz="1875" dirty="0">
                <a:solidFill>
                  <a:srgbClr val="183F3D"/>
                </a:solidFill>
                <a:latin typeface="NanumGothic" panose="020D0604000000000000" pitchFamily="34" charset="-127"/>
                <a:ea typeface="NanumGothic" panose="020D0604000000000000" pitchFamily="34" charset="-127"/>
                <a:cs typeface="Apple SD Gothic Neo"/>
              </a:rPr>
              <a:t>기능 제공</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0" name="card-3-body">
            <a:extLst>
              <a:ext uri="{FF2B5EF4-FFF2-40B4-BE49-F238E27FC236}">
                <a16:creationId xmlns:a16="http://schemas.microsoft.com/office/drawing/2014/main" id="{4485AD55-D284-41C0-8804-A59632ED99E3}"/>
              </a:ext>
            </a:extLst>
          </p:cNvPr>
          <p:cNvSpPr>
            <a:spLocks noGrp="1"/>
          </p:cNvSpPr>
          <p:nvPr/>
        </p:nvSpPr>
        <p:spPr>
          <a:xfrm>
            <a:off x="6272940" y="2694287"/>
            <a:ext cx="4229100" cy="540482"/>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nSpc>
                <a:spcPct val="108000"/>
              </a:lnSpc>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게시판</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을 통해 질의응답</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 </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공지사항</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 프로젝트 소개 등의 소식을 한 눈에 확인할 수 있습니다</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endParaRPr sz="1575" dirty="0">
              <a:solidFill>
                <a:srgbClr val="6B5842"/>
              </a:solidFill>
              <a:latin typeface="NanumGothic" panose="020D0604000000000000" pitchFamily="34" charset="-127"/>
              <a:ea typeface="NanumGothic" panose="020D0604000000000000" pitchFamily="34" charset="-127"/>
              <a:cs typeface="Apple SD Gothic Neo"/>
            </a:endParaRPr>
          </a:p>
        </p:txBody>
      </p:sp>
      <p:sp>
        <p:nvSpPr>
          <p:cNvPr id="21" name="service-card-4-frame">
            <a:extLst>
              <a:ext uri="{FF2B5EF4-FFF2-40B4-BE49-F238E27FC236}">
                <a16:creationId xmlns:a16="http://schemas.microsoft.com/office/drawing/2014/main" id="{00DE311B-DA6A-4E07-AA28-BB2D007CF5C3}"/>
              </a:ext>
            </a:extLst>
          </p:cNvPr>
          <p:cNvSpPr>
            <a:spLocks noGrp="1"/>
          </p:cNvSpPr>
          <p:nvPr/>
        </p:nvSpPr>
        <p:spPr>
          <a:xfrm>
            <a:off x="6120540" y="3847989"/>
            <a:ext cx="4572000" cy="109291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22" name="service-card-4-header">
            <a:extLst>
              <a:ext uri="{FF2B5EF4-FFF2-40B4-BE49-F238E27FC236}">
                <a16:creationId xmlns:a16="http://schemas.microsoft.com/office/drawing/2014/main" id="{230C558E-113C-4ED2-B1B2-0D2767DAA722}"/>
              </a:ext>
            </a:extLst>
          </p:cNvPr>
          <p:cNvSpPr>
            <a:spLocks noGrp="1"/>
          </p:cNvSpPr>
          <p:nvPr/>
        </p:nvSpPr>
        <p:spPr>
          <a:xfrm>
            <a:off x="6139590" y="3867038"/>
            <a:ext cx="4533900" cy="400050"/>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23" name="card-4-number">
            <a:extLst>
              <a:ext uri="{FF2B5EF4-FFF2-40B4-BE49-F238E27FC236}">
                <a16:creationId xmlns:a16="http://schemas.microsoft.com/office/drawing/2014/main" id="{E77E2AB0-F527-407D-BD56-F84610B3CEC9}"/>
              </a:ext>
            </a:extLst>
          </p:cNvPr>
          <p:cNvSpPr>
            <a:spLocks noGrp="1"/>
          </p:cNvSpPr>
          <p:nvPr/>
        </p:nvSpPr>
        <p:spPr>
          <a:xfrm>
            <a:off x="6291990" y="3924188"/>
            <a:ext cx="3619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04</a:t>
            </a:r>
          </a:p>
        </p:txBody>
      </p:sp>
      <p:sp>
        <p:nvSpPr>
          <p:cNvPr id="24" name="card-4-title">
            <a:extLst>
              <a:ext uri="{FF2B5EF4-FFF2-40B4-BE49-F238E27FC236}">
                <a16:creationId xmlns:a16="http://schemas.microsoft.com/office/drawing/2014/main" id="{3EF0EF58-EABD-4DCF-AAF9-63CBB51CEBDE}"/>
              </a:ext>
            </a:extLst>
          </p:cNvPr>
          <p:cNvSpPr>
            <a:spLocks noGrp="1"/>
          </p:cNvSpPr>
          <p:nvPr/>
        </p:nvSpPr>
        <p:spPr>
          <a:xfrm>
            <a:off x="6692040" y="3905138"/>
            <a:ext cx="3829050" cy="3238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lang="ko-KR" altLang="en-US" sz="1875" dirty="0">
                <a:solidFill>
                  <a:srgbClr val="183F3D"/>
                </a:solidFill>
                <a:latin typeface="NanumGothic" panose="020D0604000000000000" pitchFamily="34" charset="-127"/>
                <a:ea typeface="NanumGothic" panose="020D0604000000000000" pitchFamily="34" charset="-127"/>
                <a:cs typeface="Apple SD Gothic Neo"/>
              </a:rPr>
              <a:t>프로젝트 광고</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5" name="card-4-body">
            <a:extLst>
              <a:ext uri="{FF2B5EF4-FFF2-40B4-BE49-F238E27FC236}">
                <a16:creationId xmlns:a16="http://schemas.microsoft.com/office/drawing/2014/main" id="{EE4B751B-C48A-4B4A-BDFD-5A868728F564}"/>
              </a:ext>
            </a:extLst>
          </p:cNvPr>
          <p:cNvSpPr>
            <a:spLocks noGrp="1"/>
          </p:cNvSpPr>
          <p:nvPr/>
        </p:nvSpPr>
        <p:spPr>
          <a:xfrm>
            <a:off x="6291990" y="4324238"/>
            <a:ext cx="4229100" cy="810521"/>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수강생들이 진행한 프로젝트에 대해 광고하고 실제 유저를 만들어낼 수 있는 창구 제공</a:t>
            </a:r>
            <a:endParaRPr sz="1575" dirty="0">
              <a:solidFill>
                <a:srgbClr val="6B5842"/>
              </a:solidFill>
              <a:latin typeface="NanumGothic" panose="020D0604000000000000" pitchFamily="34" charset="-127"/>
              <a:ea typeface="NanumGothic" panose="020D0604000000000000" pitchFamily="34" charset="-127"/>
              <a:cs typeface="Apple SD Gothic Neo"/>
            </a:endParaRPr>
          </a:p>
        </p:txBody>
      </p:sp>
    </p:spTree>
    <p:extLst>
      <p:ext uri="{BB962C8B-B14F-4D97-AF65-F5344CB8AC3E}">
        <p14:creationId xmlns:p14="http://schemas.microsoft.com/office/powerpoint/2010/main" val="2293020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E7C1A-D928-DAF1-9D75-D58CB3B503EA}"/>
            </a:ext>
          </a:extLst>
        </p:cNvPr>
        <p:cNvGrpSpPr/>
        <p:nvPr/>
      </p:nvGrpSpPr>
      <p:grpSpPr>
        <a:xfrm>
          <a:off x="0" y="0"/>
          <a:ext cx="0" cy="0"/>
          <a:chOff x="0" y="0"/>
          <a:chExt cx="0" cy="0"/>
        </a:xfrm>
      </p:grpSpPr>
      <p:sp>
        <p:nvSpPr>
          <p:cNvPr id="3" name="slide-title">
            <a:extLst>
              <a:ext uri="{FF2B5EF4-FFF2-40B4-BE49-F238E27FC236}">
                <a16:creationId xmlns:a16="http://schemas.microsoft.com/office/drawing/2014/main" id="{F4DBBA40-105E-68AC-01A2-59F1DE67CAEA}"/>
              </a:ext>
            </a:extLst>
          </p:cNvPr>
          <p:cNvSpPr>
            <a:spLocks noGrp="1"/>
          </p:cNvSpPr>
          <p:nvPr/>
        </p:nvSpPr>
        <p:spPr>
          <a:xfrm>
            <a:off x="1381125" y="1524000"/>
            <a:ext cx="9429750" cy="609600"/>
          </a:xfrm>
          <a:prstGeom prst="rect">
            <a:avLst/>
          </a:prstGeom>
          <a:noFill/>
          <a:ln w="0">
            <a:noFill/>
          </a:ln>
        </p:spPr>
        <p:txBody>
          <a:bodyPr wrap="none" lIns="0" tIns="0" rIns="0" bIns="0" anchor="t">
            <a:noAutofit/>
          </a:bodyPr>
          <a:lstStyle>
            <a:defPPr algn="l">
              <a:defRPr sz="3150" b="1">
                <a:solidFill>
                  <a:srgbClr val="183F3D"/>
                </a:solidFill>
                <a:latin typeface="Apple SD Gothic Neo"/>
                <a:ea typeface="Apple SD Gothic Neo"/>
                <a:cs typeface="Apple SD Gothic Neo"/>
              </a:defRPr>
            </a:defPPr>
          </a:lstStyle>
          <a:p>
            <a:pPr algn="l">
              <a:buNone/>
              <a:defRPr sz="3150" b="1">
                <a:solidFill>
                  <a:srgbClr val="183F3D"/>
                </a:solidFill>
                <a:latin typeface="Apple SD Gothic Neo"/>
                <a:ea typeface="Apple SD Gothic Neo"/>
                <a:cs typeface="Apple SD Gothic Neo"/>
              </a:defRPr>
            </a:pPr>
            <a:r>
              <a:rPr sz="3150" dirty="0" err="1">
                <a:solidFill>
                  <a:srgbClr val="183F3D"/>
                </a:solidFill>
                <a:latin typeface="NanumGothic" panose="020D0604000000000000" pitchFamily="34" charset="-127"/>
                <a:ea typeface="NanumGothic" panose="020D0604000000000000" pitchFamily="34" charset="-127"/>
                <a:cs typeface="Apple SD Gothic Neo"/>
              </a:rPr>
              <a:t>캠퍼스에서</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기대하는</a:t>
            </a:r>
            <a:r>
              <a:rPr sz="3150" dirty="0">
                <a:solidFill>
                  <a:srgbClr val="183F3D"/>
                </a:solidFill>
                <a:latin typeface="NanumGothic" panose="020D0604000000000000" pitchFamily="34" charset="-127"/>
                <a:ea typeface="NanumGothic" panose="020D0604000000000000" pitchFamily="34" charset="-127"/>
                <a:cs typeface="Apple SD Gothic Neo"/>
              </a:rPr>
              <a:t> </a:t>
            </a:r>
            <a:r>
              <a:rPr sz="3150" dirty="0" err="1">
                <a:solidFill>
                  <a:srgbClr val="183F3D"/>
                </a:solidFill>
                <a:latin typeface="NanumGothic" panose="020D0604000000000000" pitchFamily="34" charset="-127"/>
                <a:ea typeface="NanumGothic" panose="020D0604000000000000" pitchFamily="34" charset="-127"/>
                <a:cs typeface="Apple SD Gothic Neo"/>
              </a:rPr>
              <a:t>변화</a:t>
            </a:r>
            <a:endParaRPr sz="3150"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B1B239F8-CE9D-C9F6-0D41-F4A66E8E1469}"/>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dirty="0">
                <a:solidFill>
                  <a:srgbClr val="6B5842"/>
                </a:solidFill>
                <a:latin typeface="NanumGothic" panose="020D0604000000000000" pitchFamily="34" charset="-127"/>
                <a:ea typeface="NanumGothic" panose="020D0604000000000000" pitchFamily="34" charset="-127"/>
                <a:cs typeface="Apple SD Gothic Neo"/>
              </a:rPr>
              <a:t>03</a:t>
            </a:r>
          </a:p>
        </p:txBody>
      </p:sp>
      <p:sp>
        <p:nvSpPr>
          <p:cNvPr id="5" name="lead">
            <a:extLst>
              <a:ext uri="{FF2B5EF4-FFF2-40B4-BE49-F238E27FC236}">
                <a16:creationId xmlns:a16="http://schemas.microsoft.com/office/drawing/2014/main" id="{1DE08579-6A7A-CCA1-61C9-0023D0005A43}"/>
              </a:ext>
            </a:extLst>
          </p:cNvPr>
          <p:cNvSpPr>
            <a:spLocks noGrp="1"/>
          </p:cNvSpPr>
          <p:nvPr/>
        </p:nvSpPr>
        <p:spPr>
          <a:xfrm>
            <a:off x="1381125" y="2181225"/>
            <a:ext cx="9429750" cy="304800"/>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과정을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넘어</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함께</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배우고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다시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찾고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싶은</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캠퍼스를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기대합니다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6" name="content-card-1-frame">
            <a:extLst>
              <a:ext uri="{FF2B5EF4-FFF2-40B4-BE49-F238E27FC236}">
                <a16:creationId xmlns:a16="http://schemas.microsoft.com/office/drawing/2014/main" id="{17135EF4-E992-ECC5-6ADE-99CA4DD50DE8}"/>
              </a:ext>
            </a:extLst>
          </p:cNvPr>
          <p:cNvSpPr>
            <a:spLocks noGrp="1"/>
          </p:cNvSpPr>
          <p:nvPr/>
        </p:nvSpPr>
        <p:spPr>
          <a:xfrm>
            <a:off x="1381125" y="2686050"/>
            <a:ext cx="2952750" cy="2359286"/>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7" name="content-card-1-header">
            <a:extLst>
              <a:ext uri="{FF2B5EF4-FFF2-40B4-BE49-F238E27FC236}">
                <a16:creationId xmlns:a16="http://schemas.microsoft.com/office/drawing/2014/main" id="{3BD732CE-3098-5716-5B71-C197B6F3EC8F}"/>
              </a:ext>
            </a:extLst>
          </p:cNvPr>
          <p:cNvSpPr>
            <a:spLocks noGrp="1"/>
          </p:cNvSpPr>
          <p:nvPr/>
        </p:nvSpPr>
        <p:spPr>
          <a:xfrm>
            <a:off x="1400175" y="27051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8" name="card-1-number">
            <a:extLst>
              <a:ext uri="{FF2B5EF4-FFF2-40B4-BE49-F238E27FC236}">
                <a16:creationId xmlns:a16="http://schemas.microsoft.com/office/drawing/2014/main" id="{A3E72644-153D-0816-3F57-FF496507FDCB}"/>
              </a:ext>
            </a:extLst>
          </p:cNvPr>
          <p:cNvSpPr>
            <a:spLocks noGrp="1"/>
          </p:cNvSpPr>
          <p:nvPr/>
        </p:nvSpPr>
        <p:spPr>
          <a:xfrm>
            <a:off x="15525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01</a:t>
            </a:r>
          </a:p>
        </p:txBody>
      </p:sp>
      <p:sp>
        <p:nvSpPr>
          <p:cNvPr id="9" name="card-1-title">
            <a:extLst>
              <a:ext uri="{FF2B5EF4-FFF2-40B4-BE49-F238E27FC236}">
                <a16:creationId xmlns:a16="http://schemas.microsoft.com/office/drawing/2014/main" id="{26C3433D-100A-2E43-605C-D59F6407C496}"/>
              </a:ext>
            </a:extLst>
          </p:cNvPr>
          <p:cNvSpPr>
            <a:spLocks noGrp="1"/>
          </p:cNvSpPr>
          <p:nvPr/>
        </p:nvSpPr>
        <p:spPr>
          <a:xfrm>
            <a:off x="1552575" y="3133725"/>
            <a:ext cx="2609850" cy="5905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과정</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간</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교류</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확대</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0" name="card-1-body">
            <a:extLst>
              <a:ext uri="{FF2B5EF4-FFF2-40B4-BE49-F238E27FC236}">
                <a16:creationId xmlns:a16="http://schemas.microsoft.com/office/drawing/2014/main" id="{6D500559-741F-64CD-8591-AE37CF2FB6C9}"/>
              </a:ext>
            </a:extLst>
          </p:cNvPr>
          <p:cNvSpPr>
            <a:spLocks noGrp="1"/>
          </p:cNvSpPr>
          <p:nvPr/>
        </p:nvSpPr>
        <p:spPr>
          <a:xfrm>
            <a:off x="1552575" y="3876675"/>
            <a:ext cx="2609850" cy="878205"/>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다른</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과정</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동료</a:t>
            </a:r>
            <a:r>
              <a:rPr lang="ko-KR" altLang="en-US" sz="1575" dirty="0" err="1">
                <a:solidFill>
                  <a:srgbClr val="6B5842"/>
                </a:solidFill>
                <a:latin typeface="NanumGothic" panose="020D0604000000000000" pitchFamily="34" charset="-127"/>
                <a:ea typeface="NanumGothic" panose="020D0604000000000000" pitchFamily="34" charset="-127"/>
                <a:cs typeface="Apple SD Gothic Neo"/>
              </a:rPr>
              <a:t>들과도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교류</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하며 </a:t>
            </a:r>
            <a:r>
              <a:rPr sz="1575" dirty="0" err="1">
                <a:solidFill>
                  <a:srgbClr val="6B5842"/>
                </a:solidFill>
                <a:latin typeface="NanumGothic" panose="020D0604000000000000" pitchFamily="34" charset="-127"/>
                <a:ea typeface="NanumGothic" panose="020D0604000000000000" pitchFamily="34" charset="-127"/>
                <a:cs typeface="Apple SD Gothic Neo"/>
              </a:rPr>
              <a:t>관심사가</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비슷한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학습</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동료를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만날</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수</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있습니다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11" name="content-card-2-frame">
            <a:extLst>
              <a:ext uri="{FF2B5EF4-FFF2-40B4-BE49-F238E27FC236}">
                <a16:creationId xmlns:a16="http://schemas.microsoft.com/office/drawing/2014/main" id="{5448C8E3-872F-C668-F76E-B3F6751C9285}"/>
              </a:ext>
            </a:extLst>
          </p:cNvPr>
          <p:cNvSpPr>
            <a:spLocks noGrp="1"/>
          </p:cNvSpPr>
          <p:nvPr/>
        </p:nvSpPr>
        <p:spPr>
          <a:xfrm>
            <a:off x="4619625" y="2686050"/>
            <a:ext cx="2952750" cy="2359286"/>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2" name="content-card-2-header">
            <a:extLst>
              <a:ext uri="{FF2B5EF4-FFF2-40B4-BE49-F238E27FC236}">
                <a16:creationId xmlns:a16="http://schemas.microsoft.com/office/drawing/2014/main" id="{777537EE-53CC-0DD3-F7A7-111A2D3EC892}"/>
              </a:ext>
            </a:extLst>
          </p:cNvPr>
          <p:cNvSpPr>
            <a:spLocks noGrp="1"/>
          </p:cNvSpPr>
          <p:nvPr/>
        </p:nvSpPr>
        <p:spPr>
          <a:xfrm>
            <a:off x="4638675" y="27051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3" name="card-2-number">
            <a:extLst>
              <a:ext uri="{FF2B5EF4-FFF2-40B4-BE49-F238E27FC236}">
                <a16:creationId xmlns:a16="http://schemas.microsoft.com/office/drawing/2014/main" id="{8FA3DDBF-5D20-2239-EB8A-F40C77ABD2C7}"/>
              </a:ext>
            </a:extLst>
          </p:cNvPr>
          <p:cNvSpPr>
            <a:spLocks noGrp="1"/>
          </p:cNvSpPr>
          <p:nvPr/>
        </p:nvSpPr>
        <p:spPr>
          <a:xfrm>
            <a:off x="47910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02</a:t>
            </a:r>
          </a:p>
        </p:txBody>
      </p:sp>
      <p:sp>
        <p:nvSpPr>
          <p:cNvPr id="14" name="card-2-title">
            <a:extLst>
              <a:ext uri="{FF2B5EF4-FFF2-40B4-BE49-F238E27FC236}">
                <a16:creationId xmlns:a16="http://schemas.microsoft.com/office/drawing/2014/main" id="{BC8A6985-3982-4471-A295-102699CE40C2}"/>
              </a:ext>
            </a:extLst>
          </p:cNvPr>
          <p:cNvSpPr>
            <a:spLocks noGrp="1"/>
          </p:cNvSpPr>
          <p:nvPr/>
        </p:nvSpPr>
        <p:spPr>
          <a:xfrm>
            <a:off x="4791075" y="3133725"/>
            <a:ext cx="2609850" cy="5905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질문</a:t>
            </a:r>
            <a:r>
              <a:rPr lang="ko-KR" altLang="en-US" sz="1875" dirty="0" err="1">
                <a:solidFill>
                  <a:srgbClr val="183F3D"/>
                </a:solidFill>
                <a:latin typeface="NanumGothic" panose="020D0604000000000000" pitchFamily="34" charset="-127"/>
                <a:ea typeface="NanumGothic" panose="020D0604000000000000" pitchFamily="34" charset="-127"/>
                <a:cs typeface="Apple SD Gothic Neo"/>
              </a:rPr>
              <a:t>으로</a:t>
            </a:r>
            <a:r>
              <a:rPr lang="ko-KR" altLang="en-US"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함께</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성장</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15" name="card-2-body">
            <a:extLst>
              <a:ext uri="{FF2B5EF4-FFF2-40B4-BE49-F238E27FC236}">
                <a16:creationId xmlns:a16="http://schemas.microsoft.com/office/drawing/2014/main" id="{4E8A9AC9-B468-14CA-FDC6-76A8A0914F63}"/>
              </a:ext>
            </a:extLst>
          </p:cNvPr>
          <p:cNvSpPr>
            <a:spLocks noGrp="1"/>
          </p:cNvSpPr>
          <p:nvPr/>
        </p:nvSpPr>
        <p:spPr>
          <a:xfrm>
            <a:off x="4791075" y="3876675"/>
            <a:ext cx="2609850" cy="1343025"/>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질문과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학습</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경험을</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나누며</a:t>
            </a:r>
            <a:r>
              <a:rPr sz="1575" dirty="0">
                <a:solidFill>
                  <a:srgbClr val="6B5842"/>
                </a:solidFill>
                <a:latin typeface="NanumGothic" panose="020D0604000000000000" pitchFamily="34" charset="-127"/>
                <a:ea typeface="NanumGothic" panose="020D0604000000000000" pitchFamily="34" charset="-127"/>
                <a:cs typeface="Apple SD Gothic Neo"/>
              </a:rPr>
              <a:t> </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생각을 확장하고</a:t>
            </a:r>
            <a:r>
              <a:rPr lang="en-US" altLang="ko-KR" sz="1575" dirty="0">
                <a:solidFill>
                  <a:srgbClr val="6B5842"/>
                </a:solidFill>
                <a:latin typeface="NanumGothic" panose="020D0604000000000000" pitchFamily="34" charset="-127"/>
                <a:ea typeface="NanumGothic" panose="020D0604000000000000" pitchFamily="34" charset="-127"/>
                <a:cs typeface="Apple SD Gothic Neo"/>
              </a:rPr>
              <a:t>,</a:t>
            </a:r>
            <a:r>
              <a:rPr lang="ko-KR" altLang="en-US"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다양한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관점으로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문제를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살펴볼</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수</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있습니다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
        <p:nvSpPr>
          <p:cNvPr id="16" name="content-card-3-frame">
            <a:extLst>
              <a:ext uri="{FF2B5EF4-FFF2-40B4-BE49-F238E27FC236}">
                <a16:creationId xmlns:a16="http://schemas.microsoft.com/office/drawing/2014/main" id="{2E39D103-4D6B-586F-91A3-C2EA3F0E6AEB}"/>
              </a:ext>
            </a:extLst>
          </p:cNvPr>
          <p:cNvSpPr>
            <a:spLocks noGrp="1"/>
          </p:cNvSpPr>
          <p:nvPr/>
        </p:nvSpPr>
        <p:spPr>
          <a:xfrm>
            <a:off x="7858125" y="2686050"/>
            <a:ext cx="2952750" cy="2359286"/>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lang="ko-KR" altLang="en-US" dirty="0">
              <a:latin typeface="NanumGothic" panose="020D0604000000000000" pitchFamily="34" charset="-127"/>
            </a:endParaRPr>
          </a:p>
        </p:txBody>
      </p:sp>
      <p:sp>
        <p:nvSpPr>
          <p:cNvPr id="17" name="content-card-3-header">
            <a:extLst>
              <a:ext uri="{FF2B5EF4-FFF2-40B4-BE49-F238E27FC236}">
                <a16:creationId xmlns:a16="http://schemas.microsoft.com/office/drawing/2014/main" id="{2E025913-FFBC-D270-8566-10819330A252}"/>
              </a:ext>
            </a:extLst>
          </p:cNvPr>
          <p:cNvSpPr>
            <a:spLocks noGrp="1"/>
          </p:cNvSpPr>
          <p:nvPr/>
        </p:nvSpPr>
        <p:spPr>
          <a:xfrm>
            <a:off x="7877175" y="2705100"/>
            <a:ext cx="2914650" cy="1038225"/>
          </a:xfrm>
          <a:prstGeom prst="rect">
            <a:avLst/>
          </a:prstGeom>
          <a:solidFill>
            <a:srgbClr val="EEF3E5"/>
          </a:solidFill>
          <a:ln w="0">
            <a:noFill/>
          </a:ln>
        </p:spPr>
        <p:txBody>
          <a:bodyPr/>
          <a:lstStyle/>
          <a:p>
            <a:endParaRPr lang="ko-KR" altLang="en-US" dirty="0">
              <a:latin typeface="NanumGothic" panose="020D0604000000000000" pitchFamily="34" charset="-127"/>
            </a:endParaRPr>
          </a:p>
        </p:txBody>
      </p:sp>
      <p:sp>
        <p:nvSpPr>
          <p:cNvPr id="18" name="card-3-number">
            <a:extLst>
              <a:ext uri="{FF2B5EF4-FFF2-40B4-BE49-F238E27FC236}">
                <a16:creationId xmlns:a16="http://schemas.microsoft.com/office/drawing/2014/main" id="{671EC9D2-891D-7A9B-2C61-0AE9D1822569}"/>
              </a:ext>
            </a:extLst>
          </p:cNvPr>
          <p:cNvSpPr>
            <a:spLocks noGrp="1"/>
          </p:cNvSpPr>
          <p:nvPr/>
        </p:nvSpPr>
        <p:spPr>
          <a:xfrm>
            <a:off x="80295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dirty="0">
                <a:solidFill>
                  <a:srgbClr val="167D79"/>
                </a:solidFill>
                <a:latin typeface="NanumGothic" panose="020D0604000000000000" pitchFamily="34" charset="-127"/>
                <a:ea typeface="NanumGothic" panose="020D0604000000000000" pitchFamily="34" charset="-127"/>
                <a:cs typeface="Apple SD Gothic Neo"/>
              </a:rPr>
              <a:t>03</a:t>
            </a:r>
          </a:p>
        </p:txBody>
      </p:sp>
      <p:sp>
        <p:nvSpPr>
          <p:cNvPr id="19" name="card-3-title">
            <a:extLst>
              <a:ext uri="{FF2B5EF4-FFF2-40B4-BE49-F238E27FC236}">
                <a16:creationId xmlns:a16="http://schemas.microsoft.com/office/drawing/2014/main" id="{C8381935-13C5-AAEF-A711-6A0DC0A569EB}"/>
              </a:ext>
            </a:extLst>
          </p:cNvPr>
          <p:cNvSpPr>
            <a:spLocks noGrp="1"/>
          </p:cNvSpPr>
          <p:nvPr/>
        </p:nvSpPr>
        <p:spPr>
          <a:xfrm>
            <a:off x="8029575" y="3133725"/>
            <a:ext cx="2609850" cy="590550"/>
          </a:xfrm>
          <a:prstGeom prst="rect">
            <a:avLst/>
          </a:prstGeom>
          <a:noFill/>
          <a:ln w="0">
            <a:noFill/>
          </a:ln>
        </p:spPr>
        <p:txBody>
          <a:bodyPr wrap="square" lIns="0" tIns="0" rIns="0" bIns="0" anchor="t">
            <a:noAutofit/>
          </a:bodyPr>
          <a:lstStyle>
            <a:defPPr algn="l">
              <a:defRPr sz="1875" b="1">
                <a:solidFill>
                  <a:srgbClr val="183F3D"/>
                </a:solidFill>
                <a:latin typeface="Apple SD Gothic Neo"/>
                <a:ea typeface="Apple SD Gothic Neo"/>
                <a:cs typeface="Apple SD Gothic Neo"/>
              </a:defRPr>
            </a:defPPr>
          </a:lstStyle>
          <a:p>
            <a:pPr algn="l">
              <a:lnSpc>
                <a:spcPct val="108000"/>
              </a:lnSpc>
              <a:buNone/>
              <a:defRPr sz="1875" b="1">
                <a:solidFill>
                  <a:srgbClr val="183F3D"/>
                </a:solidFill>
                <a:latin typeface="Apple SD Gothic Neo"/>
                <a:ea typeface="Apple SD Gothic Neo"/>
                <a:cs typeface="Apple SD Gothic Neo"/>
              </a:defRPr>
            </a:pPr>
            <a:r>
              <a:rPr sz="1875" dirty="0" err="1">
                <a:solidFill>
                  <a:srgbClr val="183F3D"/>
                </a:solidFill>
                <a:latin typeface="NanumGothic" panose="020D0604000000000000" pitchFamily="34" charset="-127"/>
                <a:ea typeface="NanumGothic" panose="020D0604000000000000" pitchFamily="34" charset="-127"/>
                <a:cs typeface="Apple SD Gothic Neo"/>
              </a:rPr>
              <a:t>자연스러운</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캠퍼스</a:t>
            </a:r>
            <a:r>
              <a:rPr sz="1875" dirty="0">
                <a:solidFill>
                  <a:srgbClr val="183F3D"/>
                </a:solidFill>
                <a:latin typeface="NanumGothic" panose="020D0604000000000000" pitchFamily="34" charset="-127"/>
                <a:ea typeface="NanumGothic" panose="020D0604000000000000" pitchFamily="34" charset="-127"/>
                <a:cs typeface="Apple SD Gothic Neo"/>
              </a:rPr>
              <a:t> </a:t>
            </a:r>
            <a:r>
              <a:rPr sz="1875" dirty="0" err="1">
                <a:solidFill>
                  <a:srgbClr val="183F3D"/>
                </a:solidFill>
                <a:latin typeface="NanumGothic" panose="020D0604000000000000" pitchFamily="34" charset="-127"/>
                <a:ea typeface="NanumGothic" panose="020D0604000000000000" pitchFamily="34" charset="-127"/>
                <a:cs typeface="Apple SD Gothic Neo"/>
              </a:rPr>
              <a:t>참여</a:t>
            </a:r>
            <a:endParaRPr sz="1875" dirty="0">
              <a:solidFill>
                <a:srgbClr val="183F3D"/>
              </a:solidFill>
              <a:latin typeface="NanumGothic" panose="020D0604000000000000" pitchFamily="34" charset="-127"/>
              <a:ea typeface="NanumGothic" panose="020D0604000000000000" pitchFamily="34" charset="-127"/>
              <a:cs typeface="Apple SD Gothic Neo"/>
            </a:endParaRPr>
          </a:p>
        </p:txBody>
      </p:sp>
      <p:sp>
        <p:nvSpPr>
          <p:cNvPr id="20" name="card-3-body">
            <a:extLst>
              <a:ext uri="{FF2B5EF4-FFF2-40B4-BE49-F238E27FC236}">
                <a16:creationId xmlns:a16="http://schemas.microsoft.com/office/drawing/2014/main" id="{94A89930-A9FA-B2C0-70B2-41D88F3F0A4E}"/>
              </a:ext>
            </a:extLst>
          </p:cNvPr>
          <p:cNvSpPr>
            <a:spLocks noGrp="1"/>
          </p:cNvSpPr>
          <p:nvPr/>
        </p:nvSpPr>
        <p:spPr>
          <a:xfrm>
            <a:off x="8029575" y="3876676"/>
            <a:ext cx="2609850" cy="652294"/>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dirty="0" err="1">
                <a:solidFill>
                  <a:srgbClr val="6B5842"/>
                </a:solidFill>
                <a:latin typeface="NanumGothic" panose="020D0604000000000000" pitchFamily="34" charset="-127"/>
                <a:ea typeface="NanumGothic" panose="020D0604000000000000" pitchFamily="34" charset="-127"/>
                <a:cs typeface="Apple SD Gothic Neo"/>
              </a:rPr>
              <a:t>반복되는</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방문이</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자연스러운</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교류로</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이어지길</a:t>
            </a:r>
            <a:r>
              <a:rPr sz="1575" dirty="0">
                <a:solidFill>
                  <a:srgbClr val="6B5842"/>
                </a:solidFill>
                <a:latin typeface="NanumGothic" panose="020D0604000000000000" pitchFamily="34" charset="-127"/>
                <a:ea typeface="NanumGothic" panose="020D0604000000000000" pitchFamily="34" charset="-127"/>
                <a:cs typeface="Apple SD Gothic Neo"/>
              </a:rPr>
              <a:t> </a:t>
            </a:r>
            <a:r>
              <a:rPr sz="1575" dirty="0" err="1">
                <a:solidFill>
                  <a:srgbClr val="6B5842"/>
                </a:solidFill>
                <a:latin typeface="NanumGothic" panose="020D0604000000000000" pitchFamily="34" charset="-127"/>
                <a:ea typeface="NanumGothic" panose="020D0604000000000000" pitchFamily="34" charset="-127"/>
                <a:cs typeface="Apple SD Gothic Neo"/>
              </a:rPr>
              <a:t>기대합니다</a:t>
            </a:r>
            <a:r>
              <a:rPr sz="1575" dirty="0">
                <a:solidFill>
                  <a:srgbClr val="6B5842"/>
                </a:solidFill>
                <a:latin typeface="NanumGothic" panose="020D0604000000000000" pitchFamily="34" charset="-127"/>
                <a:ea typeface="NanumGothic" panose="020D0604000000000000" pitchFamily="34" charset="-127"/>
                <a:cs typeface="Apple SD Gothic Neo"/>
              </a:rPr>
              <a:t>.</a:t>
            </a:r>
          </a:p>
        </p:txBody>
      </p:sp>
    </p:spTree>
    <p:extLst>
      <p:ext uri="{BB962C8B-B14F-4D97-AF65-F5344CB8AC3E}">
        <p14:creationId xmlns:p14="http://schemas.microsoft.com/office/powerpoint/2010/main" val="2990109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3F3D"/>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305899F2-BD51-4F53-B7A4-8F485A4A54E0}"/>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text">
            <a:extLst>
              <a:ext uri="{FF2B5EF4-FFF2-40B4-BE49-F238E27FC236}">
                <a16:creationId xmlns:a16="http://schemas.microsoft.com/office/drawing/2014/main" id="{0CCB200C-7CB1-468C-BB18-DE2B2B31CD7B}"/>
              </a:ext>
            </a:extLst>
          </p:cNvPr>
          <p:cNvSpPr>
            <a:spLocks noGrp="1"/>
          </p:cNvSpPr>
          <p:nvPr/>
        </p:nvSpPr>
        <p:spPr>
          <a:xfrm>
            <a:off x="2190750" y="1905000"/>
            <a:ext cx="1905000" cy="514350"/>
          </a:xfrm>
          <a:prstGeom prst="rect">
            <a:avLst/>
          </a:prstGeom>
          <a:noFill/>
          <a:ln w="0">
            <a:noFill/>
          </a:ln>
        </p:spPr>
        <p:txBody>
          <a:bodyPr wrap="none" lIns="0" tIns="0" rIns="0" bIns="0" anchor="t">
            <a:noAutofit/>
          </a:bodyPr>
          <a:lstStyle>
            <a:defPPr algn="l">
              <a:defRPr sz="2850" b="1">
                <a:solidFill>
                  <a:srgbClr val="C5AB85"/>
                </a:solidFill>
                <a:latin typeface="Apple SD Gothic Neo"/>
                <a:ea typeface="Apple SD Gothic Neo"/>
                <a:cs typeface="Apple SD Gothic Neo"/>
              </a:defRPr>
            </a:defPPr>
          </a:lstStyle>
          <a:p>
            <a:pPr algn="l">
              <a:defRPr sz="2850" b="1">
                <a:solidFill>
                  <a:srgbClr val="C5AB85"/>
                </a:solidFill>
                <a:latin typeface="Apple SD Gothic Neo"/>
                <a:ea typeface="Apple SD Gothic Neo"/>
                <a:cs typeface="Apple SD Gothic Neo"/>
              </a:defRPr>
            </a:pPr>
            <a:r>
              <a:rPr sz="2850" dirty="0">
                <a:solidFill>
                  <a:srgbClr val="C5AB85"/>
                </a:solidFill>
                <a:latin typeface="NanumGothic" panose="020D0604000000000000" pitchFamily="34" charset="-127"/>
                <a:ea typeface="NanumGothic" panose="020D0604000000000000" pitchFamily="34" charset="-127"/>
                <a:cs typeface="Apple SD Gothic Neo"/>
              </a:rPr>
              <a:t>03</a:t>
            </a:r>
          </a:p>
        </p:txBody>
      </p:sp>
      <p:sp>
        <p:nvSpPr>
          <p:cNvPr id="3" name="section-title">
            <a:extLst>
              <a:ext uri="{FF2B5EF4-FFF2-40B4-BE49-F238E27FC236}">
                <a16:creationId xmlns:a16="http://schemas.microsoft.com/office/drawing/2014/main" id="{53B670FF-BFE4-4D1A-BEFE-A877B5EFC3F4}"/>
              </a:ext>
            </a:extLst>
          </p:cNvPr>
          <p:cNvSpPr>
            <a:spLocks noGrp="1"/>
          </p:cNvSpPr>
          <p:nvPr/>
        </p:nvSpPr>
        <p:spPr>
          <a:xfrm>
            <a:off x="2190750" y="2800350"/>
            <a:ext cx="7620000" cy="857250"/>
          </a:xfrm>
          <a:prstGeom prst="rect">
            <a:avLst/>
          </a:prstGeom>
          <a:noFill/>
          <a:ln w="0">
            <a:noFill/>
          </a:ln>
        </p:spPr>
        <p:txBody>
          <a:bodyPr wrap="none" lIns="0" tIns="0" rIns="0" bIns="0" anchor="t">
            <a:noAutofit/>
          </a:bodyPr>
          <a:lstStyle>
            <a:defPPr algn="l">
              <a:defRPr sz="4800" b="1">
                <a:solidFill>
                  <a:srgbClr val="FFFCF7"/>
                </a:solidFill>
                <a:latin typeface="Apple SD Gothic Neo"/>
                <a:ea typeface="Apple SD Gothic Neo"/>
                <a:cs typeface="Apple SD Gothic Neo"/>
              </a:defRPr>
            </a:defPPr>
          </a:lstStyle>
          <a:p>
            <a:pPr algn="l">
              <a:defRPr sz="4800" b="1">
                <a:solidFill>
                  <a:srgbClr val="FFFCF7"/>
                </a:solidFill>
                <a:latin typeface="Apple SD Gothic Neo"/>
                <a:ea typeface="Apple SD Gothic Neo"/>
                <a:cs typeface="Apple SD Gothic Neo"/>
              </a:defRPr>
            </a:pPr>
            <a:r>
              <a:rPr sz="4800" dirty="0" err="1">
                <a:solidFill>
                  <a:srgbClr val="FFFCF7"/>
                </a:solidFill>
                <a:latin typeface="NanumGothic" panose="020D0604000000000000" pitchFamily="34" charset="-127"/>
                <a:ea typeface="NanumGothic" panose="020D0604000000000000" pitchFamily="34" charset="-127"/>
                <a:cs typeface="Apple SD Gothic Neo"/>
              </a:rPr>
              <a:t>인프라</a:t>
            </a:r>
            <a:endParaRPr sz="4800" dirty="0">
              <a:solidFill>
                <a:srgbClr val="FFFCF7"/>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87736EF7-5377-434D-96E0-F44327BF2326}"/>
              </a:ext>
            </a:extLst>
          </p:cNvPr>
          <p:cNvSpPr>
            <a:spLocks noGrp="1"/>
          </p:cNvSpPr>
          <p:nvPr/>
        </p:nvSpPr>
        <p:spPr>
          <a:xfrm>
            <a:off x="2190750" y="3810000"/>
            <a:ext cx="7620000" cy="723900"/>
          </a:xfrm>
          <a:prstGeom prst="rect">
            <a:avLst/>
          </a:prstGeom>
          <a:noFill/>
          <a:ln w="0">
            <a:noFill/>
          </a:ln>
        </p:spPr>
        <p:txBody>
          <a:bodyPr wrap="none" lIns="0" tIns="0" rIns="0" bIns="0" anchor="t">
            <a:noAutofit/>
          </a:bodyPr>
          <a:lstStyle>
            <a:defPPr algn="l">
              <a:defRPr sz="2100" b="0">
                <a:solidFill>
                  <a:srgbClr val="EED9B5"/>
                </a:solidFill>
                <a:latin typeface="Apple SD Gothic Neo"/>
                <a:ea typeface="Apple SD Gothic Neo"/>
                <a:cs typeface="Apple SD Gothic Neo"/>
              </a:defRPr>
            </a:defPPr>
          </a:lstStyle>
          <a:p>
            <a:pPr algn="l">
              <a:defRPr sz="2100" b="0">
                <a:solidFill>
                  <a:srgbClr val="EED9B5"/>
                </a:solidFill>
                <a:latin typeface="Apple SD Gothic Neo"/>
                <a:ea typeface="Apple SD Gothic Neo"/>
                <a:cs typeface="Apple SD Gothic Neo"/>
              </a:defRPr>
            </a:pPr>
            <a:r>
              <a:rPr sz="2100" dirty="0" err="1">
                <a:solidFill>
                  <a:srgbClr val="EED9B5"/>
                </a:solidFill>
                <a:latin typeface="NanumGothic" panose="020D0604000000000000" pitchFamily="34" charset="-127"/>
                <a:ea typeface="NanumGothic" panose="020D0604000000000000" pitchFamily="34" charset="-127"/>
                <a:cs typeface="Apple SD Gothic Neo"/>
              </a:rPr>
              <a:t>반복해서</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구축하고</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운영하는</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서버</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환경</a:t>
            </a:r>
            <a:endParaRPr sz="2100" dirty="0">
              <a:solidFill>
                <a:srgbClr val="EED9B5"/>
              </a:solidFill>
              <a:latin typeface="NanumGothic" panose="020D0604000000000000" pitchFamily="34" charset="-127"/>
              <a:ea typeface="NanumGothic" panose="020D0604000000000000" pitchFamily="34" charset="-127"/>
              <a:cs typeface="Apple SD Gothic Neo"/>
            </a:endParaRPr>
          </a:p>
        </p:txBody>
      </p:sp>
      <p:sp>
        <p:nvSpPr>
          <p:cNvPr id="5" name="text">
            <a:extLst>
              <a:ext uri="{FF2B5EF4-FFF2-40B4-BE49-F238E27FC236}">
                <a16:creationId xmlns:a16="http://schemas.microsoft.com/office/drawing/2014/main" id="{7977D728-1630-452F-AABB-EB8234F67CFA}"/>
              </a:ext>
            </a:extLst>
          </p:cNvPr>
          <p:cNvSpPr>
            <a:spLocks noGrp="1"/>
          </p:cNvSpPr>
          <p:nvPr/>
        </p:nvSpPr>
        <p:spPr>
          <a:xfrm>
            <a:off x="2476500" y="4953000"/>
            <a:ext cx="5238750" cy="171450"/>
          </a:xfrm>
          <a:prstGeom prst="rect">
            <a:avLst/>
          </a:prstGeom>
          <a:noFill/>
          <a:ln w="0">
            <a:noFill/>
          </a:ln>
        </p:spPr>
        <p:txBody>
          <a:bodyPr wrap="none" lIns="0" tIns="0" rIns="0" bIns="0" anchor="t">
            <a:noAutofit/>
          </a:bodyPr>
          <a:lstStyle>
            <a:defPPr algn="l">
              <a:defRPr sz="825" b="0">
                <a:solidFill>
                  <a:srgbClr val="EED9B5"/>
                </a:solidFill>
                <a:latin typeface="Apple SD Gothic Neo"/>
                <a:ea typeface="Apple SD Gothic Neo"/>
                <a:cs typeface="Apple SD Gothic Neo"/>
              </a:defRPr>
            </a:defPPr>
          </a:lstStyle>
          <a:p>
            <a:pPr algn="l">
              <a:defRPr sz="825" b="0">
                <a:solidFill>
                  <a:srgbClr val="EED9B5"/>
                </a:solidFill>
                <a:latin typeface="Apple SD Gothic Neo"/>
                <a:ea typeface="Apple SD Gothic Neo"/>
                <a:cs typeface="Apple SD Gothic Neo"/>
              </a:defRPr>
            </a:pPr>
            <a:r>
              <a:rPr sz="825" dirty="0">
                <a:solidFill>
                  <a:srgbClr val="EED9B5"/>
                </a:solidFill>
                <a:latin typeface="NanumGothic" panose="020D0604000000000000" pitchFamily="34" charset="-127"/>
                <a:ea typeface="NanumGothic" panose="020D0604000000000000" pitchFamily="34" charset="-127"/>
                <a:cs typeface="Apple SD Gothic Neo"/>
              </a:rPr>
              <a:t>PLAYDATA METAVERSE</a:t>
            </a:r>
          </a:p>
        </p:txBody>
      </p:sp>
      <p:sp>
        <p:nvSpPr>
          <p:cNvPr id="6" name="text">
            <a:extLst>
              <a:ext uri="{FF2B5EF4-FFF2-40B4-BE49-F238E27FC236}">
                <a16:creationId xmlns:a16="http://schemas.microsoft.com/office/drawing/2014/main" id="{303A5437-FF99-495B-B25C-DD21536811BD}"/>
              </a:ext>
            </a:extLst>
          </p:cNvPr>
          <p:cNvSpPr>
            <a:spLocks noGrp="1"/>
          </p:cNvSpPr>
          <p:nvPr/>
        </p:nvSpPr>
        <p:spPr>
          <a:xfrm>
            <a:off x="9239250" y="4857750"/>
            <a:ext cx="285750" cy="209550"/>
          </a:xfrm>
          <a:prstGeom prst="rect">
            <a:avLst/>
          </a:prstGeom>
          <a:noFill/>
          <a:ln w="0">
            <a:noFill/>
          </a:ln>
        </p:spPr>
        <p:txBody>
          <a:bodyPr wrap="none" lIns="0" tIns="0" rIns="0" bIns="0" anchor="t">
            <a:noAutofit/>
          </a:bodyPr>
          <a:lstStyle>
            <a:defPPr algn="r">
              <a:defRPr sz="1125" b="0">
                <a:solidFill>
                  <a:srgbClr val="EED9B5"/>
                </a:solidFill>
                <a:latin typeface="Apple SD Gothic Neo"/>
                <a:ea typeface="Apple SD Gothic Neo"/>
                <a:cs typeface="Apple SD Gothic Neo"/>
              </a:defRPr>
            </a:defPPr>
          </a:lstStyle>
          <a:p>
            <a:pPr algn="r">
              <a:defRPr sz="1125" b="0">
                <a:solidFill>
                  <a:srgbClr val="EED9B5"/>
                </a:solidFill>
                <a:latin typeface="Apple SD Gothic Neo"/>
                <a:ea typeface="Apple SD Gothic Neo"/>
                <a:cs typeface="Apple SD Gothic Neo"/>
              </a:defRPr>
            </a:pPr>
            <a:r>
              <a:rPr sz="1125" dirty="0">
                <a:solidFill>
                  <a:srgbClr val="EED9B5"/>
                </a:solidFill>
                <a:latin typeface="NanumGothic" panose="020D0604000000000000" pitchFamily="34" charset="-127"/>
                <a:ea typeface="NanumGothic" panose="020D0604000000000000" pitchFamily="34" charset="-127"/>
                <a:cs typeface="Apple SD Gothic Neo"/>
              </a:rPr>
              <a:t>07</a:t>
            </a:r>
          </a:p>
        </p:txBody>
      </p:sp>
    </p:spTree>
    <p:extLst>
      <p:ext uri="{BB962C8B-B14F-4D97-AF65-F5344CB8AC3E}">
        <p14:creationId xmlns:p14="http://schemas.microsoft.com/office/powerpoint/2010/main" val="50835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그림 15">
            <a:extLst>
              <a:ext uri="{FF2B5EF4-FFF2-40B4-BE49-F238E27FC236}">
                <a16:creationId xmlns:a16="http://schemas.microsoft.com/office/drawing/2014/main" id="{93633210-5270-43D7-9F4B-BDF8F3619C28}"/>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2" name="직사각형 1">
            <a:extLst>
              <a:ext uri="{FF2B5EF4-FFF2-40B4-BE49-F238E27FC236}">
                <a16:creationId xmlns:a16="http://schemas.microsoft.com/office/drawing/2014/main" id="{A5E7219A-0E55-49B1-8889-087BA17FB280}"/>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3" name="직사각형 2">
            <a:extLst>
              <a:ext uri="{FF2B5EF4-FFF2-40B4-BE49-F238E27FC236}">
                <a16:creationId xmlns:a16="http://schemas.microsoft.com/office/drawing/2014/main" id="{E6D860F2-649D-428D-BE99-D0FD1FAFF488}"/>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예상 비용과 운영 계획</a:t>
            </a:r>
          </a:p>
        </p:txBody>
      </p:sp>
      <p:sp>
        <p:nvSpPr>
          <p:cNvPr id="4" name="직사각형 3">
            <a:extLst>
              <a:ext uri="{FF2B5EF4-FFF2-40B4-BE49-F238E27FC236}">
                <a16:creationId xmlns:a16="http://schemas.microsoft.com/office/drawing/2014/main" id="{0674534C-64FC-4472-BB68-BE98E531BBAA}"/>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필요한 서버 규모를 먼저 산정하고, 운영 시간과 자원 배치를 계획</a:t>
            </a:r>
          </a:p>
        </p:txBody>
      </p:sp>
      <p:sp>
        <p:nvSpPr>
          <p:cNvPr id="5" name="직사각형 4">
            <a:extLst>
              <a:ext uri="{FF2B5EF4-FFF2-40B4-BE49-F238E27FC236}">
                <a16:creationId xmlns:a16="http://schemas.microsoft.com/office/drawing/2014/main" id="{52FD8885-756E-4195-9453-FC42C23F7C64}"/>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6" name="직사각형 5">
            <a:extLst>
              <a:ext uri="{FF2B5EF4-FFF2-40B4-BE49-F238E27FC236}">
                <a16:creationId xmlns:a16="http://schemas.microsoft.com/office/drawing/2014/main" id="{ADE28050-F629-43A5-83B9-DD13ED555361}"/>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01</a:t>
            </a:r>
          </a:p>
        </p:txBody>
      </p:sp>
      <p:sp>
        <p:nvSpPr>
          <p:cNvPr id="7" name="직사각형 6">
            <a:extLst>
              <a:ext uri="{FF2B5EF4-FFF2-40B4-BE49-F238E27FC236}">
                <a16:creationId xmlns:a16="http://schemas.microsoft.com/office/drawing/2014/main" id="{0669B33E-CA9B-4E49-9D94-CBC7844324AE}"/>
              </a:ext>
            </a:extLst>
          </p:cNvPr>
          <p:cNvSpPr>
            <a:spLocks noGrp="1"/>
          </p:cNvSpPr>
          <p:nvPr/>
        </p:nvSpPr>
        <p:spPr>
          <a:xfrm>
            <a:off x="1476375" y="2667000"/>
            <a:ext cx="9144000" cy="666750"/>
          </a:xfrm>
          <a:prstGeom prst="rect">
            <a:avLst/>
          </a:prstGeom>
          <a:noFill/>
          <a:ln w="0">
            <a:noFill/>
          </a:ln>
        </p:spPr>
        <p:txBody>
          <a:bodyPr/>
          <a:lstStyle>
            <a:defPPr>
              <a:defRPr sz="3225" b="1">
                <a:solidFill>
                  <a:srgbClr val="008F90"/>
                </a:solidFill>
                <a:latin typeface="Malgun Gothic"/>
                <a:ea typeface="Malgun Gothic"/>
                <a:cs typeface="Malgun Gothic"/>
              </a:defRPr>
            </a:defPPr>
            <a:lvl1pPr>
              <a:buNone/>
              <a:defRPr sz="3225" b="1">
                <a:solidFill>
                  <a:srgbClr val="008F90"/>
                </a:solidFill>
                <a:latin typeface="Malgun Gothic"/>
                <a:ea typeface="Malgun Gothic"/>
                <a:cs typeface="Malgun Gothic"/>
              </a:defRPr>
            </a:lvl1pPr>
            <a:lvl2pPr>
              <a:buNone/>
              <a:defRPr sz="3225" b="1">
                <a:solidFill>
                  <a:srgbClr val="008F90"/>
                </a:solidFill>
                <a:latin typeface="Malgun Gothic"/>
                <a:ea typeface="Malgun Gothic"/>
                <a:cs typeface="Malgun Gothic"/>
              </a:defRPr>
            </a:lvl2pPr>
            <a:lvl3pPr>
              <a:buNone/>
              <a:defRPr sz="3225" b="1">
                <a:solidFill>
                  <a:srgbClr val="008F90"/>
                </a:solidFill>
                <a:latin typeface="Malgun Gothic"/>
                <a:ea typeface="Malgun Gothic"/>
                <a:cs typeface="Malgun Gothic"/>
              </a:defRPr>
            </a:lvl3pPr>
            <a:lvl4pPr>
              <a:buNone/>
              <a:defRPr sz="3225" b="1">
                <a:solidFill>
                  <a:srgbClr val="008F90"/>
                </a:solidFill>
                <a:latin typeface="Malgun Gothic"/>
                <a:ea typeface="Malgun Gothic"/>
                <a:cs typeface="Malgun Gothic"/>
              </a:defRPr>
            </a:lvl4pPr>
            <a:lvl5pPr>
              <a:buNone/>
              <a:defRPr sz="3225" b="1">
                <a:solidFill>
                  <a:srgbClr val="008F90"/>
                </a:solidFill>
                <a:latin typeface="Malgun Gothic"/>
                <a:ea typeface="Malgun Gothic"/>
                <a:cs typeface="Malgun Gothic"/>
              </a:defRPr>
            </a:lvl5pPr>
            <a:lvl6pPr>
              <a:buNone/>
              <a:defRPr sz="3225" b="1">
                <a:solidFill>
                  <a:srgbClr val="008F90"/>
                </a:solidFill>
                <a:latin typeface="Malgun Gothic"/>
                <a:ea typeface="Malgun Gothic"/>
                <a:cs typeface="Malgun Gothic"/>
              </a:defRPr>
            </a:lvl6pPr>
            <a:lvl7pPr>
              <a:buNone/>
              <a:defRPr sz="3225" b="1">
                <a:solidFill>
                  <a:srgbClr val="008F90"/>
                </a:solidFill>
                <a:latin typeface="Malgun Gothic"/>
                <a:ea typeface="Malgun Gothic"/>
                <a:cs typeface="Malgun Gothic"/>
              </a:defRPr>
            </a:lvl7pPr>
            <a:lvl8pPr>
              <a:buNone/>
              <a:defRPr sz="3225" b="1">
                <a:solidFill>
                  <a:srgbClr val="008F90"/>
                </a:solidFill>
                <a:latin typeface="Malgun Gothic"/>
                <a:ea typeface="Malgun Gothic"/>
                <a:cs typeface="Malgun Gothic"/>
              </a:defRPr>
            </a:lvl8pPr>
            <a:lvl9pPr>
              <a:buNone/>
              <a:defRPr sz="3225" b="1">
                <a:solidFill>
                  <a:srgbClr val="008F90"/>
                </a:solidFill>
                <a:latin typeface="Malgun Gothic"/>
                <a:ea typeface="Malgun Gothic"/>
                <a:cs typeface="Malgun Gothic"/>
              </a:defRPr>
            </a:lvl9pPr>
          </a:lstStyle>
          <a:p>
            <a:pPr>
              <a:buNone/>
              <a:defRPr sz="3225" b="1">
                <a:solidFill>
                  <a:srgbClr val="008F90"/>
                </a:solidFill>
                <a:latin typeface="Malgun Gothic"/>
                <a:ea typeface="Malgun Gothic"/>
                <a:cs typeface="Malgun Gothic"/>
              </a:defRPr>
            </a:pPr>
            <a:r>
              <a:rPr sz="3225" b="1">
                <a:solidFill>
                  <a:srgbClr val="008F90"/>
                </a:solidFill>
                <a:latin typeface="Malgun Gothic"/>
                <a:ea typeface="Malgun Gothic"/>
                <a:cs typeface="Malgun Gothic"/>
              </a:rPr>
              <a:t>126시간 예상  $197.74</a:t>
            </a:r>
          </a:p>
        </p:txBody>
      </p:sp>
      <p:sp>
        <p:nvSpPr>
          <p:cNvPr id="8" name="직사각형 7">
            <a:extLst>
              <a:ext uri="{FF2B5EF4-FFF2-40B4-BE49-F238E27FC236}">
                <a16:creationId xmlns:a16="http://schemas.microsoft.com/office/drawing/2014/main" id="{6D28E004-C888-4370-B2AE-FCC328407B9B}"/>
              </a:ext>
            </a:extLst>
          </p:cNvPr>
          <p:cNvSpPr>
            <a:spLocks noGrp="1"/>
          </p:cNvSpPr>
          <p:nvPr/>
        </p:nvSpPr>
        <p:spPr>
          <a:xfrm>
            <a:off x="1504950" y="3333750"/>
            <a:ext cx="9144000" cy="361950"/>
          </a:xfrm>
          <a:prstGeom prst="rect">
            <a:avLst/>
          </a:prstGeom>
          <a:noFill/>
          <a:ln w="0">
            <a:noFill/>
          </a:ln>
        </p:spPr>
        <p:txBody>
          <a:bodyPr/>
          <a:lstStyle>
            <a:defPPr>
              <a:defRPr sz="1725" b="0">
                <a:solidFill>
                  <a:srgbClr val="6C6050"/>
                </a:solidFill>
                <a:latin typeface="Malgun Gothic"/>
                <a:ea typeface="Malgun Gothic"/>
                <a:cs typeface="Malgun Gothic"/>
              </a:defRPr>
            </a:defPPr>
            <a:lvl1pPr>
              <a:buNone/>
              <a:defRPr sz="1725" b="0">
                <a:solidFill>
                  <a:srgbClr val="6C6050"/>
                </a:solidFill>
                <a:latin typeface="Malgun Gothic"/>
                <a:ea typeface="Malgun Gothic"/>
                <a:cs typeface="Malgun Gothic"/>
              </a:defRPr>
            </a:lvl1pPr>
            <a:lvl2pPr>
              <a:buNone/>
              <a:defRPr sz="1725" b="0">
                <a:solidFill>
                  <a:srgbClr val="6C6050"/>
                </a:solidFill>
                <a:latin typeface="Malgun Gothic"/>
                <a:ea typeface="Malgun Gothic"/>
                <a:cs typeface="Malgun Gothic"/>
              </a:defRPr>
            </a:lvl2pPr>
            <a:lvl3pPr>
              <a:buNone/>
              <a:defRPr sz="1725" b="0">
                <a:solidFill>
                  <a:srgbClr val="6C6050"/>
                </a:solidFill>
                <a:latin typeface="Malgun Gothic"/>
                <a:ea typeface="Malgun Gothic"/>
                <a:cs typeface="Malgun Gothic"/>
              </a:defRPr>
            </a:lvl3pPr>
            <a:lvl4pPr>
              <a:buNone/>
              <a:defRPr sz="1725" b="0">
                <a:solidFill>
                  <a:srgbClr val="6C6050"/>
                </a:solidFill>
                <a:latin typeface="Malgun Gothic"/>
                <a:ea typeface="Malgun Gothic"/>
                <a:cs typeface="Malgun Gothic"/>
              </a:defRPr>
            </a:lvl4pPr>
            <a:lvl5pPr>
              <a:buNone/>
              <a:defRPr sz="1725" b="0">
                <a:solidFill>
                  <a:srgbClr val="6C6050"/>
                </a:solidFill>
                <a:latin typeface="Malgun Gothic"/>
                <a:ea typeface="Malgun Gothic"/>
                <a:cs typeface="Malgun Gothic"/>
              </a:defRPr>
            </a:lvl5pPr>
            <a:lvl6pPr>
              <a:buNone/>
              <a:defRPr sz="1725" b="0">
                <a:solidFill>
                  <a:srgbClr val="6C6050"/>
                </a:solidFill>
                <a:latin typeface="Malgun Gothic"/>
                <a:ea typeface="Malgun Gothic"/>
                <a:cs typeface="Malgun Gothic"/>
              </a:defRPr>
            </a:lvl6pPr>
            <a:lvl7pPr>
              <a:buNone/>
              <a:defRPr sz="1725" b="0">
                <a:solidFill>
                  <a:srgbClr val="6C6050"/>
                </a:solidFill>
                <a:latin typeface="Malgun Gothic"/>
                <a:ea typeface="Malgun Gothic"/>
                <a:cs typeface="Malgun Gothic"/>
              </a:defRPr>
            </a:lvl7pPr>
            <a:lvl8pPr>
              <a:buNone/>
              <a:defRPr sz="1725" b="0">
                <a:solidFill>
                  <a:srgbClr val="6C6050"/>
                </a:solidFill>
                <a:latin typeface="Malgun Gothic"/>
                <a:ea typeface="Malgun Gothic"/>
                <a:cs typeface="Malgun Gothic"/>
              </a:defRPr>
            </a:lvl8pPr>
            <a:lvl9pPr>
              <a:buNone/>
              <a:defRPr sz="1725" b="0">
                <a:solidFill>
                  <a:srgbClr val="6C6050"/>
                </a:solidFill>
                <a:latin typeface="Malgun Gothic"/>
                <a:ea typeface="Malgun Gothic"/>
                <a:cs typeface="Malgun Gothic"/>
              </a:defRPr>
            </a:lvl9pPr>
          </a:lstStyle>
          <a:p>
            <a:pPr>
              <a:buNone/>
              <a:defRPr sz="1725" b="0">
                <a:solidFill>
                  <a:srgbClr val="6C6050"/>
                </a:solidFill>
                <a:latin typeface="Malgun Gothic"/>
                <a:ea typeface="Malgun Gothic"/>
                <a:cs typeface="Malgun Gothic"/>
              </a:defRPr>
            </a:pPr>
            <a:r>
              <a:rPr sz="1725" b="0">
                <a:solidFill>
                  <a:srgbClr val="6C6050"/>
                </a:solidFill>
                <a:latin typeface="Malgun Gothic"/>
                <a:ea typeface="Malgun Gothic"/>
                <a:cs typeface="Malgun Gothic"/>
              </a:rPr>
              <a:t>약 276,841원  ·  환율 1,400원 기준</a:t>
            </a:r>
          </a:p>
        </p:txBody>
      </p:sp>
      <p:sp>
        <p:nvSpPr>
          <p:cNvPr id="9" name="직사각형 8">
            <a:extLst>
              <a:ext uri="{FF2B5EF4-FFF2-40B4-BE49-F238E27FC236}">
                <a16:creationId xmlns:a16="http://schemas.microsoft.com/office/drawing/2014/main" id="{5C743F66-B8C2-4DBF-826B-7AE7E4E01CC7}"/>
              </a:ext>
            </a:extLst>
          </p:cNvPr>
          <p:cNvSpPr>
            <a:spLocks noGrp="1"/>
          </p:cNvSpPr>
          <p:nvPr/>
        </p:nvSpPr>
        <p:spPr>
          <a:xfrm>
            <a:off x="1476375" y="4029075"/>
            <a:ext cx="47625" cy="914400"/>
          </a:xfrm>
          <a:prstGeom prst="rect">
            <a:avLst/>
          </a:prstGeom>
          <a:solidFill>
            <a:srgbClr val="008F90"/>
          </a:solidFill>
          <a:ln w="0">
            <a:noFill/>
          </a:ln>
        </p:spPr>
        <p:txBody>
          <a:bodyPr/>
          <a:lstStyle/>
          <a:p>
            <a:endParaRPr lang="ko-KR" altLang="en-US"/>
          </a:p>
        </p:txBody>
      </p:sp>
      <p:sp>
        <p:nvSpPr>
          <p:cNvPr id="10" name="직사각형 9">
            <a:extLst>
              <a:ext uri="{FF2B5EF4-FFF2-40B4-BE49-F238E27FC236}">
                <a16:creationId xmlns:a16="http://schemas.microsoft.com/office/drawing/2014/main" id="{1A869087-134D-48BB-9802-C3C788BF59E2}"/>
              </a:ext>
            </a:extLst>
          </p:cNvPr>
          <p:cNvSpPr>
            <a:spLocks noGrp="1"/>
          </p:cNvSpPr>
          <p:nvPr/>
        </p:nvSpPr>
        <p:spPr>
          <a:xfrm>
            <a:off x="1638300" y="4000500"/>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산정 대상</a:t>
            </a:r>
          </a:p>
        </p:txBody>
      </p:sp>
      <p:sp>
        <p:nvSpPr>
          <p:cNvPr id="11" name="직사각형 10">
            <a:extLst>
              <a:ext uri="{FF2B5EF4-FFF2-40B4-BE49-F238E27FC236}">
                <a16:creationId xmlns:a16="http://schemas.microsoft.com/office/drawing/2014/main" id="{81499B4F-5EF3-41F6-8106-1EA9797FEB22}"/>
              </a:ext>
            </a:extLst>
          </p:cNvPr>
          <p:cNvSpPr>
            <a:spLocks noGrp="1"/>
          </p:cNvSpPr>
          <p:nvPr/>
        </p:nvSpPr>
        <p:spPr>
          <a:xfrm>
            <a:off x="1638300" y="4410075"/>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EC2 18대 · EBS 4,260GiB</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공인 IPv4 3개</a:t>
            </a:r>
          </a:p>
        </p:txBody>
      </p:sp>
      <p:sp>
        <p:nvSpPr>
          <p:cNvPr id="12" name="직사각형 11">
            <a:extLst>
              <a:ext uri="{FF2B5EF4-FFF2-40B4-BE49-F238E27FC236}">
                <a16:creationId xmlns:a16="http://schemas.microsoft.com/office/drawing/2014/main" id="{EC380696-32F8-4B47-9A91-BC0FEC5F6C5B}"/>
              </a:ext>
            </a:extLst>
          </p:cNvPr>
          <p:cNvSpPr>
            <a:spLocks noGrp="1"/>
          </p:cNvSpPr>
          <p:nvPr/>
        </p:nvSpPr>
        <p:spPr>
          <a:xfrm>
            <a:off x="6191250" y="4029075"/>
            <a:ext cx="47625" cy="914400"/>
          </a:xfrm>
          <a:prstGeom prst="rect">
            <a:avLst/>
          </a:prstGeom>
          <a:solidFill>
            <a:srgbClr val="008F90"/>
          </a:solidFill>
          <a:ln w="0">
            <a:noFill/>
          </a:ln>
        </p:spPr>
        <p:txBody>
          <a:bodyPr/>
          <a:lstStyle/>
          <a:p>
            <a:endParaRPr lang="ko-KR" altLang="en-US"/>
          </a:p>
        </p:txBody>
      </p:sp>
      <p:sp>
        <p:nvSpPr>
          <p:cNvPr id="13" name="직사각형 12">
            <a:extLst>
              <a:ext uri="{FF2B5EF4-FFF2-40B4-BE49-F238E27FC236}">
                <a16:creationId xmlns:a16="http://schemas.microsoft.com/office/drawing/2014/main" id="{6182C028-076B-4705-A10C-2C65974E69B0}"/>
              </a:ext>
            </a:extLst>
          </p:cNvPr>
          <p:cNvSpPr>
            <a:spLocks noGrp="1"/>
          </p:cNvSpPr>
          <p:nvPr/>
        </p:nvSpPr>
        <p:spPr>
          <a:xfrm>
            <a:off x="6353175" y="4000500"/>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운영 방향</a:t>
            </a:r>
          </a:p>
        </p:txBody>
      </p:sp>
      <p:sp>
        <p:nvSpPr>
          <p:cNvPr id="14" name="직사각형 13">
            <a:extLst>
              <a:ext uri="{FF2B5EF4-FFF2-40B4-BE49-F238E27FC236}">
                <a16:creationId xmlns:a16="http://schemas.microsoft.com/office/drawing/2014/main" id="{DC3CD949-4B56-4486-8281-026F0A0F07A8}"/>
              </a:ext>
            </a:extLst>
          </p:cNvPr>
          <p:cNvSpPr>
            <a:spLocks noGrp="1"/>
          </p:cNvSpPr>
          <p:nvPr/>
        </p:nvSpPr>
        <p:spPr>
          <a:xfrm>
            <a:off x="6353175" y="4410075"/>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실행 시간과 자원 유지비를 분리</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예약 시작·중지로 운영 시간 관리</a:t>
            </a:r>
          </a:p>
        </p:txBody>
      </p:sp>
      <p:sp>
        <p:nvSpPr>
          <p:cNvPr id="15" name="직사각형 14">
            <a:extLst>
              <a:ext uri="{FF2B5EF4-FFF2-40B4-BE49-F238E27FC236}">
                <a16:creationId xmlns:a16="http://schemas.microsoft.com/office/drawing/2014/main" id="{195E20BD-150F-49A3-BB34-F806694BBB10}"/>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기존 10/14 09:00~10/19 15:00 견적 기준. 실제 청구액·트래픽 등은 별도.</a:t>
            </a:r>
          </a:p>
        </p:txBody>
      </p:sp>
    </p:spTree>
    <p:extLst>
      <p:ext uri="{BB962C8B-B14F-4D97-AF65-F5344CB8AC3E}">
        <p14:creationId xmlns:p14="http://schemas.microsoft.com/office/powerpoint/2010/main" val="1416261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B2C0F382-E12A-40AD-8851-771CF8E805DD}"/>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056171BA-37B4-49D1-9928-17BE7CB463EF}"/>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4BF7DEF0-C7D0-4B3B-95BB-DDE3A0242C31}"/>
              </a:ext>
            </a:extLst>
          </p:cNvPr>
          <p:cNvSpPr>
            <a:spLocks noGrp="1"/>
          </p:cNvSpPr>
          <p:nvPr/>
        </p:nvSpPr>
        <p:spPr>
          <a:xfrm>
            <a:off x="1460183" y="2665857"/>
            <a:ext cx="47434" cy="810768"/>
          </a:xfrm>
          <a:prstGeom prst="rect">
            <a:avLst/>
          </a:prstGeom>
          <a:solidFill>
            <a:srgbClr val="008584"/>
          </a:solidFill>
          <a:ln w="0">
            <a:noFill/>
          </a:ln>
        </p:spPr>
        <p:txBody>
          <a:bodyPr/>
          <a:lstStyle/>
          <a:p>
            <a:endParaRPr lang="ko-KR" altLang="en-US"/>
          </a:p>
        </p:txBody>
      </p:sp>
      <p:sp>
        <p:nvSpPr>
          <p:cNvPr id="10" name="직사각형 9">
            <a:extLst>
              <a:ext uri="{FF2B5EF4-FFF2-40B4-BE49-F238E27FC236}">
                <a16:creationId xmlns:a16="http://schemas.microsoft.com/office/drawing/2014/main" id="{3CBAE5D4-CA03-49FA-8CE1-1C69DFDE6192}"/>
              </a:ext>
            </a:extLst>
          </p:cNvPr>
          <p:cNvSpPr>
            <a:spLocks noGrp="1"/>
          </p:cNvSpPr>
          <p:nvPr/>
        </p:nvSpPr>
        <p:spPr>
          <a:xfrm>
            <a:off x="6243161" y="2665857"/>
            <a:ext cx="47434" cy="810768"/>
          </a:xfrm>
          <a:prstGeom prst="rect">
            <a:avLst/>
          </a:prstGeom>
          <a:solidFill>
            <a:srgbClr val="008584"/>
          </a:solidFill>
          <a:ln w="0">
            <a:noFill/>
          </a:ln>
        </p:spPr>
        <p:txBody>
          <a:bodyPr/>
          <a:lstStyle/>
          <a:p>
            <a:endParaRPr lang="ko-KR" altLang="en-US"/>
          </a:p>
        </p:txBody>
      </p:sp>
      <p:sp>
        <p:nvSpPr>
          <p:cNvPr id="13" name="직사각형 12">
            <a:extLst>
              <a:ext uri="{FF2B5EF4-FFF2-40B4-BE49-F238E27FC236}">
                <a16:creationId xmlns:a16="http://schemas.microsoft.com/office/drawing/2014/main" id="{ACAB6A38-FA53-4382-BA4C-6C871F4EF0B3}"/>
              </a:ext>
            </a:extLst>
          </p:cNvPr>
          <p:cNvSpPr>
            <a:spLocks noGrp="1"/>
          </p:cNvSpPr>
          <p:nvPr/>
        </p:nvSpPr>
        <p:spPr>
          <a:xfrm>
            <a:off x="1460183" y="4019550"/>
            <a:ext cx="47434" cy="810768"/>
          </a:xfrm>
          <a:prstGeom prst="rect">
            <a:avLst/>
          </a:prstGeom>
          <a:solidFill>
            <a:srgbClr val="008584"/>
          </a:solidFill>
          <a:ln w="0">
            <a:noFill/>
          </a:ln>
        </p:spPr>
        <p:txBody>
          <a:bodyPr/>
          <a:lstStyle/>
          <a:p>
            <a:endParaRPr lang="ko-KR" altLang="en-US"/>
          </a:p>
        </p:txBody>
      </p:sp>
      <p:sp>
        <p:nvSpPr>
          <p:cNvPr id="16" name="직사각형 15">
            <a:extLst>
              <a:ext uri="{FF2B5EF4-FFF2-40B4-BE49-F238E27FC236}">
                <a16:creationId xmlns:a16="http://schemas.microsoft.com/office/drawing/2014/main" id="{607273D9-5C5E-4847-BC5C-5F0777D7A4B2}"/>
              </a:ext>
            </a:extLst>
          </p:cNvPr>
          <p:cNvSpPr>
            <a:spLocks noGrp="1"/>
          </p:cNvSpPr>
          <p:nvPr/>
        </p:nvSpPr>
        <p:spPr>
          <a:xfrm>
            <a:off x="6243161" y="4019550"/>
            <a:ext cx="47434" cy="810768"/>
          </a:xfrm>
          <a:prstGeom prst="rect">
            <a:avLst/>
          </a:prstGeom>
          <a:solidFill>
            <a:srgbClr val="008584"/>
          </a:solidFill>
          <a:ln w="0">
            <a:noFill/>
          </a:ln>
        </p:spPr>
        <p:txBody>
          <a:bodyPr/>
          <a:lstStyle/>
          <a:p>
            <a:endParaRPr lang="ko-KR" altLang="en-US"/>
          </a:p>
        </p:txBody>
      </p:sp>
      <p:pic>
        <p:nvPicPr>
          <p:cNvPr id="21" name="그림 20">
            <a:extLst>
              <a:ext uri="{FF2B5EF4-FFF2-40B4-BE49-F238E27FC236}">
                <a16:creationId xmlns:a16="http://schemas.microsoft.com/office/drawing/2014/main" id="{46518FDF-A35D-4827-9DFD-1BA2258A6281}"/>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22" name="직사각형 21">
            <a:extLst>
              <a:ext uri="{FF2B5EF4-FFF2-40B4-BE49-F238E27FC236}">
                <a16:creationId xmlns:a16="http://schemas.microsoft.com/office/drawing/2014/main" id="{C92128F3-969A-4E0C-9CC3-7C53BF095421}"/>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23" name="직사각형 22">
            <a:extLst>
              <a:ext uri="{FF2B5EF4-FFF2-40B4-BE49-F238E27FC236}">
                <a16:creationId xmlns:a16="http://schemas.microsoft.com/office/drawing/2014/main" id="{9C989A88-2F38-45CD-B039-0E78472155BA}"/>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계정 분산과 VPC Peering</a:t>
            </a:r>
          </a:p>
        </p:txBody>
      </p:sp>
      <p:sp>
        <p:nvSpPr>
          <p:cNvPr id="24" name="직사각형 23">
            <a:extLst>
              <a:ext uri="{FF2B5EF4-FFF2-40B4-BE49-F238E27FC236}">
                <a16:creationId xmlns:a16="http://schemas.microsoft.com/office/drawing/2014/main" id="{619F38AA-5456-495A-89FA-533036594DC9}"/>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여러 계정에 나눈 서버를 사설 네트워크로 연결</a:t>
            </a:r>
          </a:p>
        </p:txBody>
      </p:sp>
      <p:sp>
        <p:nvSpPr>
          <p:cNvPr id="25" name="직사각형 24">
            <a:extLst>
              <a:ext uri="{FF2B5EF4-FFF2-40B4-BE49-F238E27FC236}">
                <a16:creationId xmlns:a16="http://schemas.microsoft.com/office/drawing/2014/main" id="{A313F4FA-AF1B-4F3F-A266-8C6C6EE574AE}"/>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26" name="직사각형 25">
            <a:extLst>
              <a:ext uri="{FF2B5EF4-FFF2-40B4-BE49-F238E27FC236}">
                <a16:creationId xmlns:a16="http://schemas.microsoft.com/office/drawing/2014/main" id="{84A8C596-FBDA-4707-84A4-C98BB3B209E1}"/>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02</a:t>
            </a:r>
          </a:p>
        </p:txBody>
      </p:sp>
      <p:sp>
        <p:nvSpPr>
          <p:cNvPr id="27" name="직사각형 26">
            <a:extLst>
              <a:ext uri="{FF2B5EF4-FFF2-40B4-BE49-F238E27FC236}">
                <a16:creationId xmlns:a16="http://schemas.microsoft.com/office/drawing/2014/main" id="{EF4E568A-0449-4F0A-9F9F-9E3B53DDADF6}"/>
              </a:ext>
            </a:extLst>
          </p:cNvPr>
          <p:cNvSpPr>
            <a:spLocks noGrp="1"/>
          </p:cNvSpPr>
          <p:nvPr/>
        </p:nvSpPr>
        <p:spPr>
          <a:xfrm>
            <a:off x="1381125" y="2809875"/>
            <a:ext cx="2667000" cy="1619250"/>
          </a:xfrm>
          <a:prstGeom prst="rect">
            <a:avLst/>
          </a:prstGeom>
          <a:solidFill>
            <a:srgbClr val="F4EDDC"/>
          </a:solidFill>
          <a:ln w="0">
            <a:noFill/>
          </a:ln>
        </p:spPr>
        <p:txBody>
          <a:bodyPr/>
          <a:lstStyle/>
          <a:p>
            <a:endParaRPr lang="ko-KR" altLang="en-US"/>
          </a:p>
        </p:txBody>
      </p:sp>
      <p:sp>
        <p:nvSpPr>
          <p:cNvPr id="28" name="직사각형 27">
            <a:extLst>
              <a:ext uri="{FF2B5EF4-FFF2-40B4-BE49-F238E27FC236}">
                <a16:creationId xmlns:a16="http://schemas.microsoft.com/office/drawing/2014/main" id="{388F8309-00EB-42F7-ACB9-64AFECA0105F}"/>
              </a:ext>
            </a:extLst>
          </p:cNvPr>
          <p:cNvSpPr>
            <a:spLocks noGrp="1"/>
          </p:cNvSpPr>
          <p:nvPr/>
        </p:nvSpPr>
        <p:spPr>
          <a:xfrm>
            <a:off x="1495425" y="292417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운영 조건</a:t>
            </a:r>
          </a:p>
        </p:txBody>
      </p:sp>
      <p:sp>
        <p:nvSpPr>
          <p:cNvPr id="29" name="직사각형 28">
            <a:extLst>
              <a:ext uri="{FF2B5EF4-FFF2-40B4-BE49-F238E27FC236}">
                <a16:creationId xmlns:a16="http://schemas.microsoft.com/office/drawing/2014/main" id="{C02C6EA0-9945-433C-96D4-8296C2642B14}"/>
              </a:ext>
            </a:extLst>
          </p:cNvPr>
          <p:cNvSpPr>
            <a:spLocks noGrp="1"/>
          </p:cNvSpPr>
          <p:nvPr/>
        </p:nvSpPr>
        <p:spPr>
          <a:xfrm>
            <a:off x="1495425" y="3352800"/>
            <a:ext cx="2438400" cy="104775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한 계정에 자원을</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집중하기 어려움</a:t>
            </a:r>
          </a:p>
        </p:txBody>
      </p:sp>
      <p:sp>
        <p:nvSpPr>
          <p:cNvPr id="30" name="오른쪽 화살표[R] 29">
            <a:extLst>
              <a:ext uri="{FF2B5EF4-FFF2-40B4-BE49-F238E27FC236}">
                <a16:creationId xmlns:a16="http://schemas.microsoft.com/office/drawing/2014/main" id="{AD02D56E-F787-4FE7-9099-7DB5D254B987}"/>
              </a:ext>
            </a:extLst>
          </p:cNvPr>
          <p:cNvSpPr>
            <a:spLocks noGrp="1"/>
          </p:cNvSpPr>
          <p:nvPr/>
        </p:nvSpPr>
        <p:spPr>
          <a:xfrm>
            <a:off x="4143375" y="3524250"/>
            <a:ext cx="266700" cy="171450"/>
          </a:xfrm>
          <a:prstGeom prst="rightArrow">
            <a:avLst/>
          </a:prstGeom>
          <a:solidFill>
            <a:srgbClr val="008F90"/>
          </a:solidFill>
          <a:ln w="0">
            <a:noFill/>
          </a:ln>
        </p:spPr>
        <p:txBody>
          <a:bodyPr/>
          <a:lstStyle/>
          <a:p>
            <a:endParaRPr lang="ko-KR" altLang="en-US"/>
          </a:p>
        </p:txBody>
      </p:sp>
      <p:sp>
        <p:nvSpPr>
          <p:cNvPr id="31" name="직사각형 30">
            <a:extLst>
              <a:ext uri="{FF2B5EF4-FFF2-40B4-BE49-F238E27FC236}">
                <a16:creationId xmlns:a16="http://schemas.microsoft.com/office/drawing/2014/main" id="{D41EB6A1-FC55-48FF-8570-802222B185D5}"/>
              </a:ext>
            </a:extLst>
          </p:cNvPr>
          <p:cNvSpPr>
            <a:spLocks noGrp="1"/>
          </p:cNvSpPr>
          <p:nvPr/>
        </p:nvSpPr>
        <p:spPr>
          <a:xfrm>
            <a:off x="4572000" y="2809875"/>
            <a:ext cx="2667000" cy="1619250"/>
          </a:xfrm>
          <a:prstGeom prst="rect">
            <a:avLst/>
          </a:prstGeom>
          <a:solidFill>
            <a:srgbClr val="F4EDDC"/>
          </a:solidFill>
          <a:ln w="0">
            <a:noFill/>
          </a:ln>
        </p:spPr>
        <p:txBody>
          <a:bodyPr/>
          <a:lstStyle/>
          <a:p>
            <a:endParaRPr lang="ko-KR" altLang="en-US"/>
          </a:p>
        </p:txBody>
      </p:sp>
      <p:sp>
        <p:nvSpPr>
          <p:cNvPr id="32" name="직사각형 31">
            <a:extLst>
              <a:ext uri="{FF2B5EF4-FFF2-40B4-BE49-F238E27FC236}">
                <a16:creationId xmlns:a16="http://schemas.microsoft.com/office/drawing/2014/main" id="{66A2B374-F0CE-43C1-827C-6FAC356E9D91}"/>
              </a:ext>
            </a:extLst>
          </p:cNvPr>
          <p:cNvSpPr>
            <a:spLocks noGrp="1"/>
          </p:cNvSpPr>
          <p:nvPr/>
        </p:nvSpPr>
        <p:spPr>
          <a:xfrm>
            <a:off x="4686300" y="292417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분산 배치</a:t>
            </a:r>
          </a:p>
        </p:txBody>
      </p:sp>
      <p:sp>
        <p:nvSpPr>
          <p:cNvPr id="33" name="직사각형 32">
            <a:extLst>
              <a:ext uri="{FF2B5EF4-FFF2-40B4-BE49-F238E27FC236}">
                <a16:creationId xmlns:a16="http://schemas.microsoft.com/office/drawing/2014/main" id="{B24F4ED5-A77C-4EA1-B2B7-BFC450EE1EC0}"/>
              </a:ext>
            </a:extLst>
          </p:cNvPr>
          <p:cNvSpPr>
            <a:spLocks noGrp="1"/>
          </p:cNvSpPr>
          <p:nvPr/>
        </p:nvSpPr>
        <p:spPr>
          <a:xfrm>
            <a:off x="4686300" y="3352800"/>
            <a:ext cx="2438400" cy="104775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5개 AWS 계정</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계정별 VPC 구성</a:t>
            </a:r>
          </a:p>
        </p:txBody>
      </p:sp>
      <p:sp>
        <p:nvSpPr>
          <p:cNvPr id="34" name="오른쪽 화살표[R] 33">
            <a:extLst>
              <a:ext uri="{FF2B5EF4-FFF2-40B4-BE49-F238E27FC236}">
                <a16:creationId xmlns:a16="http://schemas.microsoft.com/office/drawing/2014/main" id="{EABF866A-EB77-499F-AB88-035834C74D7F}"/>
              </a:ext>
            </a:extLst>
          </p:cNvPr>
          <p:cNvSpPr>
            <a:spLocks noGrp="1"/>
          </p:cNvSpPr>
          <p:nvPr/>
        </p:nvSpPr>
        <p:spPr>
          <a:xfrm>
            <a:off x="7334250" y="3524250"/>
            <a:ext cx="266700" cy="171450"/>
          </a:xfrm>
          <a:prstGeom prst="rightArrow">
            <a:avLst/>
          </a:prstGeom>
          <a:solidFill>
            <a:srgbClr val="008F90"/>
          </a:solidFill>
          <a:ln w="0">
            <a:noFill/>
          </a:ln>
        </p:spPr>
        <p:txBody>
          <a:bodyPr/>
          <a:lstStyle/>
          <a:p>
            <a:endParaRPr lang="ko-KR" altLang="en-US"/>
          </a:p>
        </p:txBody>
      </p:sp>
      <p:sp>
        <p:nvSpPr>
          <p:cNvPr id="35" name="직사각형 34">
            <a:extLst>
              <a:ext uri="{FF2B5EF4-FFF2-40B4-BE49-F238E27FC236}">
                <a16:creationId xmlns:a16="http://schemas.microsoft.com/office/drawing/2014/main" id="{936D1DB1-6466-4B68-B67A-B0C3D25826A8}"/>
              </a:ext>
            </a:extLst>
          </p:cNvPr>
          <p:cNvSpPr>
            <a:spLocks noGrp="1"/>
          </p:cNvSpPr>
          <p:nvPr/>
        </p:nvSpPr>
        <p:spPr>
          <a:xfrm>
            <a:off x="7762875" y="2809875"/>
            <a:ext cx="2857500" cy="1619250"/>
          </a:xfrm>
          <a:prstGeom prst="rect">
            <a:avLst/>
          </a:prstGeom>
          <a:solidFill>
            <a:srgbClr val="F4EDDC"/>
          </a:solidFill>
          <a:ln w="0">
            <a:noFill/>
          </a:ln>
        </p:spPr>
        <p:txBody>
          <a:bodyPr/>
          <a:lstStyle/>
          <a:p>
            <a:endParaRPr lang="ko-KR" altLang="en-US"/>
          </a:p>
        </p:txBody>
      </p:sp>
      <p:sp>
        <p:nvSpPr>
          <p:cNvPr id="36" name="직사각형 35">
            <a:extLst>
              <a:ext uri="{FF2B5EF4-FFF2-40B4-BE49-F238E27FC236}">
                <a16:creationId xmlns:a16="http://schemas.microsoft.com/office/drawing/2014/main" id="{D785BE7E-AA5D-4499-BF1A-C1AA24C05B56}"/>
              </a:ext>
            </a:extLst>
          </p:cNvPr>
          <p:cNvSpPr>
            <a:spLocks noGrp="1"/>
          </p:cNvSpPr>
          <p:nvPr/>
        </p:nvSpPr>
        <p:spPr>
          <a:xfrm>
            <a:off x="7877175" y="2924175"/>
            <a:ext cx="26289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사설 연결</a:t>
            </a:r>
          </a:p>
        </p:txBody>
      </p:sp>
      <p:sp>
        <p:nvSpPr>
          <p:cNvPr id="37" name="직사각형 36">
            <a:extLst>
              <a:ext uri="{FF2B5EF4-FFF2-40B4-BE49-F238E27FC236}">
                <a16:creationId xmlns:a16="http://schemas.microsoft.com/office/drawing/2014/main" id="{F44EFFC2-C233-4183-8955-7E4D45CA685C}"/>
              </a:ext>
            </a:extLst>
          </p:cNvPr>
          <p:cNvSpPr>
            <a:spLocks noGrp="1"/>
          </p:cNvSpPr>
          <p:nvPr/>
        </p:nvSpPr>
        <p:spPr>
          <a:xfrm>
            <a:off x="7877175" y="3352800"/>
            <a:ext cx="2628900" cy="104775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VPC Peering 10개</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계정 간 통신 허용</a:t>
            </a:r>
          </a:p>
        </p:txBody>
      </p:sp>
      <p:sp>
        <p:nvSpPr>
          <p:cNvPr id="38" name="직사각형 37">
            <a:extLst>
              <a:ext uri="{FF2B5EF4-FFF2-40B4-BE49-F238E27FC236}">
                <a16:creationId xmlns:a16="http://schemas.microsoft.com/office/drawing/2014/main" id="{DC9EDD78-8D05-4FBB-8A32-028C19098E97}"/>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Peering 연결과 함께 라우팅·보안 그룹을 설정해 필요한 통신 경로를 구성.</a:t>
            </a:r>
          </a:p>
        </p:txBody>
      </p:sp>
    </p:spTree>
    <p:extLst>
      <p:ext uri="{BB962C8B-B14F-4D97-AF65-F5344CB8AC3E}">
        <p14:creationId xmlns:p14="http://schemas.microsoft.com/office/powerpoint/2010/main" val="267281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DB4FF0E7-E64E-46FC-AC79-2FC0F46D7E0C}"/>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DB55308A-B48B-42E0-A38F-E30CEED98F34}"/>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510CDD19-D347-40AF-9100-DB7DB2FFC2B4}"/>
              </a:ext>
            </a:extLst>
          </p:cNvPr>
          <p:cNvSpPr>
            <a:spLocks noGrp="1"/>
          </p:cNvSpPr>
          <p:nvPr/>
        </p:nvSpPr>
        <p:spPr>
          <a:xfrm>
            <a:off x="1381125" y="2716530"/>
            <a:ext cx="1502093" cy="982980"/>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AF23CD55-C5B6-4623-AE85-F7E7A8222468}"/>
              </a:ext>
            </a:extLst>
          </p:cNvPr>
          <p:cNvSpPr>
            <a:spLocks noGrp="1"/>
          </p:cNvSpPr>
          <p:nvPr/>
        </p:nvSpPr>
        <p:spPr>
          <a:xfrm>
            <a:off x="2993898" y="3078480"/>
            <a:ext cx="300419"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7D2F6792-1EAF-43B6-8B99-1BB4C87D5452}"/>
              </a:ext>
            </a:extLst>
          </p:cNvPr>
          <p:cNvSpPr>
            <a:spLocks noGrp="1"/>
          </p:cNvSpPr>
          <p:nvPr/>
        </p:nvSpPr>
        <p:spPr>
          <a:xfrm>
            <a:off x="3436620" y="2716530"/>
            <a:ext cx="1818322" cy="982980"/>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F7D4D5CB-CF64-47E7-BD6A-3631D7FD3384}"/>
              </a:ext>
            </a:extLst>
          </p:cNvPr>
          <p:cNvSpPr>
            <a:spLocks noGrp="1"/>
          </p:cNvSpPr>
          <p:nvPr/>
        </p:nvSpPr>
        <p:spPr>
          <a:xfrm>
            <a:off x="5365623" y="3078480"/>
            <a:ext cx="300419"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3BE1C1ED-C6FE-49CE-91D3-F05D818575AE}"/>
              </a:ext>
            </a:extLst>
          </p:cNvPr>
          <p:cNvSpPr>
            <a:spLocks noGrp="1"/>
          </p:cNvSpPr>
          <p:nvPr/>
        </p:nvSpPr>
        <p:spPr>
          <a:xfrm>
            <a:off x="5808345" y="2716530"/>
            <a:ext cx="2055495" cy="982980"/>
          </a:xfrm>
          <a:prstGeom prst="rect">
            <a:avLst/>
          </a:prstGeom>
          <a:solidFill>
            <a:srgbClr val="F7F0DF"/>
          </a:solidFill>
          <a:ln w="9525">
            <a:solidFill>
              <a:srgbClr val="CDBF9F"/>
            </a:solidFill>
          </a:ln>
        </p:spPr>
        <p:txBody>
          <a:bodyPr/>
          <a:lstStyle/>
          <a:p>
            <a:endParaRPr lang="ko-KR" altLang="en-US"/>
          </a:p>
        </p:txBody>
      </p:sp>
      <p:sp>
        <p:nvSpPr>
          <p:cNvPr id="18" name="화살표: 오른쪽 17">
            <a:extLst>
              <a:ext uri="{FF2B5EF4-FFF2-40B4-BE49-F238E27FC236}">
                <a16:creationId xmlns:a16="http://schemas.microsoft.com/office/drawing/2014/main" id="{8E92CF12-0611-4211-88C2-4FA11A268DFC}"/>
              </a:ext>
            </a:extLst>
          </p:cNvPr>
          <p:cNvSpPr>
            <a:spLocks noGrp="1"/>
          </p:cNvSpPr>
          <p:nvPr/>
        </p:nvSpPr>
        <p:spPr>
          <a:xfrm>
            <a:off x="7990332" y="3078480"/>
            <a:ext cx="300419" cy="144780"/>
          </a:xfrm>
          <a:prstGeom prst="rightArrow">
            <a:avLst/>
          </a:prstGeom>
          <a:solidFill>
            <a:srgbClr val="008584"/>
          </a:solidFill>
          <a:ln w="0">
            <a:noFill/>
          </a:ln>
        </p:spPr>
        <p:txBody>
          <a:bodyPr/>
          <a:lstStyle/>
          <a:p>
            <a:endParaRPr lang="ko-KR" altLang="en-US"/>
          </a:p>
        </p:txBody>
      </p:sp>
      <p:sp>
        <p:nvSpPr>
          <p:cNvPr id="19" name="직사각형 18">
            <a:extLst>
              <a:ext uri="{FF2B5EF4-FFF2-40B4-BE49-F238E27FC236}">
                <a16:creationId xmlns:a16="http://schemas.microsoft.com/office/drawing/2014/main" id="{975030A0-4A7F-4A81-BDD0-391C06D259E9}"/>
              </a:ext>
            </a:extLst>
          </p:cNvPr>
          <p:cNvSpPr>
            <a:spLocks noGrp="1"/>
          </p:cNvSpPr>
          <p:nvPr/>
        </p:nvSpPr>
        <p:spPr>
          <a:xfrm>
            <a:off x="8417243" y="2716530"/>
            <a:ext cx="2134553" cy="982980"/>
          </a:xfrm>
          <a:prstGeom prst="rect">
            <a:avLst/>
          </a:prstGeom>
          <a:solidFill>
            <a:srgbClr val="F7F0DF"/>
          </a:solidFill>
          <a:ln w="9525">
            <a:solidFill>
              <a:srgbClr val="CDBF9F"/>
            </a:solidFill>
          </a:ln>
        </p:spPr>
        <p:txBody>
          <a:bodyPr/>
          <a:lstStyle/>
          <a:p>
            <a:endParaRPr lang="ko-KR" altLang="en-US"/>
          </a:p>
        </p:txBody>
      </p:sp>
      <p:sp>
        <p:nvSpPr>
          <p:cNvPr id="22" name="직사각형 21">
            <a:extLst>
              <a:ext uri="{FF2B5EF4-FFF2-40B4-BE49-F238E27FC236}">
                <a16:creationId xmlns:a16="http://schemas.microsoft.com/office/drawing/2014/main" id="{4DE852CD-AFAA-4B8F-81A5-2FDF63F7EFD8}"/>
              </a:ext>
            </a:extLst>
          </p:cNvPr>
          <p:cNvSpPr>
            <a:spLocks noGrp="1"/>
          </p:cNvSpPr>
          <p:nvPr/>
        </p:nvSpPr>
        <p:spPr>
          <a:xfrm>
            <a:off x="5808345" y="4055745"/>
            <a:ext cx="2055495" cy="1019175"/>
          </a:xfrm>
          <a:prstGeom prst="rect">
            <a:avLst/>
          </a:prstGeom>
          <a:solidFill>
            <a:srgbClr val="F7F0DF"/>
          </a:solidFill>
          <a:ln w="9525">
            <a:solidFill>
              <a:srgbClr val="CDBF9F"/>
            </a:solidFill>
          </a:ln>
        </p:spPr>
        <p:txBody>
          <a:bodyPr/>
          <a:lstStyle/>
          <a:p>
            <a:endParaRPr lang="ko-KR" altLang="en-US"/>
          </a:p>
        </p:txBody>
      </p:sp>
      <p:sp>
        <p:nvSpPr>
          <p:cNvPr id="25" name="직사각형 24">
            <a:extLst>
              <a:ext uri="{FF2B5EF4-FFF2-40B4-BE49-F238E27FC236}">
                <a16:creationId xmlns:a16="http://schemas.microsoft.com/office/drawing/2014/main" id="{6EC141C6-5C4D-49C8-A044-826B207C6F73}"/>
              </a:ext>
            </a:extLst>
          </p:cNvPr>
          <p:cNvSpPr>
            <a:spLocks noGrp="1"/>
          </p:cNvSpPr>
          <p:nvPr/>
        </p:nvSpPr>
        <p:spPr>
          <a:xfrm>
            <a:off x="8417243" y="4055745"/>
            <a:ext cx="2134553" cy="1019175"/>
          </a:xfrm>
          <a:prstGeom prst="rect">
            <a:avLst/>
          </a:prstGeom>
          <a:solidFill>
            <a:srgbClr val="F7F0DF"/>
          </a:solidFill>
          <a:ln w="9525">
            <a:solidFill>
              <a:srgbClr val="CDBF9F"/>
            </a:solidFill>
          </a:ln>
        </p:spPr>
        <p:txBody>
          <a:bodyPr/>
          <a:lstStyle/>
          <a:p>
            <a:endParaRPr lang="ko-KR" altLang="en-US"/>
          </a:p>
        </p:txBody>
      </p:sp>
      <p:sp>
        <p:nvSpPr>
          <p:cNvPr id="28" name="직사각형 27">
            <a:extLst>
              <a:ext uri="{FF2B5EF4-FFF2-40B4-BE49-F238E27FC236}">
                <a16:creationId xmlns:a16="http://schemas.microsoft.com/office/drawing/2014/main" id="{59C6EA9D-52D6-4294-830B-45D666939816}"/>
              </a:ext>
            </a:extLst>
          </p:cNvPr>
          <p:cNvSpPr>
            <a:spLocks noGrp="1"/>
          </p:cNvSpPr>
          <p:nvPr/>
        </p:nvSpPr>
        <p:spPr>
          <a:xfrm>
            <a:off x="7990332" y="4475607"/>
            <a:ext cx="300419" cy="21717"/>
          </a:xfrm>
          <a:prstGeom prst="rect">
            <a:avLst/>
          </a:prstGeom>
          <a:solidFill>
            <a:srgbClr val="008584"/>
          </a:solidFill>
          <a:ln w="0">
            <a:noFill/>
          </a:ln>
        </p:spPr>
        <p:txBody>
          <a:bodyPr/>
          <a:lstStyle/>
          <a:p>
            <a:endParaRPr lang="ko-KR" altLang="en-US"/>
          </a:p>
        </p:txBody>
      </p:sp>
      <p:sp>
        <p:nvSpPr>
          <p:cNvPr id="29" name="직사각형 28">
            <a:extLst>
              <a:ext uri="{FF2B5EF4-FFF2-40B4-BE49-F238E27FC236}">
                <a16:creationId xmlns:a16="http://schemas.microsoft.com/office/drawing/2014/main" id="{044C95BD-57A2-4C0B-9801-76CC6A79B395}"/>
              </a:ext>
            </a:extLst>
          </p:cNvPr>
          <p:cNvSpPr>
            <a:spLocks noGrp="1"/>
          </p:cNvSpPr>
          <p:nvPr/>
        </p:nvSpPr>
        <p:spPr>
          <a:xfrm>
            <a:off x="3436620" y="4055745"/>
            <a:ext cx="1818322" cy="1019175"/>
          </a:xfrm>
          <a:prstGeom prst="rect">
            <a:avLst/>
          </a:prstGeom>
          <a:solidFill>
            <a:srgbClr val="F7F0DF"/>
          </a:solidFill>
          <a:ln w="9525">
            <a:solidFill>
              <a:srgbClr val="CDBF9F"/>
            </a:solidFill>
          </a:ln>
        </p:spPr>
        <p:txBody>
          <a:bodyPr/>
          <a:lstStyle/>
          <a:p>
            <a:endParaRPr lang="ko-KR" altLang="en-US"/>
          </a:p>
        </p:txBody>
      </p:sp>
      <p:sp>
        <p:nvSpPr>
          <p:cNvPr id="32" name="직사각형 31">
            <a:extLst>
              <a:ext uri="{FF2B5EF4-FFF2-40B4-BE49-F238E27FC236}">
                <a16:creationId xmlns:a16="http://schemas.microsoft.com/office/drawing/2014/main" id="{89A93EF2-27AB-473D-8700-2F67F3BFA702}"/>
              </a:ext>
            </a:extLst>
          </p:cNvPr>
          <p:cNvSpPr>
            <a:spLocks noGrp="1"/>
          </p:cNvSpPr>
          <p:nvPr/>
        </p:nvSpPr>
        <p:spPr>
          <a:xfrm>
            <a:off x="5365623" y="4475607"/>
            <a:ext cx="300419" cy="21717"/>
          </a:xfrm>
          <a:prstGeom prst="rect">
            <a:avLst/>
          </a:prstGeom>
          <a:solidFill>
            <a:srgbClr val="008584"/>
          </a:solidFill>
          <a:ln w="0">
            <a:noFill/>
          </a:ln>
        </p:spPr>
        <p:txBody>
          <a:bodyPr/>
          <a:lstStyle/>
          <a:p>
            <a:endParaRPr lang="ko-KR" altLang="en-US"/>
          </a:p>
        </p:txBody>
      </p:sp>
      <p:sp>
        <p:nvSpPr>
          <p:cNvPr id="33" name="직사각형 32">
            <a:extLst>
              <a:ext uri="{FF2B5EF4-FFF2-40B4-BE49-F238E27FC236}">
                <a16:creationId xmlns:a16="http://schemas.microsoft.com/office/drawing/2014/main" id="{07389450-9358-4AB5-B13B-5182D21AFC3C}"/>
              </a:ext>
            </a:extLst>
          </p:cNvPr>
          <p:cNvSpPr>
            <a:spLocks noGrp="1"/>
          </p:cNvSpPr>
          <p:nvPr/>
        </p:nvSpPr>
        <p:spPr>
          <a:xfrm>
            <a:off x="6788658" y="3606927"/>
            <a:ext cx="23717" cy="347472"/>
          </a:xfrm>
          <a:prstGeom prst="rect">
            <a:avLst/>
          </a:prstGeom>
          <a:solidFill>
            <a:srgbClr val="008584"/>
          </a:solidFill>
          <a:ln w="0">
            <a:noFill/>
          </a:ln>
        </p:spPr>
        <p:txBody>
          <a:bodyPr/>
          <a:lstStyle/>
          <a:p>
            <a:endParaRPr lang="ko-KR" altLang="en-US"/>
          </a:p>
        </p:txBody>
      </p:sp>
      <p:pic>
        <p:nvPicPr>
          <p:cNvPr id="36" name="그림 35">
            <a:extLst>
              <a:ext uri="{FF2B5EF4-FFF2-40B4-BE49-F238E27FC236}">
                <a16:creationId xmlns:a16="http://schemas.microsoft.com/office/drawing/2014/main" id="{63EC31E8-B58B-48B2-9924-0986EE087310}"/>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37" name="직사각형 36">
            <a:extLst>
              <a:ext uri="{FF2B5EF4-FFF2-40B4-BE49-F238E27FC236}">
                <a16:creationId xmlns:a16="http://schemas.microsoft.com/office/drawing/2014/main" id="{C55D4C58-112D-4949-A14B-E6AE6C599241}"/>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38" name="직사각형 37">
            <a:extLst>
              <a:ext uri="{FF2B5EF4-FFF2-40B4-BE49-F238E27FC236}">
                <a16:creationId xmlns:a16="http://schemas.microsoft.com/office/drawing/2014/main" id="{D3AAF267-58B9-448E-8186-ED209F73E2AB}"/>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AWS 계정별 서버 배치</a:t>
            </a:r>
          </a:p>
        </p:txBody>
      </p:sp>
      <p:sp>
        <p:nvSpPr>
          <p:cNvPr id="39" name="직사각형 38">
            <a:extLst>
              <a:ext uri="{FF2B5EF4-FFF2-40B4-BE49-F238E27FC236}">
                <a16:creationId xmlns:a16="http://schemas.microsoft.com/office/drawing/2014/main" id="{23606A85-B2DE-460E-86B6-FCDD23F8A07D}"/>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현재 운영 프로필: 서비스 18대 + Bastion 1대</a:t>
            </a:r>
          </a:p>
        </p:txBody>
      </p:sp>
      <p:sp>
        <p:nvSpPr>
          <p:cNvPr id="40" name="직사각형 39">
            <a:extLst>
              <a:ext uri="{FF2B5EF4-FFF2-40B4-BE49-F238E27FC236}">
                <a16:creationId xmlns:a16="http://schemas.microsoft.com/office/drawing/2014/main" id="{63CF3617-9EC6-408B-8F28-51434C660BB4}"/>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41" name="직사각형 40">
            <a:extLst>
              <a:ext uri="{FF2B5EF4-FFF2-40B4-BE49-F238E27FC236}">
                <a16:creationId xmlns:a16="http://schemas.microsoft.com/office/drawing/2014/main" id="{A1257B32-E0F2-4E15-AA3C-96480DBA3D78}"/>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03</a:t>
            </a:r>
          </a:p>
        </p:txBody>
      </p:sp>
      <p:graphicFrame>
        <p:nvGraphicFramePr>
          <p:cNvPr id="42" name="표 41">
            <a:extLst>
              <a:ext uri="{FF2B5EF4-FFF2-40B4-BE49-F238E27FC236}">
                <a16:creationId xmlns:a16="http://schemas.microsoft.com/office/drawing/2014/main" id="{AE836AFB-269D-4828-A97E-5651FC907925}"/>
              </a:ext>
            </a:extLst>
          </p:cNvPr>
          <p:cNvGraphicFramePr/>
          <p:nvPr/>
        </p:nvGraphicFramePr>
        <p:xfrm>
          <a:off x="1381125" y="2667000"/>
          <a:ext cx="9334500" cy="2571750"/>
        </p:xfrm>
        <a:graphic>
          <a:graphicData uri="http://schemas.openxmlformats.org/drawingml/2006/table">
            <a:tbl>
              <a:tblPr/>
              <a:tblGrid>
                <a:gridCol w="152400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tblGrid>
              <a:tr h="428625">
                <a:tc>
                  <a:txBody>
                    <a:bodyPr/>
                    <a:lstStyle/>
                    <a:p>
                      <a:r>
                        <a:rPr sz="1425" b="1">
                          <a:solidFill>
                            <a:srgbClr val="FFFFFF"/>
                          </a:solidFill>
                          <a:latin typeface="Malgun Gothic"/>
                          <a:ea typeface="Malgun Gothic"/>
                          <a:cs typeface="Malgun Gothic"/>
                        </a:rPr>
                        <a:t>계정</a:t>
                      </a:r>
                    </a:p>
                  </a:txBody>
                  <a:tcPr>
                    <a:lnL w="9525">
                      <a:solidFill>
                        <a:srgbClr val="D5CBB6"/>
                      </a:solidFill>
                    </a:lnL>
                    <a:lnR w="9525">
                      <a:solidFill>
                        <a:srgbClr val="D5CBB6"/>
                      </a:solidFill>
                    </a:lnR>
                    <a:lnT w="9525">
                      <a:solidFill>
                        <a:srgbClr val="D5CBB6"/>
                      </a:solidFill>
                    </a:lnT>
                    <a:lnB w="9525">
                      <a:solidFill>
                        <a:srgbClr val="D5CBB6"/>
                      </a:solidFill>
                    </a:lnB>
                    <a:solidFill>
                      <a:srgbClr val="173F40"/>
                    </a:solidFill>
                  </a:tcPr>
                </a:tc>
                <a:tc>
                  <a:txBody>
                    <a:bodyPr/>
                    <a:lstStyle/>
                    <a:p>
                      <a:r>
                        <a:rPr sz="1425" b="1">
                          <a:solidFill>
                            <a:srgbClr val="FFFFFF"/>
                          </a:solidFill>
                          <a:latin typeface="Malgun Gothic"/>
                          <a:ea typeface="Malgun Gothic"/>
                          <a:cs typeface="Malgun Gothic"/>
                        </a:rPr>
                        <a:t>서버 구성</a:t>
                      </a:r>
                    </a:p>
                  </a:txBody>
                  <a:tcPr>
                    <a:lnL w="9525" cap="flat" cmpd="sng" algn="ctr">
                      <a:solidFill>
                        <a:srgbClr val="D5CBB6"/>
                      </a:solidFill>
                      <a:prstDash val="solid"/>
                      <a:round/>
                      <a:headEnd type="none" w="med" len="med"/>
                      <a:tailEnd type="none" w="med" len="med"/>
                    </a:lnL>
                    <a:lnR w="9525">
                      <a:solidFill>
                        <a:srgbClr val="D5CBB6"/>
                      </a:solidFill>
                    </a:lnR>
                    <a:lnT w="9525">
                      <a:solidFill>
                        <a:srgbClr val="D5CBB6"/>
                      </a:solidFill>
                    </a:lnT>
                    <a:lnB w="9525">
                      <a:solidFill>
                        <a:srgbClr val="D5CBB6"/>
                      </a:solidFill>
                    </a:lnB>
                    <a:solidFill>
                      <a:srgbClr val="173F40"/>
                    </a:solidFill>
                  </a:tcPr>
                </a:tc>
                <a:tc>
                  <a:txBody>
                    <a:bodyPr/>
                    <a:lstStyle/>
                    <a:p>
                      <a:r>
                        <a:rPr sz="1425" b="1">
                          <a:solidFill>
                            <a:srgbClr val="FFFFFF"/>
                          </a:solidFill>
                          <a:latin typeface="Malgun Gothic"/>
                          <a:ea typeface="Malgun Gothic"/>
                          <a:cs typeface="Malgun Gothic"/>
                        </a:rPr>
                        <a:t>대수</a:t>
                      </a:r>
                    </a:p>
                  </a:txBody>
                  <a:tcPr>
                    <a:lnL w="9525" cap="flat" cmpd="sng" algn="ctr">
                      <a:solidFill>
                        <a:srgbClr val="D5CBB6"/>
                      </a:solidFill>
                      <a:prstDash val="solid"/>
                      <a:round/>
                      <a:headEnd type="none" w="med" len="med"/>
                      <a:tailEnd type="none" w="med" len="med"/>
                    </a:lnL>
                    <a:lnR w="9525">
                      <a:solidFill>
                        <a:srgbClr val="D5CBB6"/>
                      </a:solidFill>
                    </a:lnR>
                    <a:lnT w="9525">
                      <a:solidFill>
                        <a:srgbClr val="D5CBB6"/>
                      </a:solidFill>
                    </a:lnT>
                    <a:lnB w="9525">
                      <a:solidFill>
                        <a:srgbClr val="D5CBB6"/>
                      </a:solidFill>
                    </a:lnB>
                    <a:solidFill>
                      <a:srgbClr val="173F40"/>
                    </a:solidFill>
                  </a:tcPr>
                </a:tc>
                <a:extLst>
                  <a:ext uri="{0D108BD9-81ED-4DB2-BD59-A6C34878D82A}">
                    <a16:rowId xmlns:a16="http://schemas.microsoft.com/office/drawing/2014/main" val="10000"/>
                  </a:ext>
                </a:extLst>
              </a:tr>
              <a:tr h="428625">
                <a:tc>
                  <a:txBody>
                    <a:bodyPr/>
                    <a:lstStyle/>
                    <a:p>
                      <a:r>
                        <a:rPr sz="1425" b="0">
                          <a:solidFill>
                            <a:srgbClr val="173F40"/>
                          </a:solidFill>
                          <a:latin typeface="Malgun Gothic"/>
                          <a:ea typeface="Malgun Gothic"/>
                          <a:cs typeface="Malgun Gothic"/>
                        </a:rPr>
                        <a:t>account1</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Front 2 · Backend 3 · Flatten · Bastion</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7</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1"/>
                  </a:ext>
                </a:extLst>
              </a:tr>
              <a:tr h="428625">
                <a:tc>
                  <a:txBody>
                    <a:bodyPr/>
                    <a:lstStyle/>
                    <a:p>
                      <a:r>
                        <a:rPr sz="1425" b="0">
                          <a:solidFill>
                            <a:srgbClr val="173F40"/>
                          </a:solidFill>
                          <a:latin typeface="Malgun Gothic"/>
                          <a:ea typeface="Malgun Gothic"/>
                          <a:cs typeface="Malgun Gothic"/>
                        </a:rPr>
                        <a:t>account2</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MongoDB 1 · Spark 1</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2</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2"/>
                  </a:ext>
                </a:extLst>
              </a:tr>
              <a:tr h="428625">
                <a:tc>
                  <a:txBody>
                    <a:bodyPr/>
                    <a:lstStyle/>
                    <a:p>
                      <a:r>
                        <a:rPr sz="1425" b="0">
                          <a:solidFill>
                            <a:srgbClr val="173F40"/>
                          </a:solidFill>
                          <a:latin typeface="Malgun Gothic"/>
                          <a:ea typeface="Malgun Gothic"/>
                          <a:cs typeface="Malgun Gothic"/>
                        </a:rPr>
                        <a:t>account3</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MySQL 1 · MongoDB 1 · Spark 1</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3</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3"/>
                  </a:ext>
                </a:extLst>
              </a:tr>
              <a:tr h="428625">
                <a:tc>
                  <a:txBody>
                    <a:bodyPr/>
                    <a:lstStyle/>
                    <a:p>
                      <a:r>
                        <a:rPr sz="1425" b="0">
                          <a:solidFill>
                            <a:srgbClr val="173F40"/>
                          </a:solidFill>
                          <a:latin typeface="Malgun Gothic"/>
                          <a:ea typeface="Malgun Gothic"/>
                          <a:cs typeface="Malgun Gothic"/>
                        </a:rPr>
                        <a:t>account4</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MySQL 1 · Kafka 2 · Spark 1</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4</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4"/>
                  </a:ext>
                </a:extLst>
              </a:tr>
              <a:tr h="428625">
                <a:tc>
                  <a:txBody>
                    <a:bodyPr/>
                    <a:lstStyle/>
                    <a:p>
                      <a:r>
                        <a:rPr sz="1425" b="0">
                          <a:solidFill>
                            <a:srgbClr val="173F40"/>
                          </a:solidFill>
                          <a:latin typeface="Malgun Gothic"/>
                          <a:ea typeface="Malgun Gothic"/>
                          <a:cs typeface="Malgun Gothic"/>
                        </a:rPr>
                        <a:t>account5</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MySQL 1 · MongoDB 1 · Kafka 1</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3</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5"/>
                  </a:ext>
                </a:extLst>
              </a:tr>
            </a:tbl>
          </a:graphicData>
        </a:graphic>
      </p:graphicFrame>
      <p:sp>
        <p:nvSpPr>
          <p:cNvPr id="43" name="직사각형 42">
            <a:extLst>
              <a:ext uri="{FF2B5EF4-FFF2-40B4-BE49-F238E27FC236}">
                <a16:creationId xmlns:a16="http://schemas.microsoft.com/office/drawing/2014/main" id="{0A96DBF1-F5BF-468E-9004-544BFC74E275}"/>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기존 게임 Backend와 테스트 Backend 모두 포함. 현재 서버는 논리 AZ A에 배치.</a:t>
            </a:r>
          </a:p>
        </p:txBody>
      </p:sp>
    </p:spTree>
    <p:extLst>
      <p:ext uri="{BB962C8B-B14F-4D97-AF65-F5344CB8AC3E}">
        <p14:creationId xmlns:p14="http://schemas.microsoft.com/office/powerpoint/2010/main" val="541202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a:extLst>
              <a:ext uri="{FF2B5EF4-FFF2-40B4-BE49-F238E27FC236}">
                <a16:creationId xmlns:a16="http://schemas.microsoft.com/office/drawing/2014/main" id="{8F93B20E-C23E-4FCB-8E4B-4120A54039E2}"/>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11" name="직사각형 10">
            <a:extLst>
              <a:ext uri="{FF2B5EF4-FFF2-40B4-BE49-F238E27FC236}">
                <a16:creationId xmlns:a16="http://schemas.microsoft.com/office/drawing/2014/main" id="{029B7493-EDFB-481E-8DD3-A7D218D64CFD}"/>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defRPr sz="975" b="0">
                <a:solidFill>
                  <a:srgbClr val="008F90"/>
                </a:solidFill>
                <a:latin typeface="Malgun Gothic"/>
                <a:ea typeface="Malgun Gothic"/>
                <a:cs typeface="Malgun Gothic"/>
              </a:defRPr>
            </a:lvl1pPr>
            <a:lvl2pPr>
              <a:defRPr sz="975" b="0">
                <a:solidFill>
                  <a:srgbClr val="008F90"/>
                </a:solidFill>
                <a:latin typeface="Malgun Gothic"/>
                <a:ea typeface="Malgun Gothic"/>
                <a:cs typeface="Malgun Gothic"/>
              </a:defRPr>
            </a:lvl2pPr>
            <a:lvl3pPr>
              <a:defRPr sz="975" b="0">
                <a:solidFill>
                  <a:srgbClr val="008F90"/>
                </a:solidFill>
                <a:latin typeface="Malgun Gothic"/>
                <a:ea typeface="Malgun Gothic"/>
                <a:cs typeface="Malgun Gothic"/>
              </a:defRPr>
            </a:lvl3pPr>
            <a:lvl4pPr>
              <a:defRPr sz="975" b="0">
                <a:solidFill>
                  <a:srgbClr val="008F90"/>
                </a:solidFill>
                <a:latin typeface="Malgun Gothic"/>
                <a:ea typeface="Malgun Gothic"/>
                <a:cs typeface="Malgun Gothic"/>
              </a:defRPr>
            </a:lvl4pPr>
            <a:lvl5pPr>
              <a:defRPr sz="975" b="0">
                <a:solidFill>
                  <a:srgbClr val="008F90"/>
                </a:solidFill>
                <a:latin typeface="Malgun Gothic"/>
                <a:ea typeface="Malgun Gothic"/>
                <a:cs typeface="Malgun Gothic"/>
              </a:defRPr>
            </a:lvl5pPr>
            <a:lvl6pPr>
              <a:defRPr sz="975" b="0">
                <a:solidFill>
                  <a:srgbClr val="008F90"/>
                </a:solidFill>
                <a:latin typeface="Malgun Gothic"/>
                <a:ea typeface="Malgun Gothic"/>
                <a:cs typeface="Malgun Gothic"/>
              </a:defRPr>
            </a:lvl6pPr>
            <a:lvl7pPr>
              <a:defRPr sz="975" b="0">
                <a:solidFill>
                  <a:srgbClr val="008F90"/>
                </a:solidFill>
                <a:latin typeface="Malgun Gothic"/>
                <a:ea typeface="Malgun Gothic"/>
                <a:cs typeface="Malgun Gothic"/>
              </a:defRPr>
            </a:lvl7pPr>
            <a:lvl8pPr>
              <a:defRPr sz="975" b="0">
                <a:solidFill>
                  <a:srgbClr val="008F90"/>
                </a:solidFill>
                <a:latin typeface="Malgun Gothic"/>
                <a:ea typeface="Malgun Gothic"/>
                <a:cs typeface="Malgun Gothic"/>
              </a:defRPr>
            </a:lvl8pPr>
            <a:lvl9pPr>
              <a:defRPr sz="975" b="0">
                <a:solidFill>
                  <a:srgbClr val="008F90"/>
                </a:solidFill>
                <a:latin typeface="Malgun Gothic"/>
                <a:ea typeface="Malgun Gothic"/>
                <a:cs typeface="Malgun Gothic"/>
              </a:defRPr>
            </a:lvl9pPr>
          </a:lstStyle>
          <a:p>
            <a:pPr>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12" name="직사각형 11">
            <a:extLst>
              <a:ext uri="{FF2B5EF4-FFF2-40B4-BE49-F238E27FC236}">
                <a16:creationId xmlns:a16="http://schemas.microsoft.com/office/drawing/2014/main" id="{76B97D45-7893-44BB-9465-BCCCF984B3E1}"/>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defRPr sz="2850" b="1">
                <a:solidFill>
                  <a:srgbClr val="173F40"/>
                </a:solidFill>
                <a:latin typeface="Malgun Gothic"/>
                <a:ea typeface="Malgun Gothic"/>
                <a:cs typeface="Malgun Gothic"/>
              </a:defRPr>
            </a:lvl1pPr>
            <a:lvl2pPr>
              <a:defRPr sz="2850" b="1">
                <a:solidFill>
                  <a:srgbClr val="173F40"/>
                </a:solidFill>
                <a:latin typeface="Malgun Gothic"/>
                <a:ea typeface="Malgun Gothic"/>
                <a:cs typeface="Malgun Gothic"/>
              </a:defRPr>
            </a:lvl2pPr>
            <a:lvl3pPr>
              <a:defRPr sz="2850" b="1">
                <a:solidFill>
                  <a:srgbClr val="173F40"/>
                </a:solidFill>
                <a:latin typeface="Malgun Gothic"/>
                <a:ea typeface="Malgun Gothic"/>
                <a:cs typeface="Malgun Gothic"/>
              </a:defRPr>
            </a:lvl3pPr>
            <a:lvl4pPr>
              <a:defRPr sz="2850" b="1">
                <a:solidFill>
                  <a:srgbClr val="173F40"/>
                </a:solidFill>
                <a:latin typeface="Malgun Gothic"/>
                <a:ea typeface="Malgun Gothic"/>
                <a:cs typeface="Malgun Gothic"/>
              </a:defRPr>
            </a:lvl4pPr>
            <a:lvl5pPr>
              <a:defRPr sz="2850" b="1">
                <a:solidFill>
                  <a:srgbClr val="173F40"/>
                </a:solidFill>
                <a:latin typeface="Malgun Gothic"/>
                <a:ea typeface="Malgun Gothic"/>
                <a:cs typeface="Malgun Gothic"/>
              </a:defRPr>
            </a:lvl5pPr>
            <a:lvl6pPr>
              <a:defRPr sz="2850" b="1">
                <a:solidFill>
                  <a:srgbClr val="173F40"/>
                </a:solidFill>
                <a:latin typeface="Malgun Gothic"/>
                <a:ea typeface="Malgun Gothic"/>
                <a:cs typeface="Malgun Gothic"/>
              </a:defRPr>
            </a:lvl6pPr>
            <a:lvl7pPr>
              <a:defRPr sz="2850" b="1">
                <a:solidFill>
                  <a:srgbClr val="173F40"/>
                </a:solidFill>
                <a:latin typeface="Malgun Gothic"/>
                <a:ea typeface="Malgun Gothic"/>
                <a:cs typeface="Malgun Gothic"/>
              </a:defRPr>
            </a:lvl7pPr>
            <a:lvl8pPr>
              <a:defRPr sz="2850" b="1">
                <a:solidFill>
                  <a:srgbClr val="173F40"/>
                </a:solidFill>
                <a:latin typeface="Malgun Gothic"/>
                <a:ea typeface="Malgun Gothic"/>
                <a:cs typeface="Malgun Gothic"/>
              </a:defRPr>
            </a:lvl8pPr>
            <a:lvl9pPr>
              <a:defRPr sz="2850" b="1">
                <a:solidFill>
                  <a:srgbClr val="173F40"/>
                </a:solidFill>
                <a:latin typeface="Malgun Gothic"/>
                <a:ea typeface="Malgun Gothic"/>
                <a:cs typeface="Malgun Gothic"/>
              </a:defRPr>
            </a:lvl9pPr>
          </a:lstStyle>
          <a:p>
            <a:pPr>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전체 시스템 아키텍처</a:t>
            </a:r>
          </a:p>
        </p:txBody>
      </p:sp>
      <p:sp>
        <p:nvSpPr>
          <p:cNvPr id="13" name="직사각형 12">
            <a:extLst>
              <a:ext uri="{FF2B5EF4-FFF2-40B4-BE49-F238E27FC236}">
                <a16:creationId xmlns:a16="http://schemas.microsoft.com/office/drawing/2014/main" id="{8D6E50F8-D1AD-4F30-B148-6CBD84D7F537}"/>
              </a:ext>
            </a:extLst>
          </p:cNvPr>
          <p:cNvSpPr>
            <a:spLocks noGrp="1"/>
          </p:cNvSpPr>
          <p:nvPr/>
        </p:nvSpPr>
        <p:spPr>
          <a:xfrm>
            <a:off x="1381125" y="2085975"/>
            <a:ext cx="9334500" cy="400050"/>
          </a:xfrm>
          <a:prstGeom prst="rect">
            <a:avLst/>
          </a:prstGeom>
          <a:noFill/>
          <a:ln w="0">
            <a:noFill/>
          </a:ln>
        </p:spPr>
        <p:txBody>
          <a:bodyPr/>
          <a:lstStyle>
            <a:defPPr>
              <a:defRPr sz="1575" b="0">
                <a:solidFill>
                  <a:srgbClr val="6C6050"/>
                </a:solidFill>
                <a:latin typeface="Malgun Gothic"/>
                <a:ea typeface="Malgun Gothic"/>
                <a:cs typeface="Malgun Gothic"/>
              </a:defRPr>
            </a:defPPr>
            <a:lvl1pPr>
              <a:defRPr sz="1575" b="0">
                <a:solidFill>
                  <a:srgbClr val="6C6050"/>
                </a:solidFill>
                <a:latin typeface="Malgun Gothic"/>
                <a:ea typeface="Malgun Gothic"/>
                <a:cs typeface="Malgun Gothic"/>
              </a:defRPr>
            </a:lvl1pPr>
            <a:lvl2pPr>
              <a:defRPr sz="1575" b="0">
                <a:solidFill>
                  <a:srgbClr val="6C6050"/>
                </a:solidFill>
                <a:latin typeface="Malgun Gothic"/>
                <a:ea typeface="Malgun Gothic"/>
                <a:cs typeface="Malgun Gothic"/>
              </a:defRPr>
            </a:lvl2pPr>
            <a:lvl3pPr>
              <a:defRPr sz="1575" b="0">
                <a:solidFill>
                  <a:srgbClr val="6C6050"/>
                </a:solidFill>
                <a:latin typeface="Malgun Gothic"/>
                <a:ea typeface="Malgun Gothic"/>
                <a:cs typeface="Malgun Gothic"/>
              </a:defRPr>
            </a:lvl3pPr>
            <a:lvl4pPr>
              <a:defRPr sz="1575" b="0">
                <a:solidFill>
                  <a:srgbClr val="6C6050"/>
                </a:solidFill>
                <a:latin typeface="Malgun Gothic"/>
                <a:ea typeface="Malgun Gothic"/>
                <a:cs typeface="Malgun Gothic"/>
              </a:defRPr>
            </a:lvl4pPr>
            <a:lvl5pPr>
              <a:defRPr sz="1575" b="0">
                <a:solidFill>
                  <a:srgbClr val="6C6050"/>
                </a:solidFill>
                <a:latin typeface="Malgun Gothic"/>
                <a:ea typeface="Malgun Gothic"/>
                <a:cs typeface="Malgun Gothic"/>
              </a:defRPr>
            </a:lvl5pPr>
            <a:lvl6pPr>
              <a:defRPr sz="1575" b="0">
                <a:solidFill>
                  <a:srgbClr val="6C6050"/>
                </a:solidFill>
                <a:latin typeface="Malgun Gothic"/>
                <a:ea typeface="Malgun Gothic"/>
                <a:cs typeface="Malgun Gothic"/>
              </a:defRPr>
            </a:lvl6pPr>
            <a:lvl7pPr>
              <a:defRPr sz="1575" b="0">
                <a:solidFill>
                  <a:srgbClr val="6C6050"/>
                </a:solidFill>
                <a:latin typeface="Malgun Gothic"/>
                <a:ea typeface="Malgun Gothic"/>
                <a:cs typeface="Malgun Gothic"/>
              </a:defRPr>
            </a:lvl7pPr>
            <a:lvl8pPr>
              <a:defRPr sz="1575" b="0">
                <a:solidFill>
                  <a:srgbClr val="6C6050"/>
                </a:solidFill>
                <a:latin typeface="Malgun Gothic"/>
                <a:ea typeface="Malgun Gothic"/>
                <a:cs typeface="Malgun Gothic"/>
              </a:defRPr>
            </a:lvl8pPr>
            <a:lvl9pPr>
              <a:defRPr sz="1575" b="0">
                <a:solidFill>
                  <a:srgbClr val="6C6050"/>
                </a:solidFill>
                <a:latin typeface="Malgun Gothic"/>
                <a:ea typeface="Malgun Gothic"/>
                <a:cs typeface="Malgun Gothic"/>
              </a:defRPr>
            </a:lvl9pPr>
          </a:lstStyle>
          <a:p>
            <a:pPr>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5개 계정 · 5개 VPC에 역할별 배치, VPC Peering으로 사설 연결</a:t>
            </a:r>
          </a:p>
        </p:txBody>
      </p:sp>
      <p:sp>
        <p:nvSpPr>
          <p:cNvPr id="14" name="직사각형 13">
            <a:extLst>
              <a:ext uri="{FF2B5EF4-FFF2-40B4-BE49-F238E27FC236}">
                <a16:creationId xmlns:a16="http://schemas.microsoft.com/office/drawing/2014/main" id="{9E8A1C49-FF40-44C8-A9EC-58A12615A3C5}"/>
              </a:ext>
            </a:extLst>
          </p:cNvPr>
          <p:cNvSpPr>
            <a:spLocks noGrp="1"/>
          </p:cNvSpPr>
          <p:nvPr/>
        </p:nvSpPr>
        <p:spPr>
          <a:xfrm>
            <a:off x="1381125" y="2486025"/>
            <a:ext cx="9334500" cy="285750"/>
          </a:xfrm>
          <a:prstGeom prst="rect">
            <a:avLst/>
          </a:prstGeom>
          <a:noFill/>
          <a:ln w="0">
            <a:noFill/>
          </a:ln>
        </p:spPr>
        <p:txBody>
          <a:bodyPr/>
          <a:lstStyle>
            <a:defPPr>
              <a:defRPr sz="1350" b="1">
                <a:solidFill>
                  <a:srgbClr val="008F90"/>
                </a:solidFill>
                <a:latin typeface="Malgun Gothic"/>
                <a:ea typeface="Malgun Gothic"/>
                <a:cs typeface="Malgun Gothic"/>
              </a:defRPr>
            </a:defPPr>
            <a:lvl1pPr>
              <a:defRPr sz="1350" b="1">
                <a:solidFill>
                  <a:srgbClr val="008F90"/>
                </a:solidFill>
                <a:latin typeface="Malgun Gothic"/>
                <a:ea typeface="Malgun Gothic"/>
                <a:cs typeface="Malgun Gothic"/>
              </a:defRPr>
            </a:lvl1pPr>
            <a:lvl2pPr>
              <a:defRPr sz="1350" b="1">
                <a:solidFill>
                  <a:srgbClr val="008F90"/>
                </a:solidFill>
                <a:latin typeface="Malgun Gothic"/>
                <a:ea typeface="Malgun Gothic"/>
                <a:cs typeface="Malgun Gothic"/>
              </a:defRPr>
            </a:lvl2pPr>
            <a:lvl3pPr>
              <a:defRPr sz="1350" b="1">
                <a:solidFill>
                  <a:srgbClr val="008F90"/>
                </a:solidFill>
                <a:latin typeface="Malgun Gothic"/>
                <a:ea typeface="Malgun Gothic"/>
                <a:cs typeface="Malgun Gothic"/>
              </a:defRPr>
            </a:lvl3pPr>
            <a:lvl4pPr>
              <a:defRPr sz="1350" b="1">
                <a:solidFill>
                  <a:srgbClr val="008F90"/>
                </a:solidFill>
                <a:latin typeface="Malgun Gothic"/>
                <a:ea typeface="Malgun Gothic"/>
                <a:cs typeface="Malgun Gothic"/>
              </a:defRPr>
            </a:lvl4pPr>
            <a:lvl5pPr>
              <a:defRPr sz="1350" b="1">
                <a:solidFill>
                  <a:srgbClr val="008F90"/>
                </a:solidFill>
                <a:latin typeface="Malgun Gothic"/>
                <a:ea typeface="Malgun Gothic"/>
                <a:cs typeface="Malgun Gothic"/>
              </a:defRPr>
            </a:lvl5pPr>
            <a:lvl6pPr>
              <a:defRPr sz="1350" b="1">
                <a:solidFill>
                  <a:srgbClr val="008F90"/>
                </a:solidFill>
                <a:latin typeface="Malgun Gothic"/>
                <a:ea typeface="Malgun Gothic"/>
                <a:cs typeface="Malgun Gothic"/>
              </a:defRPr>
            </a:lvl6pPr>
            <a:lvl7pPr>
              <a:defRPr sz="1350" b="1">
                <a:solidFill>
                  <a:srgbClr val="008F90"/>
                </a:solidFill>
                <a:latin typeface="Malgun Gothic"/>
                <a:ea typeface="Malgun Gothic"/>
                <a:cs typeface="Malgun Gothic"/>
              </a:defRPr>
            </a:lvl7pPr>
            <a:lvl8pPr>
              <a:defRPr sz="1350" b="1">
                <a:solidFill>
                  <a:srgbClr val="008F90"/>
                </a:solidFill>
                <a:latin typeface="Malgun Gothic"/>
                <a:ea typeface="Malgun Gothic"/>
                <a:cs typeface="Malgun Gothic"/>
              </a:defRPr>
            </a:lvl8pPr>
            <a:lvl9pPr>
              <a:defRPr sz="1350" b="1">
                <a:solidFill>
                  <a:srgbClr val="008F90"/>
                </a:solidFill>
                <a:latin typeface="Malgun Gothic"/>
                <a:ea typeface="Malgun Gothic"/>
                <a:cs typeface="Malgun Gothic"/>
              </a:defRPr>
            </a:lvl9pPr>
          </a:lstStyle>
          <a:p>
            <a:pPr>
              <a:defRPr sz="1350" b="1">
                <a:solidFill>
                  <a:srgbClr val="008F90"/>
                </a:solidFill>
                <a:latin typeface="Malgun Gothic"/>
                <a:ea typeface="Malgun Gothic"/>
                <a:cs typeface="Malgun Gothic"/>
              </a:defRPr>
            </a:pPr>
            <a:r>
              <a:rPr sz="1350" b="1">
                <a:solidFill>
                  <a:srgbClr val="008F90"/>
                </a:solidFill>
                <a:latin typeface="Malgun Gothic"/>
                <a:ea typeface="Malgun Gothic"/>
                <a:cs typeface="Malgun Gothic"/>
              </a:rPr>
              <a:t>사용자 → Front HTTPS   |   관리자 → Bastion → 내부 서버 SSH</a:t>
            </a:r>
          </a:p>
        </p:txBody>
      </p:sp>
      <p:sp>
        <p:nvSpPr>
          <p:cNvPr id="15" name="직사각형 14">
            <a:extLst>
              <a:ext uri="{FF2B5EF4-FFF2-40B4-BE49-F238E27FC236}">
                <a16:creationId xmlns:a16="http://schemas.microsoft.com/office/drawing/2014/main" id="{1A9A8EA7-F4E5-46FA-89C4-75C3D94F687A}"/>
              </a:ext>
            </a:extLst>
          </p:cNvPr>
          <p:cNvSpPr>
            <a:spLocks noGrp="1"/>
          </p:cNvSpPr>
          <p:nvPr/>
        </p:nvSpPr>
        <p:spPr>
          <a:xfrm>
            <a:off x="1381125" y="2886075"/>
            <a:ext cx="3095625" cy="2400300"/>
          </a:xfrm>
          <a:prstGeom prst="rect">
            <a:avLst/>
          </a:prstGeom>
          <a:solidFill>
            <a:srgbClr val="F4EDDC"/>
          </a:solidFill>
          <a:ln w="9525">
            <a:solidFill>
              <a:srgbClr val="C9BDA2"/>
            </a:solidFill>
          </a:ln>
        </p:spPr>
        <p:txBody>
          <a:bodyPr/>
          <a:lstStyle/>
          <a:p>
            <a:endParaRPr lang="ko-KR" altLang="en-US"/>
          </a:p>
        </p:txBody>
      </p:sp>
      <p:sp>
        <p:nvSpPr>
          <p:cNvPr id="16" name="직사각형 15">
            <a:extLst>
              <a:ext uri="{FF2B5EF4-FFF2-40B4-BE49-F238E27FC236}">
                <a16:creationId xmlns:a16="http://schemas.microsoft.com/office/drawing/2014/main" id="{150375BB-AF2E-46CA-A8EC-7DE9A4BC62B8}"/>
              </a:ext>
            </a:extLst>
          </p:cNvPr>
          <p:cNvSpPr>
            <a:spLocks noGrp="1"/>
          </p:cNvSpPr>
          <p:nvPr/>
        </p:nvSpPr>
        <p:spPr>
          <a:xfrm>
            <a:off x="1381125" y="2886075"/>
            <a:ext cx="3095625" cy="333375"/>
          </a:xfrm>
          <a:prstGeom prst="rect">
            <a:avLst/>
          </a:prstGeom>
          <a:solidFill>
            <a:srgbClr val="173F40"/>
          </a:solidFill>
          <a:ln w="0">
            <a:noFill/>
          </a:ln>
        </p:spPr>
        <p:txBody>
          <a:bodyPr/>
          <a:lstStyle/>
          <a:p>
            <a:endParaRPr lang="ko-KR" altLang="en-US"/>
          </a:p>
        </p:txBody>
      </p:sp>
      <p:sp>
        <p:nvSpPr>
          <p:cNvPr id="17" name="직사각형 16">
            <a:extLst>
              <a:ext uri="{FF2B5EF4-FFF2-40B4-BE49-F238E27FC236}">
                <a16:creationId xmlns:a16="http://schemas.microsoft.com/office/drawing/2014/main" id="{4EB1C3A4-564E-4BAF-8ED9-11C903333EE9}"/>
              </a:ext>
            </a:extLst>
          </p:cNvPr>
          <p:cNvSpPr>
            <a:spLocks noGrp="1"/>
          </p:cNvSpPr>
          <p:nvPr/>
        </p:nvSpPr>
        <p:spPr>
          <a:xfrm>
            <a:off x="1438275" y="2895600"/>
            <a:ext cx="2981325" cy="295275"/>
          </a:xfrm>
          <a:prstGeom prst="rect">
            <a:avLst/>
          </a:prstGeom>
          <a:noFill/>
          <a:ln w="0">
            <a:noFill/>
          </a:ln>
        </p:spPr>
        <p:txBody>
          <a:bodyPr/>
          <a:lstStyle>
            <a:defPPr>
              <a:defRPr sz="1425" b="1">
                <a:solidFill>
                  <a:srgbClr val="FFFFFF"/>
                </a:solidFill>
                <a:latin typeface="Malgun Gothic"/>
                <a:ea typeface="Malgun Gothic"/>
                <a:cs typeface="Malgun Gothic"/>
              </a:defRPr>
            </a:defPPr>
            <a:lvl1pPr>
              <a:defRPr sz="1425" b="1">
                <a:solidFill>
                  <a:srgbClr val="FFFFFF"/>
                </a:solidFill>
                <a:latin typeface="Malgun Gothic"/>
                <a:ea typeface="Malgun Gothic"/>
                <a:cs typeface="Malgun Gothic"/>
              </a:defRPr>
            </a:lvl1pPr>
            <a:lvl2pPr>
              <a:defRPr sz="1425" b="1">
                <a:solidFill>
                  <a:srgbClr val="FFFFFF"/>
                </a:solidFill>
                <a:latin typeface="Malgun Gothic"/>
                <a:ea typeface="Malgun Gothic"/>
                <a:cs typeface="Malgun Gothic"/>
              </a:defRPr>
            </a:lvl2pPr>
            <a:lvl3pPr>
              <a:defRPr sz="1425" b="1">
                <a:solidFill>
                  <a:srgbClr val="FFFFFF"/>
                </a:solidFill>
                <a:latin typeface="Malgun Gothic"/>
                <a:ea typeface="Malgun Gothic"/>
                <a:cs typeface="Malgun Gothic"/>
              </a:defRPr>
            </a:lvl3pPr>
            <a:lvl4pPr>
              <a:defRPr sz="1425" b="1">
                <a:solidFill>
                  <a:srgbClr val="FFFFFF"/>
                </a:solidFill>
                <a:latin typeface="Malgun Gothic"/>
                <a:ea typeface="Malgun Gothic"/>
                <a:cs typeface="Malgun Gothic"/>
              </a:defRPr>
            </a:lvl4pPr>
            <a:lvl5pPr>
              <a:defRPr sz="1425" b="1">
                <a:solidFill>
                  <a:srgbClr val="FFFFFF"/>
                </a:solidFill>
                <a:latin typeface="Malgun Gothic"/>
                <a:ea typeface="Malgun Gothic"/>
                <a:cs typeface="Malgun Gothic"/>
              </a:defRPr>
            </a:lvl5pPr>
            <a:lvl6pPr>
              <a:defRPr sz="1425" b="1">
                <a:solidFill>
                  <a:srgbClr val="FFFFFF"/>
                </a:solidFill>
                <a:latin typeface="Malgun Gothic"/>
                <a:ea typeface="Malgun Gothic"/>
                <a:cs typeface="Malgun Gothic"/>
              </a:defRPr>
            </a:lvl6pPr>
            <a:lvl7pPr>
              <a:defRPr sz="1425" b="1">
                <a:solidFill>
                  <a:srgbClr val="FFFFFF"/>
                </a:solidFill>
                <a:latin typeface="Malgun Gothic"/>
                <a:ea typeface="Malgun Gothic"/>
                <a:cs typeface="Malgun Gothic"/>
              </a:defRPr>
            </a:lvl7pPr>
            <a:lvl8pPr>
              <a:defRPr sz="1425" b="1">
                <a:solidFill>
                  <a:srgbClr val="FFFFFF"/>
                </a:solidFill>
                <a:latin typeface="Malgun Gothic"/>
                <a:ea typeface="Malgun Gothic"/>
                <a:cs typeface="Malgun Gothic"/>
              </a:defRPr>
            </a:lvl8pPr>
            <a:lvl9pPr>
              <a:defRPr sz="1425" b="1">
                <a:solidFill>
                  <a:srgbClr val="FFFFFF"/>
                </a:solidFill>
                <a:latin typeface="Malgun Gothic"/>
                <a:ea typeface="Malgun Gothic"/>
                <a:cs typeface="Malgun Gothic"/>
              </a:defRPr>
            </a:lvl9pPr>
          </a:lstStyle>
          <a:p>
            <a:pP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account1  |  서비스·관리</a:t>
            </a:r>
          </a:p>
        </p:txBody>
      </p:sp>
      <p:sp>
        <p:nvSpPr>
          <p:cNvPr id="18" name="직사각형 17">
            <a:extLst>
              <a:ext uri="{FF2B5EF4-FFF2-40B4-BE49-F238E27FC236}">
                <a16:creationId xmlns:a16="http://schemas.microsoft.com/office/drawing/2014/main" id="{271730E7-5633-4515-A9DF-0289A274DDD0}"/>
              </a:ext>
            </a:extLst>
          </p:cNvPr>
          <p:cNvSpPr>
            <a:spLocks noGrp="1"/>
          </p:cNvSpPr>
          <p:nvPr/>
        </p:nvSpPr>
        <p:spPr>
          <a:xfrm>
            <a:off x="1457325" y="3267075"/>
            <a:ext cx="2943225" cy="228600"/>
          </a:xfrm>
          <a:prstGeom prst="rect">
            <a:avLst/>
          </a:prstGeom>
          <a:noFill/>
          <a:ln w="0">
            <a:noFill/>
          </a:ln>
        </p:spPr>
        <p:txBody>
          <a:bodyPr/>
          <a:lstStyle>
            <a:defPPr>
              <a:defRPr sz="1200" b="0">
                <a:solidFill>
                  <a:srgbClr val="008F90"/>
                </a:solidFill>
                <a:latin typeface="Malgun Gothic"/>
                <a:ea typeface="Malgun Gothic"/>
                <a:cs typeface="Malgun Gothic"/>
              </a:defRPr>
            </a:defPPr>
            <a:lvl1pPr>
              <a:defRPr sz="1200" b="0">
                <a:solidFill>
                  <a:srgbClr val="008F90"/>
                </a:solidFill>
                <a:latin typeface="Malgun Gothic"/>
                <a:ea typeface="Malgun Gothic"/>
                <a:cs typeface="Malgun Gothic"/>
              </a:defRPr>
            </a:lvl1pPr>
            <a:lvl2pPr>
              <a:defRPr sz="1200" b="0">
                <a:solidFill>
                  <a:srgbClr val="008F90"/>
                </a:solidFill>
                <a:latin typeface="Malgun Gothic"/>
                <a:ea typeface="Malgun Gothic"/>
                <a:cs typeface="Malgun Gothic"/>
              </a:defRPr>
            </a:lvl2pPr>
            <a:lvl3pPr>
              <a:defRPr sz="1200" b="0">
                <a:solidFill>
                  <a:srgbClr val="008F90"/>
                </a:solidFill>
                <a:latin typeface="Malgun Gothic"/>
                <a:ea typeface="Malgun Gothic"/>
                <a:cs typeface="Malgun Gothic"/>
              </a:defRPr>
            </a:lvl3pPr>
            <a:lvl4pPr>
              <a:defRPr sz="1200" b="0">
                <a:solidFill>
                  <a:srgbClr val="008F90"/>
                </a:solidFill>
                <a:latin typeface="Malgun Gothic"/>
                <a:ea typeface="Malgun Gothic"/>
                <a:cs typeface="Malgun Gothic"/>
              </a:defRPr>
            </a:lvl4pPr>
            <a:lvl5pPr>
              <a:defRPr sz="1200" b="0">
                <a:solidFill>
                  <a:srgbClr val="008F90"/>
                </a:solidFill>
                <a:latin typeface="Malgun Gothic"/>
                <a:ea typeface="Malgun Gothic"/>
                <a:cs typeface="Malgun Gothic"/>
              </a:defRPr>
            </a:lvl5pPr>
            <a:lvl6pPr>
              <a:defRPr sz="1200" b="0">
                <a:solidFill>
                  <a:srgbClr val="008F90"/>
                </a:solidFill>
                <a:latin typeface="Malgun Gothic"/>
                <a:ea typeface="Malgun Gothic"/>
                <a:cs typeface="Malgun Gothic"/>
              </a:defRPr>
            </a:lvl6pPr>
            <a:lvl7pPr>
              <a:defRPr sz="1200" b="0">
                <a:solidFill>
                  <a:srgbClr val="008F90"/>
                </a:solidFill>
                <a:latin typeface="Malgun Gothic"/>
                <a:ea typeface="Malgun Gothic"/>
                <a:cs typeface="Malgun Gothic"/>
              </a:defRPr>
            </a:lvl7pPr>
            <a:lvl8pPr>
              <a:defRPr sz="1200" b="0">
                <a:solidFill>
                  <a:srgbClr val="008F90"/>
                </a:solidFill>
                <a:latin typeface="Malgun Gothic"/>
                <a:ea typeface="Malgun Gothic"/>
                <a:cs typeface="Malgun Gothic"/>
              </a:defRPr>
            </a:lvl8pPr>
            <a:lvl9pPr>
              <a:defRPr sz="1200" b="0">
                <a:solidFill>
                  <a:srgbClr val="008F90"/>
                </a:solidFill>
                <a:latin typeface="Malgun Gothic"/>
                <a:ea typeface="Malgun Gothic"/>
                <a:cs typeface="Malgun Gothic"/>
              </a:defRPr>
            </a:lvl9pPr>
          </a:lstStyle>
          <a:p>
            <a:pPr>
              <a:defRPr sz="1200" b="0">
                <a:solidFill>
                  <a:srgbClr val="008F90"/>
                </a:solidFill>
                <a:latin typeface="Malgun Gothic"/>
                <a:ea typeface="Malgun Gothic"/>
                <a:cs typeface="Malgun Gothic"/>
              </a:defRPr>
            </a:pPr>
            <a:r>
              <a:rPr sz="1200" b="0">
                <a:solidFill>
                  <a:srgbClr val="008F90"/>
                </a:solidFill>
                <a:latin typeface="Malgun Gothic"/>
                <a:ea typeface="Malgun Gothic"/>
                <a:cs typeface="Malgun Gothic"/>
              </a:rPr>
              <a:t>VPC 10.10.0.0/16</a:t>
            </a:r>
          </a:p>
        </p:txBody>
      </p:sp>
      <p:sp>
        <p:nvSpPr>
          <p:cNvPr id="19" name="직사각형 18">
            <a:extLst>
              <a:ext uri="{FF2B5EF4-FFF2-40B4-BE49-F238E27FC236}">
                <a16:creationId xmlns:a16="http://schemas.microsoft.com/office/drawing/2014/main" id="{3157ACFF-41CF-48C4-AACB-1ADF2E66B252}"/>
              </a:ext>
            </a:extLst>
          </p:cNvPr>
          <p:cNvSpPr>
            <a:spLocks noGrp="1"/>
          </p:cNvSpPr>
          <p:nvPr/>
        </p:nvSpPr>
        <p:spPr>
          <a:xfrm>
            <a:off x="1457325" y="3543300"/>
            <a:ext cx="2943225" cy="17145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endParaRPr/>
          </a:p>
        </p:txBody>
      </p:sp>
      <p:sp>
        <p:nvSpPr>
          <p:cNvPr id="20" name="직사각형 19">
            <a:extLst>
              <a:ext uri="{FF2B5EF4-FFF2-40B4-BE49-F238E27FC236}">
                <a16:creationId xmlns:a16="http://schemas.microsoft.com/office/drawing/2014/main" id="{8B776B62-0277-4CAF-A8F0-A4E95CD7B79A}"/>
              </a:ext>
            </a:extLst>
          </p:cNvPr>
          <p:cNvSpPr>
            <a:spLocks noGrp="1"/>
          </p:cNvSpPr>
          <p:nvPr/>
        </p:nvSpPr>
        <p:spPr>
          <a:xfrm>
            <a:off x="1504950" y="3533775"/>
            <a:ext cx="2809875" cy="228600"/>
          </a:xfrm>
          <a:prstGeom prst="rect">
            <a:avLst/>
          </a:prstGeom>
          <a:noFill/>
          <a:ln w="0">
            <a:noFill/>
          </a:ln>
        </p:spPr>
        <p:txBody>
          <a:bodyPr/>
          <a:lstStyle>
            <a:defPPr>
              <a:defRPr sz="1275" b="1">
                <a:solidFill>
                  <a:srgbClr val="008F90"/>
                </a:solidFill>
                <a:latin typeface="Malgun Gothic"/>
                <a:ea typeface="Malgun Gothic"/>
                <a:cs typeface="Malgun Gothic"/>
              </a:defRPr>
            </a:defPPr>
            <a:lvl1pPr>
              <a:defRPr sz="1275" b="1">
                <a:solidFill>
                  <a:srgbClr val="008F90"/>
                </a:solidFill>
                <a:latin typeface="Malgun Gothic"/>
                <a:ea typeface="Malgun Gothic"/>
                <a:cs typeface="Malgun Gothic"/>
              </a:defRPr>
            </a:lvl1pPr>
            <a:lvl2pPr>
              <a:defRPr sz="1275" b="1">
                <a:solidFill>
                  <a:srgbClr val="008F90"/>
                </a:solidFill>
                <a:latin typeface="Malgun Gothic"/>
                <a:ea typeface="Malgun Gothic"/>
                <a:cs typeface="Malgun Gothic"/>
              </a:defRPr>
            </a:lvl2pPr>
            <a:lvl3pPr>
              <a:defRPr sz="1275" b="1">
                <a:solidFill>
                  <a:srgbClr val="008F90"/>
                </a:solidFill>
                <a:latin typeface="Malgun Gothic"/>
                <a:ea typeface="Malgun Gothic"/>
                <a:cs typeface="Malgun Gothic"/>
              </a:defRPr>
            </a:lvl3pPr>
            <a:lvl4pPr>
              <a:defRPr sz="1275" b="1">
                <a:solidFill>
                  <a:srgbClr val="008F90"/>
                </a:solidFill>
                <a:latin typeface="Malgun Gothic"/>
                <a:ea typeface="Malgun Gothic"/>
                <a:cs typeface="Malgun Gothic"/>
              </a:defRPr>
            </a:lvl4pPr>
            <a:lvl5pPr>
              <a:defRPr sz="1275" b="1">
                <a:solidFill>
                  <a:srgbClr val="008F90"/>
                </a:solidFill>
                <a:latin typeface="Malgun Gothic"/>
                <a:ea typeface="Malgun Gothic"/>
                <a:cs typeface="Malgun Gothic"/>
              </a:defRPr>
            </a:lvl5pPr>
            <a:lvl6pPr>
              <a:defRPr sz="1275" b="1">
                <a:solidFill>
                  <a:srgbClr val="008F90"/>
                </a:solidFill>
                <a:latin typeface="Malgun Gothic"/>
                <a:ea typeface="Malgun Gothic"/>
                <a:cs typeface="Malgun Gothic"/>
              </a:defRPr>
            </a:lvl6pPr>
            <a:lvl7pPr>
              <a:defRPr sz="1275" b="1">
                <a:solidFill>
                  <a:srgbClr val="008F90"/>
                </a:solidFill>
                <a:latin typeface="Malgun Gothic"/>
                <a:ea typeface="Malgun Gothic"/>
                <a:cs typeface="Malgun Gothic"/>
              </a:defRPr>
            </a:lvl7pPr>
            <a:lvl8pPr>
              <a:defRPr sz="1275" b="1">
                <a:solidFill>
                  <a:srgbClr val="008F90"/>
                </a:solidFill>
                <a:latin typeface="Malgun Gothic"/>
                <a:ea typeface="Malgun Gothic"/>
                <a:cs typeface="Malgun Gothic"/>
              </a:defRPr>
            </a:lvl8pPr>
            <a:lvl9pPr>
              <a:defRPr sz="1275" b="1">
                <a:solidFill>
                  <a:srgbClr val="008F90"/>
                </a:solidFill>
                <a:latin typeface="Malgun Gothic"/>
                <a:ea typeface="Malgun Gothic"/>
                <a:cs typeface="Malgun Gothic"/>
              </a:defRPr>
            </a:lvl9pPr>
          </a:lstStyle>
          <a:p>
            <a:pPr>
              <a:defRPr sz="1275" b="1">
                <a:solidFill>
                  <a:srgbClr val="008F90"/>
                </a:solidFill>
                <a:latin typeface="Malgun Gothic"/>
                <a:ea typeface="Malgun Gothic"/>
                <a:cs typeface="Malgun Gothic"/>
              </a:defRPr>
            </a:pPr>
            <a:r>
              <a:rPr sz="1275" b="1">
                <a:solidFill>
                  <a:srgbClr val="008F90"/>
                </a:solidFill>
                <a:latin typeface="Malgun Gothic"/>
                <a:ea typeface="Malgun Gothic"/>
                <a:cs typeface="Malgun Gothic"/>
              </a:rPr>
              <a:t>Public subnet</a:t>
            </a:r>
          </a:p>
        </p:txBody>
      </p:sp>
      <p:sp>
        <p:nvSpPr>
          <p:cNvPr id="21" name="직사각형 20">
            <a:extLst>
              <a:ext uri="{FF2B5EF4-FFF2-40B4-BE49-F238E27FC236}">
                <a16:creationId xmlns:a16="http://schemas.microsoft.com/office/drawing/2014/main" id="{F1583D32-D9E5-4E4E-BF10-CACE2F768DF4}"/>
              </a:ext>
            </a:extLst>
          </p:cNvPr>
          <p:cNvSpPr>
            <a:spLocks noGrp="1"/>
          </p:cNvSpPr>
          <p:nvPr/>
        </p:nvSpPr>
        <p:spPr>
          <a:xfrm>
            <a:off x="1504950" y="3800475"/>
            <a:ext cx="2809875" cy="5334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Front A (게임) · Front B (광고)</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Bastion (관리 접속)</a:t>
            </a:r>
          </a:p>
        </p:txBody>
      </p:sp>
      <p:sp>
        <p:nvSpPr>
          <p:cNvPr id="22" name="직사각형 21">
            <a:extLst>
              <a:ext uri="{FF2B5EF4-FFF2-40B4-BE49-F238E27FC236}">
                <a16:creationId xmlns:a16="http://schemas.microsoft.com/office/drawing/2014/main" id="{2B869E2C-3FEF-4F5F-A2F4-012C86BB5674}"/>
              </a:ext>
            </a:extLst>
          </p:cNvPr>
          <p:cNvSpPr>
            <a:spLocks noGrp="1"/>
          </p:cNvSpPr>
          <p:nvPr/>
        </p:nvSpPr>
        <p:spPr>
          <a:xfrm>
            <a:off x="1504950" y="4352925"/>
            <a:ext cx="2809875" cy="9525"/>
          </a:xfrm>
          <a:prstGeom prst="rect">
            <a:avLst/>
          </a:prstGeom>
          <a:solidFill>
            <a:srgbClr val="008F90"/>
          </a:solidFill>
          <a:ln w="0">
            <a:noFill/>
          </a:ln>
        </p:spPr>
        <p:txBody>
          <a:bodyPr/>
          <a:lstStyle/>
          <a:p>
            <a:endParaRPr lang="ko-KR" altLang="en-US"/>
          </a:p>
        </p:txBody>
      </p:sp>
      <p:sp>
        <p:nvSpPr>
          <p:cNvPr id="23" name="직사각형 22">
            <a:extLst>
              <a:ext uri="{FF2B5EF4-FFF2-40B4-BE49-F238E27FC236}">
                <a16:creationId xmlns:a16="http://schemas.microsoft.com/office/drawing/2014/main" id="{94030A06-44CD-43AE-90F5-1D37934B5B38}"/>
              </a:ext>
            </a:extLst>
          </p:cNvPr>
          <p:cNvSpPr>
            <a:spLocks noGrp="1"/>
          </p:cNvSpPr>
          <p:nvPr/>
        </p:nvSpPr>
        <p:spPr>
          <a:xfrm>
            <a:off x="1504950" y="4391025"/>
            <a:ext cx="2809875" cy="228600"/>
          </a:xfrm>
          <a:prstGeom prst="rect">
            <a:avLst/>
          </a:prstGeom>
          <a:noFill/>
          <a:ln w="0">
            <a:noFill/>
          </a:ln>
        </p:spPr>
        <p:txBody>
          <a:bodyPr/>
          <a:lstStyle>
            <a:defPPr>
              <a:defRPr sz="1275" b="1">
                <a:solidFill>
                  <a:srgbClr val="008F90"/>
                </a:solidFill>
                <a:latin typeface="Malgun Gothic"/>
                <a:ea typeface="Malgun Gothic"/>
                <a:cs typeface="Malgun Gothic"/>
              </a:defRPr>
            </a:defPPr>
            <a:lvl1pPr>
              <a:defRPr sz="1275" b="1">
                <a:solidFill>
                  <a:srgbClr val="008F90"/>
                </a:solidFill>
                <a:latin typeface="Malgun Gothic"/>
                <a:ea typeface="Malgun Gothic"/>
                <a:cs typeface="Malgun Gothic"/>
              </a:defRPr>
            </a:lvl1pPr>
            <a:lvl2pPr>
              <a:defRPr sz="1275" b="1">
                <a:solidFill>
                  <a:srgbClr val="008F90"/>
                </a:solidFill>
                <a:latin typeface="Malgun Gothic"/>
                <a:ea typeface="Malgun Gothic"/>
                <a:cs typeface="Malgun Gothic"/>
              </a:defRPr>
            </a:lvl2pPr>
            <a:lvl3pPr>
              <a:defRPr sz="1275" b="1">
                <a:solidFill>
                  <a:srgbClr val="008F90"/>
                </a:solidFill>
                <a:latin typeface="Malgun Gothic"/>
                <a:ea typeface="Malgun Gothic"/>
                <a:cs typeface="Malgun Gothic"/>
              </a:defRPr>
            </a:lvl3pPr>
            <a:lvl4pPr>
              <a:defRPr sz="1275" b="1">
                <a:solidFill>
                  <a:srgbClr val="008F90"/>
                </a:solidFill>
                <a:latin typeface="Malgun Gothic"/>
                <a:ea typeface="Malgun Gothic"/>
                <a:cs typeface="Malgun Gothic"/>
              </a:defRPr>
            </a:lvl4pPr>
            <a:lvl5pPr>
              <a:defRPr sz="1275" b="1">
                <a:solidFill>
                  <a:srgbClr val="008F90"/>
                </a:solidFill>
                <a:latin typeface="Malgun Gothic"/>
                <a:ea typeface="Malgun Gothic"/>
                <a:cs typeface="Malgun Gothic"/>
              </a:defRPr>
            </a:lvl5pPr>
            <a:lvl6pPr>
              <a:defRPr sz="1275" b="1">
                <a:solidFill>
                  <a:srgbClr val="008F90"/>
                </a:solidFill>
                <a:latin typeface="Malgun Gothic"/>
                <a:ea typeface="Malgun Gothic"/>
                <a:cs typeface="Malgun Gothic"/>
              </a:defRPr>
            </a:lvl6pPr>
            <a:lvl7pPr>
              <a:defRPr sz="1275" b="1">
                <a:solidFill>
                  <a:srgbClr val="008F90"/>
                </a:solidFill>
                <a:latin typeface="Malgun Gothic"/>
                <a:ea typeface="Malgun Gothic"/>
                <a:cs typeface="Malgun Gothic"/>
              </a:defRPr>
            </a:lvl7pPr>
            <a:lvl8pPr>
              <a:defRPr sz="1275" b="1">
                <a:solidFill>
                  <a:srgbClr val="008F90"/>
                </a:solidFill>
                <a:latin typeface="Malgun Gothic"/>
                <a:ea typeface="Malgun Gothic"/>
                <a:cs typeface="Malgun Gothic"/>
              </a:defRPr>
            </a:lvl8pPr>
            <a:lvl9pPr>
              <a:defRPr sz="1275" b="1">
                <a:solidFill>
                  <a:srgbClr val="008F90"/>
                </a:solidFill>
                <a:latin typeface="Malgun Gothic"/>
                <a:ea typeface="Malgun Gothic"/>
                <a:cs typeface="Malgun Gothic"/>
              </a:defRPr>
            </a:lvl9pPr>
          </a:lstStyle>
          <a:p>
            <a:pPr>
              <a:defRPr sz="1275" b="1">
                <a:solidFill>
                  <a:srgbClr val="008F90"/>
                </a:solidFill>
                <a:latin typeface="Malgun Gothic"/>
                <a:ea typeface="Malgun Gothic"/>
                <a:cs typeface="Malgun Gothic"/>
              </a:defRPr>
            </a:pPr>
            <a:r>
              <a:rPr sz="1275" b="1">
                <a:solidFill>
                  <a:srgbClr val="008F90"/>
                </a:solidFill>
                <a:latin typeface="Malgun Gothic"/>
                <a:ea typeface="Malgun Gothic"/>
                <a:cs typeface="Malgun Gothic"/>
              </a:rPr>
              <a:t>Private subnet</a:t>
            </a:r>
          </a:p>
        </p:txBody>
      </p:sp>
      <p:sp>
        <p:nvSpPr>
          <p:cNvPr id="24" name="직사각형 23">
            <a:extLst>
              <a:ext uri="{FF2B5EF4-FFF2-40B4-BE49-F238E27FC236}">
                <a16:creationId xmlns:a16="http://schemas.microsoft.com/office/drawing/2014/main" id="{D97A5030-CFC8-4021-98BB-E880AADD1317}"/>
              </a:ext>
            </a:extLst>
          </p:cNvPr>
          <p:cNvSpPr>
            <a:spLocks noGrp="1"/>
          </p:cNvSpPr>
          <p:nvPr/>
        </p:nvSpPr>
        <p:spPr>
          <a:xfrm>
            <a:off x="1504950" y="4648200"/>
            <a:ext cx="2809875" cy="542925"/>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게임 Backend 2대 · 광고 Backend</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Flatten</a:t>
            </a:r>
          </a:p>
        </p:txBody>
      </p:sp>
      <p:sp>
        <p:nvSpPr>
          <p:cNvPr id="25" name="직사각형 24">
            <a:extLst>
              <a:ext uri="{FF2B5EF4-FFF2-40B4-BE49-F238E27FC236}">
                <a16:creationId xmlns:a16="http://schemas.microsoft.com/office/drawing/2014/main" id="{726DA40F-2297-41BB-8092-ED5D2ED68517}"/>
              </a:ext>
            </a:extLst>
          </p:cNvPr>
          <p:cNvSpPr>
            <a:spLocks noGrp="1"/>
          </p:cNvSpPr>
          <p:nvPr/>
        </p:nvSpPr>
        <p:spPr>
          <a:xfrm>
            <a:off x="4476750" y="4048125"/>
            <a:ext cx="619125" cy="28575"/>
          </a:xfrm>
          <a:prstGeom prst="rect">
            <a:avLst/>
          </a:prstGeom>
          <a:solidFill>
            <a:srgbClr val="008F90"/>
          </a:solidFill>
          <a:ln w="0">
            <a:noFill/>
          </a:ln>
        </p:spPr>
        <p:txBody>
          <a:bodyPr/>
          <a:lstStyle/>
          <a:p>
            <a:endParaRPr lang="ko-KR" altLang="en-US"/>
          </a:p>
        </p:txBody>
      </p:sp>
      <p:sp>
        <p:nvSpPr>
          <p:cNvPr id="26" name="직사각형 25">
            <a:extLst>
              <a:ext uri="{FF2B5EF4-FFF2-40B4-BE49-F238E27FC236}">
                <a16:creationId xmlns:a16="http://schemas.microsoft.com/office/drawing/2014/main" id="{3AE17CC9-8030-49EF-96E9-4EC2A758F482}"/>
              </a:ext>
            </a:extLst>
          </p:cNvPr>
          <p:cNvSpPr>
            <a:spLocks noGrp="1"/>
          </p:cNvSpPr>
          <p:nvPr/>
        </p:nvSpPr>
        <p:spPr>
          <a:xfrm>
            <a:off x="5076825" y="3429000"/>
            <a:ext cx="28575" cy="1428750"/>
          </a:xfrm>
          <a:prstGeom prst="rect">
            <a:avLst/>
          </a:prstGeom>
          <a:solidFill>
            <a:srgbClr val="008F90"/>
          </a:solidFill>
          <a:ln w="0">
            <a:noFill/>
          </a:ln>
        </p:spPr>
        <p:txBody>
          <a:bodyPr/>
          <a:lstStyle/>
          <a:p>
            <a:endParaRPr lang="ko-KR" altLang="en-US"/>
          </a:p>
        </p:txBody>
      </p:sp>
      <p:sp>
        <p:nvSpPr>
          <p:cNvPr id="27" name="직사각형 26">
            <a:extLst>
              <a:ext uri="{FF2B5EF4-FFF2-40B4-BE49-F238E27FC236}">
                <a16:creationId xmlns:a16="http://schemas.microsoft.com/office/drawing/2014/main" id="{585A0773-D485-4975-BFB1-362C1A348F64}"/>
              </a:ext>
            </a:extLst>
          </p:cNvPr>
          <p:cNvSpPr>
            <a:spLocks noGrp="1"/>
          </p:cNvSpPr>
          <p:nvPr/>
        </p:nvSpPr>
        <p:spPr>
          <a:xfrm>
            <a:off x="5095875" y="3429000"/>
            <a:ext cx="238125" cy="28575"/>
          </a:xfrm>
          <a:prstGeom prst="rect">
            <a:avLst/>
          </a:prstGeom>
          <a:solidFill>
            <a:srgbClr val="008F90"/>
          </a:solidFill>
          <a:ln w="0">
            <a:noFill/>
          </a:ln>
        </p:spPr>
        <p:txBody>
          <a:bodyPr/>
          <a:lstStyle/>
          <a:p>
            <a:endParaRPr lang="ko-KR" altLang="en-US"/>
          </a:p>
        </p:txBody>
      </p:sp>
      <p:sp>
        <p:nvSpPr>
          <p:cNvPr id="28" name="직사각형 27">
            <a:extLst>
              <a:ext uri="{FF2B5EF4-FFF2-40B4-BE49-F238E27FC236}">
                <a16:creationId xmlns:a16="http://schemas.microsoft.com/office/drawing/2014/main" id="{1B3DC978-D3EC-4C33-8FC6-478D1FC1F411}"/>
              </a:ext>
            </a:extLst>
          </p:cNvPr>
          <p:cNvSpPr>
            <a:spLocks noGrp="1"/>
          </p:cNvSpPr>
          <p:nvPr/>
        </p:nvSpPr>
        <p:spPr>
          <a:xfrm>
            <a:off x="5095875" y="4838700"/>
            <a:ext cx="238125" cy="28575"/>
          </a:xfrm>
          <a:prstGeom prst="rect">
            <a:avLst/>
          </a:prstGeom>
          <a:solidFill>
            <a:srgbClr val="008F90"/>
          </a:solidFill>
          <a:ln w="0">
            <a:noFill/>
          </a:ln>
        </p:spPr>
        <p:txBody>
          <a:bodyPr/>
          <a:lstStyle/>
          <a:p>
            <a:endParaRPr lang="ko-KR" altLang="en-US"/>
          </a:p>
        </p:txBody>
      </p:sp>
      <p:sp>
        <p:nvSpPr>
          <p:cNvPr id="29" name="직사각형 28">
            <a:extLst>
              <a:ext uri="{FF2B5EF4-FFF2-40B4-BE49-F238E27FC236}">
                <a16:creationId xmlns:a16="http://schemas.microsoft.com/office/drawing/2014/main" id="{C7FA11DB-EDFF-4700-9CBB-E68FEF4936B8}"/>
              </a:ext>
            </a:extLst>
          </p:cNvPr>
          <p:cNvSpPr>
            <a:spLocks noGrp="1"/>
          </p:cNvSpPr>
          <p:nvPr/>
        </p:nvSpPr>
        <p:spPr>
          <a:xfrm>
            <a:off x="5334000" y="2886075"/>
            <a:ext cx="2524125" cy="1143000"/>
          </a:xfrm>
          <a:prstGeom prst="rect">
            <a:avLst/>
          </a:prstGeom>
          <a:solidFill>
            <a:srgbClr val="F4EDDC"/>
          </a:solidFill>
          <a:ln w="9525">
            <a:solidFill>
              <a:srgbClr val="C9BDA2"/>
            </a:solidFill>
          </a:ln>
        </p:spPr>
        <p:txBody>
          <a:bodyPr/>
          <a:lstStyle/>
          <a:p>
            <a:endParaRPr lang="ko-KR" altLang="en-US"/>
          </a:p>
        </p:txBody>
      </p:sp>
      <p:sp>
        <p:nvSpPr>
          <p:cNvPr id="30" name="직사각형 29">
            <a:extLst>
              <a:ext uri="{FF2B5EF4-FFF2-40B4-BE49-F238E27FC236}">
                <a16:creationId xmlns:a16="http://schemas.microsoft.com/office/drawing/2014/main" id="{89526E1E-ADE6-4A7D-9898-42DCE06DF10F}"/>
              </a:ext>
            </a:extLst>
          </p:cNvPr>
          <p:cNvSpPr>
            <a:spLocks noGrp="1"/>
          </p:cNvSpPr>
          <p:nvPr/>
        </p:nvSpPr>
        <p:spPr>
          <a:xfrm>
            <a:off x="5334000" y="2886075"/>
            <a:ext cx="2524125" cy="333375"/>
          </a:xfrm>
          <a:prstGeom prst="rect">
            <a:avLst/>
          </a:prstGeom>
          <a:solidFill>
            <a:srgbClr val="173F40"/>
          </a:solidFill>
          <a:ln w="0">
            <a:noFill/>
          </a:ln>
        </p:spPr>
        <p:txBody>
          <a:bodyPr/>
          <a:lstStyle/>
          <a:p>
            <a:endParaRPr lang="ko-KR" altLang="en-US"/>
          </a:p>
        </p:txBody>
      </p:sp>
      <p:sp>
        <p:nvSpPr>
          <p:cNvPr id="31" name="직사각형 30">
            <a:extLst>
              <a:ext uri="{FF2B5EF4-FFF2-40B4-BE49-F238E27FC236}">
                <a16:creationId xmlns:a16="http://schemas.microsoft.com/office/drawing/2014/main" id="{CB1DDAC2-23FC-4961-BC86-F98E741AD3B3}"/>
              </a:ext>
            </a:extLst>
          </p:cNvPr>
          <p:cNvSpPr>
            <a:spLocks noGrp="1"/>
          </p:cNvSpPr>
          <p:nvPr/>
        </p:nvSpPr>
        <p:spPr>
          <a:xfrm>
            <a:off x="5391150" y="2895600"/>
            <a:ext cx="2409825" cy="295275"/>
          </a:xfrm>
          <a:prstGeom prst="rect">
            <a:avLst/>
          </a:prstGeom>
          <a:noFill/>
          <a:ln w="0">
            <a:noFill/>
          </a:ln>
        </p:spPr>
        <p:txBody>
          <a:bodyPr/>
          <a:lstStyle>
            <a:defPPr>
              <a:defRPr sz="1425" b="1">
                <a:solidFill>
                  <a:srgbClr val="FFFFFF"/>
                </a:solidFill>
                <a:latin typeface="Malgun Gothic"/>
                <a:ea typeface="Malgun Gothic"/>
                <a:cs typeface="Malgun Gothic"/>
              </a:defRPr>
            </a:defPPr>
            <a:lvl1pPr>
              <a:defRPr sz="1425" b="1">
                <a:solidFill>
                  <a:srgbClr val="FFFFFF"/>
                </a:solidFill>
                <a:latin typeface="Malgun Gothic"/>
                <a:ea typeface="Malgun Gothic"/>
                <a:cs typeface="Malgun Gothic"/>
              </a:defRPr>
            </a:lvl1pPr>
            <a:lvl2pPr>
              <a:defRPr sz="1425" b="1">
                <a:solidFill>
                  <a:srgbClr val="FFFFFF"/>
                </a:solidFill>
                <a:latin typeface="Malgun Gothic"/>
                <a:ea typeface="Malgun Gothic"/>
                <a:cs typeface="Malgun Gothic"/>
              </a:defRPr>
            </a:lvl2pPr>
            <a:lvl3pPr>
              <a:defRPr sz="1425" b="1">
                <a:solidFill>
                  <a:srgbClr val="FFFFFF"/>
                </a:solidFill>
                <a:latin typeface="Malgun Gothic"/>
                <a:ea typeface="Malgun Gothic"/>
                <a:cs typeface="Malgun Gothic"/>
              </a:defRPr>
            </a:lvl3pPr>
            <a:lvl4pPr>
              <a:defRPr sz="1425" b="1">
                <a:solidFill>
                  <a:srgbClr val="FFFFFF"/>
                </a:solidFill>
                <a:latin typeface="Malgun Gothic"/>
                <a:ea typeface="Malgun Gothic"/>
                <a:cs typeface="Malgun Gothic"/>
              </a:defRPr>
            </a:lvl4pPr>
            <a:lvl5pPr>
              <a:defRPr sz="1425" b="1">
                <a:solidFill>
                  <a:srgbClr val="FFFFFF"/>
                </a:solidFill>
                <a:latin typeface="Malgun Gothic"/>
                <a:ea typeface="Malgun Gothic"/>
                <a:cs typeface="Malgun Gothic"/>
              </a:defRPr>
            </a:lvl5pPr>
            <a:lvl6pPr>
              <a:defRPr sz="1425" b="1">
                <a:solidFill>
                  <a:srgbClr val="FFFFFF"/>
                </a:solidFill>
                <a:latin typeface="Malgun Gothic"/>
                <a:ea typeface="Malgun Gothic"/>
                <a:cs typeface="Malgun Gothic"/>
              </a:defRPr>
            </a:lvl6pPr>
            <a:lvl7pPr>
              <a:defRPr sz="1425" b="1">
                <a:solidFill>
                  <a:srgbClr val="FFFFFF"/>
                </a:solidFill>
                <a:latin typeface="Malgun Gothic"/>
                <a:ea typeface="Malgun Gothic"/>
                <a:cs typeface="Malgun Gothic"/>
              </a:defRPr>
            </a:lvl7pPr>
            <a:lvl8pPr>
              <a:defRPr sz="1425" b="1">
                <a:solidFill>
                  <a:srgbClr val="FFFFFF"/>
                </a:solidFill>
                <a:latin typeface="Malgun Gothic"/>
                <a:ea typeface="Malgun Gothic"/>
                <a:cs typeface="Malgun Gothic"/>
              </a:defRPr>
            </a:lvl8pPr>
            <a:lvl9pPr>
              <a:defRPr sz="1425" b="1">
                <a:solidFill>
                  <a:srgbClr val="FFFFFF"/>
                </a:solidFill>
                <a:latin typeface="Malgun Gothic"/>
                <a:ea typeface="Malgun Gothic"/>
                <a:cs typeface="Malgun Gothic"/>
              </a:defRPr>
            </a:lvl9pPr>
          </a:lstStyle>
          <a:p>
            <a:pP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account2</a:t>
            </a:r>
          </a:p>
        </p:txBody>
      </p:sp>
      <p:sp>
        <p:nvSpPr>
          <p:cNvPr id="32" name="직사각형 31">
            <a:extLst>
              <a:ext uri="{FF2B5EF4-FFF2-40B4-BE49-F238E27FC236}">
                <a16:creationId xmlns:a16="http://schemas.microsoft.com/office/drawing/2014/main" id="{DEEFF960-1653-49DB-AB4E-EA92FB68115A}"/>
              </a:ext>
            </a:extLst>
          </p:cNvPr>
          <p:cNvSpPr>
            <a:spLocks noGrp="1"/>
          </p:cNvSpPr>
          <p:nvPr/>
        </p:nvSpPr>
        <p:spPr>
          <a:xfrm>
            <a:off x="5410200" y="3267075"/>
            <a:ext cx="2371725" cy="228600"/>
          </a:xfrm>
          <a:prstGeom prst="rect">
            <a:avLst/>
          </a:prstGeom>
          <a:noFill/>
          <a:ln w="0">
            <a:noFill/>
          </a:ln>
        </p:spPr>
        <p:txBody>
          <a:bodyPr/>
          <a:lstStyle>
            <a:defPPr>
              <a:defRPr sz="1200" b="0">
                <a:solidFill>
                  <a:srgbClr val="008F90"/>
                </a:solidFill>
                <a:latin typeface="Malgun Gothic"/>
                <a:ea typeface="Malgun Gothic"/>
                <a:cs typeface="Malgun Gothic"/>
              </a:defRPr>
            </a:defPPr>
            <a:lvl1pPr>
              <a:defRPr sz="1200" b="0">
                <a:solidFill>
                  <a:srgbClr val="008F90"/>
                </a:solidFill>
                <a:latin typeface="Malgun Gothic"/>
                <a:ea typeface="Malgun Gothic"/>
                <a:cs typeface="Malgun Gothic"/>
              </a:defRPr>
            </a:lvl1pPr>
            <a:lvl2pPr>
              <a:defRPr sz="1200" b="0">
                <a:solidFill>
                  <a:srgbClr val="008F90"/>
                </a:solidFill>
                <a:latin typeface="Malgun Gothic"/>
                <a:ea typeface="Malgun Gothic"/>
                <a:cs typeface="Malgun Gothic"/>
              </a:defRPr>
            </a:lvl2pPr>
            <a:lvl3pPr>
              <a:defRPr sz="1200" b="0">
                <a:solidFill>
                  <a:srgbClr val="008F90"/>
                </a:solidFill>
                <a:latin typeface="Malgun Gothic"/>
                <a:ea typeface="Malgun Gothic"/>
                <a:cs typeface="Malgun Gothic"/>
              </a:defRPr>
            </a:lvl3pPr>
            <a:lvl4pPr>
              <a:defRPr sz="1200" b="0">
                <a:solidFill>
                  <a:srgbClr val="008F90"/>
                </a:solidFill>
                <a:latin typeface="Malgun Gothic"/>
                <a:ea typeface="Malgun Gothic"/>
                <a:cs typeface="Malgun Gothic"/>
              </a:defRPr>
            </a:lvl4pPr>
            <a:lvl5pPr>
              <a:defRPr sz="1200" b="0">
                <a:solidFill>
                  <a:srgbClr val="008F90"/>
                </a:solidFill>
                <a:latin typeface="Malgun Gothic"/>
                <a:ea typeface="Malgun Gothic"/>
                <a:cs typeface="Malgun Gothic"/>
              </a:defRPr>
            </a:lvl5pPr>
            <a:lvl6pPr>
              <a:defRPr sz="1200" b="0">
                <a:solidFill>
                  <a:srgbClr val="008F90"/>
                </a:solidFill>
                <a:latin typeface="Malgun Gothic"/>
                <a:ea typeface="Malgun Gothic"/>
                <a:cs typeface="Malgun Gothic"/>
              </a:defRPr>
            </a:lvl6pPr>
            <a:lvl7pPr>
              <a:defRPr sz="1200" b="0">
                <a:solidFill>
                  <a:srgbClr val="008F90"/>
                </a:solidFill>
                <a:latin typeface="Malgun Gothic"/>
                <a:ea typeface="Malgun Gothic"/>
                <a:cs typeface="Malgun Gothic"/>
              </a:defRPr>
            </a:lvl7pPr>
            <a:lvl8pPr>
              <a:defRPr sz="1200" b="0">
                <a:solidFill>
                  <a:srgbClr val="008F90"/>
                </a:solidFill>
                <a:latin typeface="Malgun Gothic"/>
                <a:ea typeface="Malgun Gothic"/>
                <a:cs typeface="Malgun Gothic"/>
              </a:defRPr>
            </a:lvl8pPr>
            <a:lvl9pPr>
              <a:defRPr sz="1200" b="0">
                <a:solidFill>
                  <a:srgbClr val="008F90"/>
                </a:solidFill>
                <a:latin typeface="Malgun Gothic"/>
                <a:ea typeface="Malgun Gothic"/>
                <a:cs typeface="Malgun Gothic"/>
              </a:defRPr>
            </a:lvl9pPr>
          </a:lstStyle>
          <a:p>
            <a:pPr>
              <a:defRPr sz="1200" b="0">
                <a:solidFill>
                  <a:srgbClr val="008F90"/>
                </a:solidFill>
                <a:latin typeface="Malgun Gothic"/>
                <a:ea typeface="Malgun Gothic"/>
                <a:cs typeface="Malgun Gothic"/>
              </a:defRPr>
            </a:pPr>
            <a:r>
              <a:rPr sz="1200" b="0">
                <a:solidFill>
                  <a:srgbClr val="008F90"/>
                </a:solidFill>
                <a:latin typeface="Malgun Gothic"/>
                <a:ea typeface="Malgun Gothic"/>
                <a:cs typeface="Malgun Gothic"/>
              </a:rPr>
              <a:t>VPC 10.20.0.0/16</a:t>
            </a:r>
          </a:p>
        </p:txBody>
      </p:sp>
      <p:sp>
        <p:nvSpPr>
          <p:cNvPr id="33" name="직사각형 32">
            <a:extLst>
              <a:ext uri="{FF2B5EF4-FFF2-40B4-BE49-F238E27FC236}">
                <a16:creationId xmlns:a16="http://schemas.microsoft.com/office/drawing/2014/main" id="{B5D3ACC5-DF39-42E0-9BA9-56CD29B74589}"/>
              </a:ext>
            </a:extLst>
          </p:cNvPr>
          <p:cNvSpPr>
            <a:spLocks noGrp="1"/>
          </p:cNvSpPr>
          <p:nvPr/>
        </p:nvSpPr>
        <p:spPr>
          <a:xfrm>
            <a:off x="5410200" y="3543300"/>
            <a:ext cx="2371725" cy="4572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MongoDB 1</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Spark 2</a:t>
            </a:r>
          </a:p>
        </p:txBody>
      </p:sp>
      <p:sp>
        <p:nvSpPr>
          <p:cNvPr id="34" name="직사각형 33">
            <a:extLst>
              <a:ext uri="{FF2B5EF4-FFF2-40B4-BE49-F238E27FC236}">
                <a16:creationId xmlns:a16="http://schemas.microsoft.com/office/drawing/2014/main" id="{591D6670-7C66-4EE3-9C8C-55C9BFDAAA4A}"/>
              </a:ext>
            </a:extLst>
          </p:cNvPr>
          <p:cNvSpPr>
            <a:spLocks noGrp="1"/>
          </p:cNvSpPr>
          <p:nvPr/>
        </p:nvSpPr>
        <p:spPr>
          <a:xfrm>
            <a:off x="8048625" y="2886075"/>
            <a:ext cx="2571750" cy="1143000"/>
          </a:xfrm>
          <a:prstGeom prst="rect">
            <a:avLst/>
          </a:prstGeom>
          <a:solidFill>
            <a:srgbClr val="F4EDDC"/>
          </a:solidFill>
          <a:ln w="9525">
            <a:solidFill>
              <a:srgbClr val="C9BDA2"/>
            </a:solidFill>
          </a:ln>
        </p:spPr>
        <p:txBody>
          <a:bodyPr/>
          <a:lstStyle/>
          <a:p>
            <a:endParaRPr lang="ko-KR" altLang="en-US"/>
          </a:p>
        </p:txBody>
      </p:sp>
      <p:sp>
        <p:nvSpPr>
          <p:cNvPr id="35" name="직사각형 34">
            <a:extLst>
              <a:ext uri="{FF2B5EF4-FFF2-40B4-BE49-F238E27FC236}">
                <a16:creationId xmlns:a16="http://schemas.microsoft.com/office/drawing/2014/main" id="{4C3266CC-D477-4B2C-AAA6-3C9C77B0FC00}"/>
              </a:ext>
            </a:extLst>
          </p:cNvPr>
          <p:cNvSpPr>
            <a:spLocks noGrp="1"/>
          </p:cNvSpPr>
          <p:nvPr/>
        </p:nvSpPr>
        <p:spPr>
          <a:xfrm>
            <a:off x="8048625" y="2886075"/>
            <a:ext cx="2571750" cy="333375"/>
          </a:xfrm>
          <a:prstGeom prst="rect">
            <a:avLst/>
          </a:prstGeom>
          <a:solidFill>
            <a:srgbClr val="173F40"/>
          </a:solidFill>
          <a:ln w="0">
            <a:noFill/>
          </a:ln>
        </p:spPr>
        <p:txBody>
          <a:bodyPr/>
          <a:lstStyle/>
          <a:p>
            <a:endParaRPr lang="ko-KR" altLang="en-US"/>
          </a:p>
        </p:txBody>
      </p:sp>
      <p:sp>
        <p:nvSpPr>
          <p:cNvPr id="36" name="직사각형 35">
            <a:extLst>
              <a:ext uri="{FF2B5EF4-FFF2-40B4-BE49-F238E27FC236}">
                <a16:creationId xmlns:a16="http://schemas.microsoft.com/office/drawing/2014/main" id="{6495C8A9-41A4-4D78-B257-D158AF7CFA1B}"/>
              </a:ext>
            </a:extLst>
          </p:cNvPr>
          <p:cNvSpPr>
            <a:spLocks noGrp="1"/>
          </p:cNvSpPr>
          <p:nvPr/>
        </p:nvSpPr>
        <p:spPr>
          <a:xfrm>
            <a:off x="8105775" y="2895600"/>
            <a:ext cx="2457450" cy="295275"/>
          </a:xfrm>
          <a:prstGeom prst="rect">
            <a:avLst/>
          </a:prstGeom>
          <a:noFill/>
          <a:ln w="0">
            <a:noFill/>
          </a:ln>
        </p:spPr>
        <p:txBody>
          <a:bodyPr/>
          <a:lstStyle>
            <a:defPPr>
              <a:defRPr sz="1425" b="1">
                <a:solidFill>
                  <a:srgbClr val="FFFFFF"/>
                </a:solidFill>
                <a:latin typeface="Malgun Gothic"/>
                <a:ea typeface="Malgun Gothic"/>
                <a:cs typeface="Malgun Gothic"/>
              </a:defRPr>
            </a:defPPr>
            <a:lvl1pPr>
              <a:defRPr sz="1425" b="1">
                <a:solidFill>
                  <a:srgbClr val="FFFFFF"/>
                </a:solidFill>
                <a:latin typeface="Malgun Gothic"/>
                <a:ea typeface="Malgun Gothic"/>
                <a:cs typeface="Malgun Gothic"/>
              </a:defRPr>
            </a:lvl1pPr>
            <a:lvl2pPr>
              <a:defRPr sz="1425" b="1">
                <a:solidFill>
                  <a:srgbClr val="FFFFFF"/>
                </a:solidFill>
                <a:latin typeface="Malgun Gothic"/>
                <a:ea typeface="Malgun Gothic"/>
                <a:cs typeface="Malgun Gothic"/>
              </a:defRPr>
            </a:lvl2pPr>
            <a:lvl3pPr>
              <a:defRPr sz="1425" b="1">
                <a:solidFill>
                  <a:srgbClr val="FFFFFF"/>
                </a:solidFill>
                <a:latin typeface="Malgun Gothic"/>
                <a:ea typeface="Malgun Gothic"/>
                <a:cs typeface="Malgun Gothic"/>
              </a:defRPr>
            </a:lvl3pPr>
            <a:lvl4pPr>
              <a:defRPr sz="1425" b="1">
                <a:solidFill>
                  <a:srgbClr val="FFFFFF"/>
                </a:solidFill>
                <a:latin typeface="Malgun Gothic"/>
                <a:ea typeface="Malgun Gothic"/>
                <a:cs typeface="Malgun Gothic"/>
              </a:defRPr>
            </a:lvl4pPr>
            <a:lvl5pPr>
              <a:defRPr sz="1425" b="1">
                <a:solidFill>
                  <a:srgbClr val="FFFFFF"/>
                </a:solidFill>
                <a:latin typeface="Malgun Gothic"/>
                <a:ea typeface="Malgun Gothic"/>
                <a:cs typeface="Malgun Gothic"/>
              </a:defRPr>
            </a:lvl5pPr>
            <a:lvl6pPr>
              <a:defRPr sz="1425" b="1">
                <a:solidFill>
                  <a:srgbClr val="FFFFFF"/>
                </a:solidFill>
                <a:latin typeface="Malgun Gothic"/>
                <a:ea typeface="Malgun Gothic"/>
                <a:cs typeface="Malgun Gothic"/>
              </a:defRPr>
            </a:lvl6pPr>
            <a:lvl7pPr>
              <a:defRPr sz="1425" b="1">
                <a:solidFill>
                  <a:srgbClr val="FFFFFF"/>
                </a:solidFill>
                <a:latin typeface="Malgun Gothic"/>
                <a:ea typeface="Malgun Gothic"/>
                <a:cs typeface="Malgun Gothic"/>
              </a:defRPr>
            </a:lvl7pPr>
            <a:lvl8pPr>
              <a:defRPr sz="1425" b="1">
                <a:solidFill>
                  <a:srgbClr val="FFFFFF"/>
                </a:solidFill>
                <a:latin typeface="Malgun Gothic"/>
                <a:ea typeface="Malgun Gothic"/>
                <a:cs typeface="Malgun Gothic"/>
              </a:defRPr>
            </a:lvl8pPr>
            <a:lvl9pPr>
              <a:defRPr sz="1425" b="1">
                <a:solidFill>
                  <a:srgbClr val="FFFFFF"/>
                </a:solidFill>
                <a:latin typeface="Malgun Gothic"/>
                <a:ea typeface="Malgun Gothic"/>
                <a:cs typeface="Malgun Gothic"/>
              </a:defRPr>
            </a:lvl9pPr>
          </a:lstStyle>
          <a:p>
            <a:pP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account3</a:t>
            </a:r>
          </a:p>
        </p:txBody>
      </p:sp>
      <p:sp>
        <p:nvSpPr>
          <p:cNvPr id="37" name="직사각형 36">
            <a:extLst>
              <a:ext uri="{FF2B5EF4-FFF2-40B4-BE49-F238E27FC236}">
                <a16:creationId xmlns:a16="http://schemas.microsoft.com/office/drawing/2014/main" id="{D2A3E726-03BA-464F-B326-1436ED52706D}"/>
              </a:ext>
            </a:extLst>
          </p:cNvPr>
          <p:cNvSpPr>
            <a:spLocks noGrp="1"/>
          </p:cNvSpPr>
          <p:nvPr/>
        </p:nvSpPr>
        <p:spPr>
          <a:xfrm>
            <a:off x="8124825" y="3267075"/>
            <a:ext cx="2419350" cy="228600"/>
          </a:xfrm>
          <a:prstGeom prst="rect">
            <a:avLst/>
          </a:prstGeom>
          <a:noFill/>
          <a:ln w="0">
            <a:noFill/>
          </a:ln>
        </p:spPr>
        <p:txBody>
          <a:bodyPr/>
          <a:lstStyle>
            <a:defPPr>
              <a:defRPr sz="1200" b="0">
                <a:solidFill>
                  <a:srgbClr val="008F90"/>
                </a:solidFill>
                <a:latin typeface="Malgun Gothic"/>
                <a:ea typeface="Malgun Gothic"/>
                <a:cs typeface="Malgun Gothic"/>
              </a:defRPr>
            </a:defPPr>
            <a:lvl1pPr>
              <a:defRPr sz="1200" b="0">
                <a:solidFill>
                  <a:srgbClr val="008F90"/>
                </a:solidFill>
                <a:latin typeface="Malgun Gothic"/>
                <a:ea typeface="Malgun Gothic"/>
                <a:cs typeface="Malgun Gothic"/>
              </a:defRPr>
            </a:lvl1pPr>
            <a:lvl2pPr>
              <a:defRPr sz="1200" b="0">
                <a:solidFill>
                  <a:srgbClr val="008F90"/>
                </a:solidFill>
                <a:latin typeface="Malgun Gothic"/>
                <a:ea typeface="Malgun Gothic"/>
                <a:cs typeface="Malgun Gothic"/>
              </a:defRPr>
            </a:lvl2pPr>
            <a:lvl3pPr>
              <a:defRPr sz="1200" b="0">
                <a:solidFill>
                  <a:srgbClr val="008F90"/>
                </a:solidFill>
                <a:latin typeface="Malgun Gothic"/>
                <a:ea typeface="Malgun Gothic"/>
                <a:cs typeface="Malgun Gothic"/>
              </a:defRPr>
            </a:lvl3pPr>
            <a:lvl4pPr>
              <a:defRPr sz="1200" b="0">
                <a:solidFill>
                  <a:srgbClr val="008F90"/>
                </a:solidFill>
                <a:latin typeface="Malgun Gothic"/>
                <a:ea typeface="Malgun Gothic"/>
                <a:cs typeface="Malgun Gothic"/>
              </a:defRPr>
            </a:lvl4pPr>
            <a:lvl5pPr>
              <a:defRPr sz="1200" b="0">
                <a:solidFill>
                  <a:srgbClr val="008F90"/>
                </a:solidFill>
                <a:latin typeface="Malgun Gothic"/>
                <a:ea typeface="Malgun Gothic"/>
                <a:cs typeface="Malgun Gothic"/>
              </a:defRPr>
            </a:lvl5pPr>
            <a:lvl6pPr>
              <a:defRPr sz="1200" b="0">
                <a:solidFill>
                  <a:srgbClr val="008F90"/>
                </a:solidFill>
                <a:latin typeface="Malgun Gothic"/>
                <a:ea typeface="Malgun Gothic"/>
                <a:cs typeface="Malgun Gothic"/>
              </a:defRPr>
            </a:lvl6pPr>
            <a:lvl7pPr>
              <a:defRPr sz="1200" b="0">
                <a:solidFill>
                  <a:srgbClr val="008F90"/>
                </a:solidFill>
                <a:latin typeface="Malgun Gothic"/>
                <a:ea typeface="Malgun Gothic"/>
                <a:cs typeface="Malgun Gothic"/>
              </a:defRPr>
            </a:lvl7pPr>
            <a:lvl8pPr>
              <a:defRPr sz="1200" b="0">
                <a:solidFill>
                  <a:srgbClr val="008F90"/>
                </a:solidFill>
                <a:latin typeface="Malgun Gothic"/>
                <a:ea typeface="Malgun Gothic"/>
                <a:cs typeface="Malgun Gothic"/>
              </a:defRPr>
            </a:lvl8pPr>
            <a:lvl9pPr>
              <a:defRPr sz="1200" b="0">
                <a:solidFill>
                  <a:srgbClr val="008F90"/>
                </a:solidFill>
                <a:latin typeface="Malgun Gothic"/>
                <a:ea typeface="Malgun Gothic"/>
                <a:cs typeface="Malgun Gothic"/>
              </a:defRPr>
            </a:lvl9pPr>
          </a:lstStyle>
          <a:p>
            <a:pPr>
              <a:defRPr sz="1200" b="0">
                <a:solidFill>
                  <a:srgbClr val="008F90"/>
                </a:solidFill>
                <a:latin typeface="Malgun Gothic"/>
                <a:ea typeface="Malgun Gothic"/>
                <a:cs typeface="Malgun Gothic"/>
              </a:defRPr>
            </a:pPr>
            <a:r>
              <a:rPr sz="1200" b="0">
                <a:solidFill>
                  <a:srgbClr val="008F90"/>
                </a:solidFill>
                <a:latin typeface="Malgun Gothic"/>
                <a:ea typeface="Malgun Gothic"/>
                <a:cs typeface="Malgun Gothic"/>
              </a:rPr>
              <a:t>VPC 10.30.0.0/16</a:t>
            </a:r>
          </a:p>
        </p:txBody>
      </p:sp>
      <p:sp>
        <p:nvSpPr>
          <p:cNvPr id="38" name="직사각형 37">
            <a:extLst>
              <a:ext uri="{FF2B5EF4-FFF2-40B4-BE49-F238E27FC236}">
                <a16:creationId xmlns:a16="http://schemas.microsoft.com/office/drawing/2014/main" id="{F5BBBEC9-3294-4B0B-A62F-ADA842FD31C2}"/>
              </a:ext>
            </a:extLst>
          </p:cNvPr>
          <p:cNvSpPr>
            <a:spLocks noGrp="1"/>
          </p:cNvSpPr>
          <p:nvPr/>
        </p:nvSpPr>
        <p:spPr>
          <a:xfrm>
            <a:off x="8124825" y="3543300"/>
            <a:ext cx="2419350" cy="4572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MySQL 1 · MongoDB 2</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Spark 1</a:t>
            </a:r>
          </a:p>
        </p:txBody>
      </p:sp>
      <p:sp>
        <p:nvSpPr>
          <p:cNvPr id="39" name="직사각형 38">
            <a:extLst>
              <a:ext uri="{FF2B5EF4-FFF2-40B4-BE49-F238E27FC236}">
                <a16:creationId xmlns:a16="http://schemas.microsoft.com/office/drawing/2014/main" id="{2C060E0F-BFBA-42A0-986B-D86F486D8B3D}"/>
              </a:ext>
            </a:extLst>
          </p:cNvPr>
          <p:cNvSpPr>
            <a:spLocks noGrp="1"/>
          </p:cNvSpPr>
          <p:nvPr/>
        </p:nvSpPr>
        <p:spPr>
          <a:xfrm>
            <a:off x="5334000" y="4143375"/>
            <a:ext cx="2524125" cy="1143000"/>
          </a:xfrm>
          <a:prstGeom prst="rect">
            <a:avLst/>
          </a:prstGeom>
          <a:solidFill>
            <a:srgbClr val="F4EDDC"/>
          </a:solidFill>
          <a:ln w="9525">
            <a:solidFill>
              <a:srgbClr val="C9BDA2"/>
            </a:solidFill>
          </a:ln>
        </p:spPr>
        <p:txBody>
          <a:bodyPr/>
          <a:lstStyle/>
          <a:p>
            <a:endParaRPr lang="ko-KR" altLang="en-US"/>
          </a:p>
        </p:txBody>
      </p:sp>
      <p:sp>
        <p:nvSpPr>
          <p:cNvPr id="40" name="직사각형 39">
            <a:extLst>
              <a:ext uri="{FF2B5EF4-FFF2-40B4-BE49-F238E27FC236}">
                <a16:creationId xmlns:a16="http://schemas.microsoft.com/office/drawing/2014/main" id="{DCEE116A-FA67-46F6-9A7D-C666F3E70CA2}"/>
              </a:ext>
            </a:extLst>
          </p:cNvPr>
          <p:cNvSpPr>
            <a:spLocks noGrp="1"/>
          </p:cNvSpPr>
          <p:nvPr/>
        </p:nvSpPr>
        <p:spPr>
          <a:xfrm>
            <a:off x="5334000" y="4143375"/>
            <a:ext cx="2524125" cy="333375"/>
          </a:xfrm>
          <a:prstGeom prst="rect">
            <a:avLst/>
          </a:prstGeom>
          <a:solidFill>
            <a:srgbClr val="173F40"/>
          </a:solidFill>
          <a:ln w="0">
            <a:noFill/>
          </a:ln>
        </p:spPr>
        <p:txBody>
          <a:bodyPr/>
          <a:lstStyle/>
          <a:p>
            <a:endParaRPr lang="ko-KR" altLang="en-US"/>
          </a:p>
        </p:txBody>
      </p:sp>
      <p:sp>
        <p:nvSpPr>
          <p:cNvPr id="41" name="직사각형 40">
            <a:extLst>
              <a:ext uri="{FF2B5EF4-FFF2-40B4-BE49-F238E27FC236}">
                <a16:creationId xmlns:a16="http://schemas.microsoft.com/office/drawing/2014/main" id="{E17659DE-91B4-43AB-B5A2-0B85BE1B508E}"/>
              </a:ext>
            </a:extLst>
          </p:cNvPr>
          <p:cNvSpPr>
            <a:spLocks noGrp="1"/>
          </p:cNvSpPr>
          <p:nvPr/>
        </p:nvSpPr>
        <p:spPr>
          <a:xfrm>
            <a:off x="5391150" y="4152900"/>
            <a:ext cx="2409825" cy="295275"/>
          </a:xfrm>
          <a:prstGeom prst="rect">
            <a:avLst/>
          </a:prstGeom>
          <a:noFill/>
          <a:ln w="0">
            <a:noFill/>
          </a:ln>
        </p:spPr>
        <p:txBody>
          <a:bodyPr/>
          <a:lstStyle>
            <a:defPPr>
              <a:defRPr sz="1425" b="1">
                <a:solidFill>
                  <a:srgbClr val="FFFFFF"/>
                </a:solidFill>
                <a:latin typeface="Malgun Gothic"/>
                <a:ea typeface="Malgun Gothic"/>
                <a:cs typeface="Malgun Gothic"/>
              </a:defRPr>
            </a:defPPr>
            <a:lvl1pPr>
              <a:defRPr sz="1425" b="1">
                <a:solidFill>
                  <a:srgbClr val="FFFFFF"/>
                </a:solidFill>
                <a:latin typeface="Malgun Gothic"/>
                <a:ea typeface="Malgun Gothic"/>
                <a:cs typeface="Malgun Gothic"/>
              </a:defRPr>
            </a:lvl1pPr>
            <a:lvl2pPr>
              <a:defRPr sz="1425" b="1">
                <a:solidFill>
                  <a:srgbClr val="FFFFFF"/>
                </a:solidFill>
                <a:latin typeface="Malgun Gothic"/>
                <a:ea typeface="Malgun Gothic"/>
                <a:cs typeface="Malgun Gothic"/>
              </a:defRPr>
            </a:lvl2pPr>
            <a:lvl3pPr>
              <a:defRPr sz="1425" b="1">
                <a:solidFill>
                  <a:srgbClr val="FFFFFF"/>
                </a:solidFill>
                <a:latin typeface="Malgun Gothic"/>
                <a:ea typeface="Malgun Gothic"/>
                <a:cs typeface="Malgun Gothic"/>
              </a:defRPr>
            </a:lvl3pPr>
            <a:lvl4pPr>
              <a:defRPr sz="1425" b="1">
                <a:solidFill>
                  <a:srgbClr val="FFFFFF"/>
                </a:solidFill>
                <a:latin typeface="Malgun Gothic"/>
                <a:ea typeface="Malgun Gothic"/>
                <a:cs typeface="Malgun Gothic"/>
              </a:defRPr>
            </a:lvl4pPr>
            <a:lvl5pPr>
              <a:defRPr sz="1425" b="1">
                <a:solidFill>
                  <a:srgbClr val="FFFFFF"/>
                </a:solidFill>
                <a:latin typeface="Malgun Gothic"/>
                <a:ea typeface="Malgun Gothic"/>
                <a:cs typeface="Malgun Gothic"/>
              </a:defRPr>
            </a:lvl5pPr>
            <a:lvl6pPr>
              <a:defRPr sz="1425" b="1">
                <a:solidFill>
                  <a:srgbClr val="FFFFFF"/>
                </a:solidFill>
                <a:latin typeface="Malgun Gothic"/>
                <a:ea typeface="Malgun Gothic"/>
                <a:cs typeface="Malgun Gothic"/>
              </a:defRPr>
            </a:lvl6pPr>
            <a:lvl7pPr>
              <a:defRPr sz="1425" b="1">
                <a:solidFill>
                  <a:srgbClr val="FFFFFF"/>
                </a:solidFill>
                <a:latin typeface="Malgun Gothic"/>
                <a:ea typeface="Malgun Gothic"/>
                <a:cs typeface="Malgun Gothic"/>
              </a:defRPr>
            </a:lvl7pPr>
            <a:lvl8pPr>
              <a:defRPr sz="1425" b="1">
                <a:solidFill>
                  <a:srgbClr val="FFFFFF"/>
                </a:solidFill>
                <a:latin typeface="Malgun Gothic"/>
                <a:ea typeface="Malgun Gothic"/>
                <a:cs typeface="Malgun Gothic"/>
              </a:defRPr>
            </a:lvl8pPr>
            <a:lvl9pPr>
              <a:defRPr sz="1425" b="1">
                <a:solidFill>
                  <a:srgbClr val="FFFFFF"/>
                </a:solidFill>
                <a:latin typeface="Malgun Gothic"/>
                <a:ea typeface="Malgun Gothic"/>
                <a:cs typeface="Malgun Gothic"/>
              </a:defRPr>
            </a:lvl9pPr>
          </a:lstStyle>
          <a:p>
            <a:pP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account4</a:t>
            </a:r>
          </a:p>
        </p:txBody>
      </p:sp>
      <p:sp>
        <p:nvSpPr>
          <p:cNvPr id="42" name="직사각형 41">
            <a:extLst>
              <a:ext uri="{FF2B5EF4-FFF2-40B4-BE49-F238E27FC236}">
                <a16:creationId xmlns:a16="http://schemas.microsoft.com/office/drawing/2014/main" id="{B27FEE6A-903E-4B82-8B71-09922E3A0FC0}"/>
              </a:ext>
            </a:extLst>
          </p:cNvPr>
          <p:cNvSpPr>
            <a:spLocks noGrp="1"/>
          </p:cNvSpPr>
          <p:nvPr/>
        </p:nvSpPr>
        <p:spPr>
          <a:xfrm>
            <a:off x="5410200" y="4524375"/>
            <a:ext cx="2371725" cy="228600"/>
          </a:xfrm>
          <a:prstGeom prst="rect">
            <a:avLst/>
          </a:prstGeom>
          <a:noFill/>
          <a:ln w="0">
            <a:noFill/>
          </a:ln>
        </p:spPr>
        <p:txBody>
          <a:bodyPr/>
          <a:lstStyle>
            <a:defPPr>
              <a:defRPr sz="1200" b="0">
                <a:solidFill>
                  <a:srgbClr val="008F90"/>
                </a:solidFill>
                <a:latin typeface="Malgun Gothic"/>
                <a:ea typeface="Malgun Gothic"/>
                <a:cs typeface="Malgun Gothic"/>
              </a:defRPr>
            </a:defPPr>
            <a:lvl1pPr>
              <a:defRPr sz="1200" b="0">
                <a:solidFill>
                  <a:srgbClr val="008F90"/>
                </a:solidFill>
                <a:latin typeface="Malgun Gothic"/>
                <a:ea typeface="Malgun Gothic"/>
                <a:cs typeface="Malgun Gothic"/>
              </a:defRPr>
            </a:lvl1pPr>
            <a:lvl2pPr>
              <a:defRPr sz="1200" b="0">
                <a:solidFill>
                  <a:srgbClr val="008F90"/>
                </a:solidFill>
                <a:latin typeface="Malgun Gothic"/>
                <a:ea typeface="Malgun Gothic"/>
                <a:cs typeface="Malgun Gothic"/>
              </a:defRPr>
            </a:lvl2pPr>
            <a:lvl3pPr>
              <a:defRPr sz="1200" b="0">
                <a:solidFill>
                  <a:srgbClr val="008F90"/>
                </a:solidFill>
                <a:latin typeface="Malgun Gothic"/>
                <a:ea typeface="Malgun Gothic"/>
                <a:cs typeface="Malgun Gothic"/>
              </a:defRPr>
            </a:lvl3pPr>
            <a:lvl4pPr>
              <a:defRPr sz="1200" b="0">
                <a:solidFill>
                  <a:srgbClr val="008F90"/>
                </a:solidFill>
                <a:latin typeface="Malgun Gothic"/>
                <a:ea typeface="Malgun Gothic"/>
                <a:cs typeface="Malgun Gothic"/>
              </a:defRPr>
            </a:lvl4pPr>
            <a:lvl5pPr>
              <a:defRPr sz="1200" b="0">
                <a:solidFill>
                  <a:srgbClr val="008F90"/>
                </a:solidFill>
                <a:latin typeface="Malgun Gothic"/>
                <a:ea typeface="Malgun Gothic"/>
                <a:cs typeface="Malgun Gothic"/>
              </a:defRPr>
            </a:lvl5pPr>
            <a:lvl6pPr>
              <a:defRPr sz="1200" b="0">
                <a:solidFill>
                  <a:srgbClr val="008F90"/>
                </a:solidFill>
                <a:latin typeface="Malgun Gothic"/>
                <a:ea typeface="Malgun Gothic"/>
                <a:cs typeface="Malgun Gothic"/>
              </a:defRPr>
            </a:lvl6pPr>
            <a:lvl7pPr>
              <a:defRPr sz="1200" b="0">
                <a:solidFill>
                  <a:srgbClr val="008F90"/>
                </a:solidFill>
                <a:latin typeface="Malgun Gothic"/>
                <a:ea typeface="Malgun Gothic"/>
                <a:cs typeface="Malgun Gothic"/>
              </a:defRPr>
            </a:lvl7pPr>
            <a:lvl8pPr>
              <a:defRPr sz="1200" b="0">
                <a:solidFill>
                  <a:srgbClr val="008F90"/>
                </a:solidFill>
                <a:latin typeface="Malgun Gothic"/>
                <a:ea typeface="Malgun Gothic"/>
                <a:cs typeface="Malgun Gothic"/>
              </a:defRPr>
            </a:lvl8pPr>
            <a:lvl9pPr>
              <a:defRPr sz="1200" b="0">
                <a:solidFill>
                  <a:srgbClr val="008F90"/>
                </a:solidFill>
                <a:latin typeface="Malgun Gothic"/>
                <a:ea typeface="Malgun Gothic"/>
                <a:cs typeface="Malgun Gothic"/>
              </a:defRPr>
            </a:lvl9pPr>
          </a:lstStyle>
          <a:p>
            <a:pPr>
              <a:defRPr sz="1200" b="0">
                <a:solidFill>
                  <a:srgbClr val="008F90"/>
                </a:solidFill>
                <a:latin typeface="Malgun Gothic"/>
                <a:ea typeface="Malgun Gothic"/>
                <a:cs typeface="Malgun Gothic"/>
              </a:defRPr>
            </a:pPr>
            <a:r>
              <a:rPr sz="1200" b="0">
                <a:solidFill>
                  <a:srgbClr val="008F90"/>
                </a:solidFill>
                <a:latin typeface="Malgun Gothic"/>
                <a:ea typeface="Malgun Gothic"/>
                <a:cs typeface="Malgun Gothic"/>
              </a:rPr>
              <a:t>VPC 10.40.0.0/16</a:t>
            </a:r>
          </a:p>
        </p:txBody>
      </p:sp>
      <p:sp>
        <p:nvSpPr>
          <p:cNvPr id="43" name="직사각형 42">
            <a:extLst>
              <a:ext uri="{FF2B5EF4-FFF2-40B4-BE49-F238E27FC236}">
                <a16:creationId xmlns:a16="http://schemas.microsoft.com/office/drawing/2014/main" id="{9178E132-B115-46D2-88CF-3A9B89C469C2}"/>
              </a:ext>
            </a:extLst>
          </p:cNvPr>
          <p:cNvSpPr>
            <a:spLocks noGrp="1"/>
          </p:cNvSpPr>
          <p:nvPr/>
        </p:nvSpPr>
        <p:spPr>
          <a:xfrm>
            <a:off x="5410200" y="4800600"/>
            <a:ext cx="2371725" cy="4572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MySQL 3 · Kafka 1·2</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Spark 3</a:t>
            </a:r>
          </a:p>
        </p:txBody>
      </p:sp>
      <p:sp>
        <p:nvSpPr>
          <p:cNvPr id="44" name="직사각형 43">
            <a:extLst>
              <a:ext uri="{FF2B5EF4-FFF2-40B4-BE49-F238E27FC236}">
                <a16:creationId xmlns:a16="http://schemas.microsoft.com/office/drawing/2014/main" id="{B9CDB757-C0A8-495E-83FC-C2CEDF72E2B8}"/>
              </a:ext>
            </a:extLst>
          </p:cNvPr>
          <p:cNvSpPr>
            <a:spLocks noGrp="1"/>
          </p:cNvSpPr>
          <p:nvPr/>
        </p:nvSpPr>
        <p:spPr>
          <a:xfrm>
            <a:off x="8048625" y="4143375"/>
            <a:ext cx="2571750" cy="1143000"/>
          </a:xfrm>
          <a:prstGeom prst="rect">
            <a:avLst/>
          </a:prstGeom>
          <a:solidFill>
            <a:srgbClr val="F4EDDC"/>
          </a:solidFill>
          <a:ln w="9525">
            <a:solidFill>
              <a:srgbClr val="C9BDA2"/>
            </a:solidFill>
          </a:ln>
        </p:spPr>
        <p:txBody>
          <a:bodyPr/>
          <a:lstStyle/>
          <a:p>
            <a:endParaRPr lang="ko-KR" altLang="en-US"/>
          </a:p>
        </p:txBody>
      </p:sp>
      <p:sp>
        <p:nvSpPr>
          <p:cNvPr id="45" name="직사각형 44">
            <a:extLst>
              <a:ext uri="{FF2B5EF4-FFF2-40B4-BE49-F238E27FC236}">
                <a16:creationId xmlns:a16="http://schemas.microsoft.com/office/drawing/2014/main" id="{B32F8BE6-8263-4D6B-B34E-D4B3CAD3DCFA}"/>
              </a:ext>
            </a:extLst>
          </p:cNvPr>
          <p:cNvSpPr>
            <a:spLocks noGrp="1"/>
          </p:cNvSpPr>
          <p:nvPr/>
        </p:nvSpPr>
        <p:spPr>
          <a:xfrm>
            <a:off x="8048625" y="4143375"/>
            <a:ext cx="2571750" cy="333375"/>
          </a:xfrm>
          <a:prstGeom prst="rect">
            <a:avLst/>
          </a:prstGeom>
          <a:solidFill>
            <a:srgbClr val="173F40"/>
          </a:solidFill>
          <a:ln w="0">
            <a:noFill/>
          </a:ln>
        </p:spPr>
        <p:txBody>
          <a:bodyPr/>
          <a:lstStyle/>
          <a:p>
            <a:endParaRPr lang="ko-KR" altLang="en-US"/>
          </a:p>
        </p:txBody>
      </p:sp>
      <p:sp>
        <p:nvSpPr>
          <p:cNvPr id="46" name="직사각형 45">
            <a:extLst>
              <a:ext uri="{FF2B5EF4-FFF2-40B4-BE49-F238E27FC236}">
                <a16:creationId xmlns:a16="http://schemas.microsoft.com/office/drawing/2014/main" id="{D836D903-DBC3-48BD-A9E0-B67813E9A9CE}"/>
              </a:ext>
            </a:extLst>
          </p:cNvPr>
          <p:cNvSpPr>
            <a:spLocks noGrp="1"/>
          </p:cNvSpPr>
          <p:nvPr/>
        </p:nvSpPr>
        <p:spPr>
          <a:xfrm>
            <a:off x="8105775" y="4152900"/>
            <a:ext cx="2457450" cy="295275"/>
          </a:xfrm>
          <a:prstGeom prst="rect">
            <a:avLst/>
          </a:prstGeom>
          <a:noFill/>
          <a:ln w="0">
            <a:noFill/>
          </a:ln>
        </p:spPr>
        <p:txBody>
          <a:bodyPr/>
          <a:lstStyle>
            <a:defPPr>
              <a:defRPr sz="1425" b="1">
                <a:solidFill>
                  <a:srgbClr val="FFFFFF"/>
                </a:solidFill>
                <a:latin typeface="Malgun Gothic"/>
                <a:ea typeface="Malgun Gothic"/>
                <a:cs typeface="Malgun Gothic"/>
              </a:defRPr>
            </a:defPPr>
            <a:lvl1pPr>
              <a:defRPr sz="1425" b="1">
                <a:solidFill>
                  <a:srgbClr val="FFFFFF"/>
                </a:solidFill>
                <a:latin typeface="Malgun Gothic"/>
                <a:ea typeface="Malgun Gothic"/>
                <a:cs typeface="Malgun Gothic"/>
              </a:defRPr>
            </a:lvl1pPr>
            <a:lvl2pPr>
              <a:defRPr sz="1425" b="1">
                <a:solidFill>
                  <a:srgbClr val="FFFFFF"/>
                </a:solidFill>
                <a:latin typeface="Malgun Gothic"/>
                <a:ea typeface="Malgun Gothic"/>
                <a:cs typeface="Malgun Gothic"/>
              </a:defRPr>
            </a:lvl2pPr>
            <a:lvl3pPr>
              <a:defRPr sz="1425" b="1">
                <a:solidFill>
                  <a:srgbClr val="FFFFFF"/>
                </a:solidFill>
                <a:latin typeface="Malgun Gothic"/>
                <a:ea typeface="Malgun Gothic"/>
                <a:cs typeface="Malgun Gothic"/>
              </a:defRPr>
            </a:lvl3pPr>
            <a:lvl4pPr>
              <a:defRPr sz="1425" b="1">
                <a:solidFill>
                  <a:srgbClr val="FFFFFF"/>
                </a:solidFill>
                <a:latin typeface="Malgun Gothic"/>
                <a:ea typeface="Malgun Gothic"/>
                <a:cs typeface="Malgun Gothic"/>
              </a:defRPr>
            </a:lvl4pPr>
            <a:lvl5pPr>
              <a:defRPr sz="1425" b="1">
                <a:solidFill>
                  <a:srgbClr val="FFFFFF"/>
                </a:solidFill>
                <a:latin typeface="Malgun Gothic"/>
                <a:ea typeface="Malgun Gothic"/>
                <a:cs typeface="Malgun Gothic"/>
              </a:defRPr>
            </a:lvl5pPr>
            <a:lvl6pPr>
              <a:defRPr sz="1425" b="1">
                <a:solidFill>
                  <a:srgbClr val="FFFFFF"/>
                </a:solidFill>
                <a:latin typeface="Malgun Gothic"/>
                <a:ea typeface="Malgun Gothic"/>
                <a:cs typeface="Malgun Gothic"/>
              </a:defRPr>
            </a:lvl6pPr>
            <a:lvl7pPr>
              <a:defRPr sz="1425" b="1">
                <a:solidFill>
                  <a:srgbClr val="FFFFFF"/>
                </a:solidFill>
                <a:latin typeface="Malgun Gothic"/>
                <a:ea typeface="Malgun Gothic"/>
                <a:cs typeface="Malgun Gothic"/>
              </a:defRPr>
            </a:lvl7pPr>
            <a:lvl8pPr>
              <a:defRPr sz="1425" b="1">
                <a:solidFill>
                  <a:srgbClr val="FFFFFF"/>
                </a:solidFill>
                <a:latin typeface="Malgun Gothic"/>
                <a:ea typeface="Malgun Gothic"/>
                <a:cs typeface="Malgun Gothic"/>
              </a:defRPr>
            </a:lvl8pPr>
            <a:lvl9pPr>
              <a:defRPr sz="1425" b="1">
                <a:solidFill>
                  <a:srgbClr val="FFFFFF"/>
                </a:solidFill>
                <a:latin typeface="Malgun Gothic"/>
                <a:ea typeface="Malgun Gothic"/>
                <a:cs typeface="Malgun Gothic"/>
              </a:defRPr>
            </a:lvl9pPr>
          </a:lstStyle>
          <a:p>
            <a:pP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account5</a:t>
            </a:r>
          </a:p>
        </p:txBody>
      </p:sp>
      <p:sp>
        <p:nvSpPr>
          <p:cNvPr id="47" name="직사각형 46">
            <a:extLst>
              <a:ext uri="{FF2B5EF4-FFF2-40B4-BE49-F238E27FC236}">
                <a16:creationId xmlns:a16="http://schemas.microsoft.com/office/drawing/2014/main" id="{018F2D75-9540-4E98-8F60-2BFFD314BE0F}"/>
              </a:ext>
            </a:extLst>
          </p:cNvPr>
          <p:cNvSpPr>
            <a:spLocks noGrp="1"/>
          </p:cNvSpPr>
          <p:nvPr/>
        </p:nvSpPr>
        <p:spPr>
          <a:xfrm>
            <a:off x="8124825" y="4524375"/>
            <a:ext cx="2419350" cy="228600"/>
          </a:xfrm>
          <a:prstGeom prst="rect">
            <a:avLst/>
          </a:prstGeom>
          <a:noFill/>
          <a:ln w="0">
            <a:noFill/>
          </a:ln>
        </p:spPr>
        <p:txBody>
          <a:bodyPr/>
          <a:lstStyle>
            <a:defPPr>
              <a:defRPr sz="1200" b="0">
                <a:solidFill>
                  <a:srgbClr val="008F90"/>
                </a:solidFill>
                <a:latin typeface="Malgun Gothic"/>
                <a:ea typeface="Malgun Gothic"/>
                <a:cs typeface="Malgun Gothic"/>
              </a:defRPr>
            </a:defPPr>
            <a:lvl1pPr>
              <a:defRPr sz="1200" b="0">
                <a:solidFill>
                  <a:srgbClr val="008F90"/>
                </a:solidFill>
                <a:latin typeface="Malgun Gothic"/>
                <a:ea typeface="Malgun Gothic"/>
                <a:cs typeface="Malgun Gothic"/>
              </a:defRPr>
            </a:lvl1pPr>
            <a:lvl2pPr>
              <a:defRPr sz="1200" b="0">
                <a:solidFill>
                  <a:srgbClr val="008F90"/>
                </a:solidFill>
                <a:latin typeface="Malgun Gothic"/>
                <a:ea typeface="Malgun Gothic"/>
                <a:cs typeface="Malgun Gothic"/>
              </a:defRPr>
            </a:lvl2pPr>
            <a:lvl3pPr>
              <a:defRPr sz="1200" b="0">
                <a:solidFill>
                  <a:srgbClr val="008F90"/>
                </a:solidFill>
                <a:latin typeface="Malgun Gothic"/>
                <a:ea typeface="Malgun Gothic"/>
                <a:cs typeface="Malgun Gothic"/>
              </a:defRPr>
            </a:lvl3pPr>
            <a:lvl4pPr>
              <a:defRPr sz="1200" b="0">
                <a:solidFill>
                  <a:srgbClr val="008F90"/>
                </a:solidFill>
                <a:latin typeface="Malgun Gothic"/>
                <a:ea typeface="Malgun Gothic"/>
                <a:cs typeface="Malgun Gothic"/>
              </a:defRPr>
            </a:lvl4pPr>
            <a:lvl5pPr>
              <a:defRPr sz="1200" b="0">
                <a:solidFill>
                  <a:srgbClr val="008F90"/>
                </a:solidFill>
                <a:latin typeface="Malgun Gothic"/>
                <a:ea typeface="Malgun Gothic"/>
                <a:cs typeface="Malgun Gothic"/>
              </a:defRPr>
            </a:lvl5pPr>
            <a:lvl6pPr>
              <a:defRPr sz="1200" b="0">
                <a:solidFill>
                  <a:srgbClr val="008F90"/>
                </a:solidFill>
                <a:latin typeface="Malgun Gothic"/>
                <a:ea typeface="Malgun Gothic"/>
                <a:cs typeface="Malgun Gothic"/>
              </a:defRPr>
            </a:lvl6pPr>
            <a:lvl7pPr>
              <a:defRPr sz="1200" b="0">
                <a:solidFill>
                  <a:srgbClr val="008F90"/>
                </a:solidFill>
                <a:latin typeface="Malgun Gothic"/>
                <a:ea typeface="Malgun Gothic"/>
                <a:cs typeface="Malgun Gothic"/>
              </a:defRPr>
            </a:lvl7pPr>
            <a:lvl8pPr>
              <a:defRPr sz="1200" b="0">
                <a:solidFill>
                  <a:srgbClr val="008F90"/>
                </a:solidFill>
                <a:latin typeface="Malgun Gothic"/>
                <a:ea typeface="Malgun Gothic"/>
                <a:cs typeface="Malgun Gothic"/>
              </a:defRPr>
            </a:lvl8pPr>
            <a:lvl9pPr>
              <a:defRPr sz="1200" b="0">
                <a:solidFill>
                  <a:srgbClr val="008F90"/>
                </a:solidFill>
                <a:latin typeface="Malgun Gothic"/>
                <a:ea typeface="Malgun Gothic"/>
                <a:cs typeface="Malgun Gothic"/>
              </a:defRPr>
            </a:lvl9pPr>
          </a:lstStyle>
          <a:p>
            <a:pPr>
              <a:defRPr sz="1200" b="0">
                <a:solidFill>
                  <a:srgbClr val="008F90"/>
                </a:solidFill>
                <a:latin typeface="Malgun Gothic"/>
                <a:ea typeface="Malgun Gothic"/>
                <a:cs typeface="Malgun Gothic"/>
              </a:defRPr>
            </a:pPr>
            <a:r>
              <a:rPr sz="1200" b="0">
                <a:solidFill>
                  <a:srgbClr val="008F90"/>
                </a:solidFill>
                <a:latin typeface="Malgun Gothic"/>
                <a:ea typeface="Malgun Gothic"/>
                <a:cs typeface="Malgun Gothic"/>
              </a:rPr>
              <a:t>VPC 10.50.0.0/16</a:t>
            </a:r>
          </a:p>
        </p:txBody>
      </p:sp>
      <p:sp>
        <p:nvSpPr>
          <p:cNvPr id="48" name="직사각형 47">
            <a:extLst>
              <a:ext uri="{FF2B5EF4-FFF2-40B4-BE49-F238E27FC236}">
                <a16:creationId xmlns:a16="http://schemas.microsoft.com/office/drawing/2014/main" id="{452FF406-94B3-4100-8F45-194C8B332226}"/>
              </a:ext>
            </a:extLst>
          </p:cNvPr>
          <p:cNvSpPr>
            <a:spLocks noGrp="1"/>
          </p:cNvSpPr>
          <p:nvPr/>
        </p:nvSpPr>
        <p:spPr>
          <a:xfrm>
            <a:off x="8124825" y="4800600"/>
            <a:ext cx="2419350" cy="457200"/>
          </a:xfrm>
          <a:prstGeom prst="rect">
            <a:avLst/>
          </a:prstGeom>
          <a:noFill/>
          <a:ln w="0">
            <a:noFill/>
          </a:ln>
        </p:spPr>
        <p:txBody>
          <a:bodyPr/>
          <a:lstStyle>
            <a:defPPr>
              <a:defRPr sz="1350" b="0">
                <a:solidFill>
                  <a:srgbClr val="173F40"/>
                </a:solidFill>
                <a:latin typeface="Malgun Gothic"/>
                <a:ea typeface="Malgun Gothic"/>
                <a:cs typeface="Malgun Gothic"/>
              </a:defRPr>
            </a:defPPr>
            <a:lvl1pPr>
              <a:defRPr sz="1350" b="0">
                <a:solidFill>
                  <a:srgbClr val="173F40"/>
                </a:solidFill>
                <a:latin typeface="Malgun Gothic"/>
                <a:ea typeface="Malgun Gothic"/>
                <a:cs typeface="Malgun Gothic"/>
              </a:defRPr>
            </a:lvl1pPr>
            <a:lvl2pPr>
              <a:defRPr sz="1350" b="0">
                <a:solidFill>
                  <a:srgbClr val="173F40"/>
                </a:solidFill>
                <a:latin typeface="Malgun Gothic"/>
                <a:ea typeface="Malgun Gothic"/>
                <a:cs typeface="Malgun Gothic"/>
              </a:defRPr>
            </a:lvl2pPr>
            <a:lvl3pPr>
              <a:defRPr sz="1350" b="0">
                <a:solidFill>
                  <a:srgbClr val="173F40"/>
                </a:solidFill>
                <a:latin typeface="Malgun Gothic"/>
                <a:ea typeface="Malgun Gothic"/>
                <a:cs typeface="Malgun Gothic"/>
              </a:defRPr>
            </a:lvl3pPr>
            <a:lvl4pPr>
              <a:defRPr sz="1350" b="0">
                <a:solidFill>
                  <a:srgbClr val="173F40"/>
                </a:solidFill>
                <a:latin typeface="Malgun Gothic"/>
                <a:ea typeface="Malgun Gothic"/>
                <a:cs typeface="Malgun Gothic"/>
              </a:defRPr>
            </a:lvl4pPr>
            <a:lvl5pPr>
              <a:defRPr sz="1350" b="0">
                <a:solidFill>
                  <a:srgbClr val="173F40"/>
                </a:solidFill>
                <a:latin typeface="Malgun Gothic"/>
                <a:ea typeface="Malgun Gothic"/>
                <a:cs typeface="Malgun Gothic"/>
              </a:defRPr>
            </a:lvl5pPr>
            <a:lvl6pPr>
              <a:defRPr sz="1350" b="0">
                <a:solidFill>
                  <a:srgbClr val="173F40"/>
                </a:solidFill>
                <a:latin typeface="Malgun Gothic"/>
                <a:ea typeface="Malgun Gothic"/>
                <a:cs typeface="Malgun Gothic"/>
              </a:defRPr>
            </a:lvl6pPr>
            <a:lvl7pPr>
              <a:defRPr sz="1350" b="0">
                <a:solidFill>
                  <a:srgbClr val="173F40"/>
                </a:solidFill>
                <a:latin typeface="Malgun Gothic"/>
                <a:ea typeface="Malgun Gothic"/>
                <a:cs typeface="Malgun Gothic"/>
              </a:defRPr>
            </a:lvl7pPr>
            <a:lvl8pPr>
              <a:defRPr sz="1350" b="0">
                <a:solidFill>
                  <a:srgbClr val="173F40"/>
                </a:solidFill>
                <a:latin typeface="Malgun Gothic"/>
                <a:ea typeface="Malgun Gothic"/>
                <a:cs typeface="Malgun Gothic"/>
              </a:defRPr>
            </a:lvl8pPr>
            <a:lvl9pPr>
              <a:defRPr sz="1350" b="0">
                <a:solidFill>
                  <a:srgbClr val="173F40"/>
                </a:solidFill>
                <a:latin typeface="Malgun Gothic"/>
                <a:ea typeface="Malgun Gothic"/>
                <a:cs typeface="Malgun Gothic"/>
              </a:defRPr>
            </a:lvl9pPr>
          </a:lstStyle>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MySQL 2 · MongoDB 3</a:t>
            </a:r>
          </a:p>
          <a:p>
            <a:pPr>
              <a:defRPr sz="1350" b="0">
                <a:solidFill>
                  <a:srgbClr val="173F40"/>
                </a:solidFill>
                <a:latin typeface="Malgun Gothic"/>
                <a:ea typeface="Malgun Gothic"/>
                <a:cs typeface="Malgun Gothic"/>
              </a:defRPr>
            </a:pPr>
            <a:r>
              <a:rPr sz="1350" b="0">
                <a:solidFill>
                  <a:srgbClr val="173F40"/>
                </a:solidFill>
                <a:latin typeface="Malgun Gothic"/>
                <a:ea typeface="Malgun Gothic"/>
                <a:cs typeface="Malgun Gothic"/>
              </a:rPr>
              <a:t>Kafka 3</a:t>
            </a:r>
          </a:p>
        </p:txBody>
      </p:sp>
      <p:sp>
        <p:nvSpPr>
          <p:cNvPr id="49" name="직사각형 48">
            <a:extLst>
              <a:ext uri="{FF2B5EF4-FFF2-40B4-BE49-F238E27FC236}">
                <a16:creationId xmlns:a16="http://schemas.microsoft.com/office/drawing/2014/main" id="{11F16284-5EC3-4F28-A0CC-9D7B69290C08}"/>
              </a:ext>
            </a:extLst>
          </p:cNvPr>
          <p:cNvSpPr>
            <a:spLocks noGrp="1"/>
          </p:cNvSpPr>
          <p:nvPr/>
        </p:nvSpPr>
        <p:spPr>
          <a:xfrm>
            <a:off x="7858125" y="3429000"/>
            <a:ext cx="190500" cy="28575"/>
          </a:xfrm>
          <a:prstGeom prst="rect">
            <a:avLst/>
          </a:prstGeom>
          <a:solidFill>
            <a:srgbClr val="008F90"/>
          </a:solidFill>
          <a:ln w="0">
            <a:noFill/>
          </a:ln>
        </p:spPr>
        <p:txBody>
          <a:bodyPr/>
          <a:lstStyle/>
          <a:p>
            <a:endParaRPr lang="ko-KR" altLang="en-US"/>
          </a:p>
        </p:txBody>
      </p:sp>
      <p:sp>
        <p:nvSpPr>
          <p:cNvPr id="50" name="직사각형 49">
            <a:extLst>
              <a:ext uri="{FF2B5EF4-FFF2-40B4-BE49-F238E27FC236}">
                <a16:creationId xmlns:a16="http://schemas.microsoft.com/office/drawing/2014/main" id="{1DDA0B35-1FE3-4CEB-A191-7ED544EA35A4}"/>
              </a:ext>
            </a:extLst>
          </p:cNvPr>
          <p:cNvSpPr>
            <a:spLocks noGrp="1"/>
          </p:cNvSpPr>
          <p:nvPr/>
        </p:nvSpPr>
        <p:spPr>
          <a:xfrm>
            <a:off x="7858125" y="4838700"/>
            <a:ext cx="190500" cy="28575"/>
          </a:xfrm>
          <a:prstGeom prst="rect">
            <a:avLst/>
          </a:prstGeom>
          <a:solidFill>
            <a:srgbClr val="008F90"/>
          </a:solidFill>
          <a:ln w="0">
            <a:noFill/>
          </a:ln>
        </p:spPr>
        <p:txBody>
          <a:bodyPr/>
          <a:lstStyle/>
          <a:p>
            <a:endParaRPr lang="ko-KR" altLang="en-US"/>
          </a:p>
        </p:txBody>
      </p:sp>
      <p:sp>
        <p:nvSpPr>
          <p:cNvPr id="51" name="직사각형 50">
            <a:extLst>
              <a:ext uri="{FF2B5EF4-FFF2-40B4-BE49-F238E27FC236}">
                <a16:creationId xmlns:a16="http://schemas.microsoft.com/office/drawing/2014/main" id="{6154BA9B-97E0-4AAB-95DF-664E0C327A3E}"/>
              </a:ext>
            </a:extLst>
          </p:cNvPr>
          <p:cNvSpPr>
            <a:spLocks noGrp="1"/>
          </p:cNvSpPr>
          <p:nvPr/>
        </p:nvSpPr>
        <p:spPr>
          <a:xfrm>
            <a:off x="1476375" y="5353050"/>
            <a:ext cx="9144000" cy="266700"/>
          </a:xfrm>
          <a:prstGeom prst="rect">
            <a:avLst/>
          </a:prstGeom>
          <a:noFill/>
          <a:ln w="0">
            <a:noFill/>
          </a:ln>
        </p:spPr>
        <p:txBody>
          <a:bodyPr/>
          <a:lstStyle>
            <a:defPPr>
              <a:defRPr sz="1350" b="1">
                <a:solidFill>
                  <a:srgbClr val="008F90"/>
                </a:solidFill>
                <a:latin typeface="Malgun Gothic"/>
                <a:ea typeface="Malgun Gothic"/>
                <a:cs typeface="Malgun Gothic"/>
              </a:defRPr>
            </a:defPPr>
            <a:lvl1pPr>
              <a:defRPr sz="1350" b="1">
                <a:solidFill>
                  <a:srgbClr val="008F90"/>
                </a:solidFill>
                <a:latin typeface="Malgun Gothic"/>
                <a:ea typeface="Malgun Gothic"/>
                <a:cs typeface="Malgun Gothic"/>
              </a:defRPr>
            </a:lvl1pPr>
            <a:lvl2pPr>
              <a:defRPr sz="1350" b="1">
                <a:solidFill>
                  <a:srgbClr val="008F90"/>
                </a:solidFill>
                <a:latin typeface="Malgun Gothic"/>
                <a:ea typeface="Malgun Gothic"/>
                <a:cs typeface="Malgun Gothic"/>
              </a:defRPr>
            </a:lvl2pPr>
            <a:lvl3pPr>
              <a:defRPr sz="1350" b="1">
                <a:solidFill>
                  <a:srgbClr val="008F90"/>
                </a:solidFill>
                <a:latin typeface="Malgun Gothic"/>
                <a:ea typeface="Malgun Gothic"/>
                <a:cs typeface="Malgun Gothic"/>
              </a:defRPr>
            </a:lvl3pPr>
            <a:lvl4pPr>
              <a:defRPr sz="1350" b="1">
                <a:solidFill>
                  <a:srgbClr val="008F90"/>
                </a:solidFill>
                <a:latin typeface="Malgun Gothic"/>
                <a:ea typeface="Malgun Gothic"/>
                <a:cs typeface="Malgun Gothic"/>
              </a:defRPr>
            </a:lvl4pPr>
            <a:lvl5pPr>
              <a:defRPr sz="1350" b="1">
                <a:solidFill>
                  <a:srgbClr val="008F90"/>
                </a:solidFill>
                <a:latin typeface="Malgun Gothic"/>
                <a:ea typeface="Malgun Gothic"/>
                <a:cs typeface="Malgun Gothic"/>
              </a:defRPr>
            </a:lvl5pPr>
            <a:lvl6pPr>
              <a:defRPr sz="1350" b="1">
                <a:solidFill>
                  <a:srgbClr val="008F90"/>
                </a:solidFill>
                <a:latin typeface="Malgun Gothic"/>
                <a:ea typeface="Malgun Gothic"/>
                <a:cs typeface="Malgun Gothic"/>
              </a:defRPr>
            </a:lvl6pPr>
            <a:lvl7pPr>
              <a:defRPr sz="1350" b="1">
                <a:solidFill>
                  <a:srgbClr val="008F90"/>
                </a:solidFill>
                <a:latin typeface="Malgun Gothic"/>
                <a:ea typeface="Malgun Gothic"/>
                <a:cs typeface="Malgun Gothic"/>
              </a:defRPr>
            </a:lvl7pPr>
            <a:lvl8pPr>
              <a:defRPr sz="1350" b="1">
                <a:solidFill>
                  <a:srgbClr val="008F90"/>
                </a:solidFill>
                <a:latin typeface="Malgun Gothic"/>
                <a:ea typeface="Malgun Gothic"/>
                <a:cs typeface="Malgun Gothic"/>
              </a:defRPr>
            </a:lvl8pPr>
            <a:lvl9pPr>
              <a:defRPr sz="1350" b="1">
                <a:solidFill>
                  <a:srgbClr val="008F90"/>
                </a:solidFill>
                <a:latin typeface="Malgun Gothic"/>
                <a:ea typeface="Malgun Gothic"/>
                <a:cs typeface="Malgun Gothic"/>
              </a:defRPr>
            </a:lvl9pPr>
          </a:lstStyle>
          <a:p>
            <a:pPr>
              <a:defRPr sz="1350" b="1">
                <a:solidFill>
                  <a:srgbClr val="008F90"/>
                </a:solidFill>
                <a:latin typeface="Malgun Gothic"/>
                <a:ea typeface="Malgun Gothic"/>
                <a:cs typeface="Malgun Gothic"/>
              </a:defRPr>
            </a:pPr>
            <a:r>
              <a:rPr sz="1350" b="1">
                <a:solidFill>
                  <a:srgbClr val="008F90"/>
                </a:solidFill>
                <a:latin typeface="Malgun Gothic"/>
                <a:ea typeface="Malgun Gothic"/>
                <a:cs typeface="Malgun Gothic"/>
              </a:rPr>
              <a:t>계정 간 연결: VPC Peering 10개 (전체 연결을 요약 표시)</a:t>
            </a:r>
          </a:p>
        </p:txBody>
      </p:sp>
      <p:sp>
        <p:nvSpPr>
          <p:cNvPr id="52" name="직사각형 51">
            <a:extLst>
              <a:ext uri="{FF2B5EF4-FFF2-40B4-BE49-F238E27FC236}">
                <a16:creationId xmlns:a16="http://schemas.microsoft.com/office/drawing/2014/main" id="{E851D1A3-7CB3-4973-97B6-1EC02D4A5D49}"/>
              </a:ext>
            </a:extLst>
          </p:cNvPr>
          <p:cNvSpPr>
            <a:spLocks noGrp="1"/>
          </p:cNvSpPr>
          <p:nvPr/>
        </p:nvSpPr>
        <p:spPr>
          <a:xfrm>
            <a:off x="1476375" y="5629275"/>
            <a:ext cx="9144000" cy="228600"/>
          </a:xfrm>
          <a:prstGeom prst="rect">
            <a:avLst/>
          </a:prstGeom>
          <a:noFill/>
          <a:ln w="0">
            <a:noFill/>
          </a:ln>
        </p:spPr>
        <p:txBody>
          <a:bodyPr/>
          <a:lstStyle>
            <a:defPPr>
              <a:defRPr sz="1125" b="0">
                <a:solidFill>
                  <a:srgbClr val="6C6050"/>
                </a:solidFill>
                <a:latin typeface="Malgun Gothic"/>
                <a:ea typeface="Malgun Gothic"/>
                <a:cs typeface="Malgun Gothic"/>
              </a:defRPr>
            </a:defPPr>
            <a:lvl1pPr>
              <a:defRPr sz="1125" b="0">
                <a:solidFill>
                  <a:srgbClr val="6C6050"/>
                </a:solidFill>
                <a:latin typeface="Malgun Gothic"/>
                <a:ea typeface="Malgun Gothic"/>
                <a:cs typeface="Malgun Gothic"/>
              </a:defRPr>
            </a:lvl1pPr>
            <a:lvl2pPr>
              <a:defRPr sz="1125" b="0">
                <a:solidFill>
                  <a:srgbClr val="6C6050"/>
                </a:solidFill>
                <a:latin typeface="Malgun Gothic"/>
                <a:ea typeface="Malgun Gothic"/>
                <a:cs typeface="Malgun Gothic"/>
              </a:defRPr>
            </a:lvl2pPr>
            <a:lvl3pPr>
              <a:defRPr sz="1125" b="0">
                <a:solidFill>
                  <a:srgbClr val="6C6050"/>
                </a:solidFill>
                <a:latin typeface="Malgun Gothic"/>
                <a:ea typeface="Malgun Gothic"/>
                <a:cs typeface="Malgun Gothic"/>
              </a:defRPr>
            </a:lvl3pPr>
            <a:lvl4pPr>
              <a:defRPr sz="1125" b="0">
                <a:solidFill>
                  <a:srgbClr val="6C6050"/>
                </a:solidFill>
                <a:latin typeface="Malgun Gothic"/>
                <a:ea typeface="Malgun Gothic"/>
                <a:cs typeface="Malgun Gothic"/>
              </a:defRPr>
            </a:lvl4pPr>
            <a:lvl5pPr>
              <a:defRPr sz="1125" b="0">
                <a:solidFill>
                  <a:srgbClr val="6C6050"/>
                </a:solidFill>
                <a:latin typeface="Malgun Gothic"/>
                <a:ea typeface="Malgun Gothic"/>
                <a:cs typeface="Malgun Gothic"/>
              </a:defRPr>
            </a:lvl5pPr>
            <a:lvl6pPr>
              <a:defRPr sz="1125" b="0">
                <a:solidFill>
                  <a:srgbClr val="6C6050"/>
                </a:solidFill>
                <a:latin typeface="Malgun Gothic"/>
                <a:ea typeface="Malgun Gothic"/>
                <a:cs typeface="Malgun Gothic"/>
              </a:defRPr>
            </a:lvl6pPr>
            <a:lvl7pPr>
              <a:defRPr sz="1125" b="0">
                <a:solidFill>
                  <a:srgbClr val="6C6050"/>
                </a:solidFill>
                <a:latin typeface="Malgun Gothic"/>
                <a:ea typeface="Malgun Gothic"/>
                <a:cs typeface="Malgun Gothic"/>
              </a:defRPr>
            </a:lvl7pPr>
            <a:lvl8pPr>
              <a:defRPr sz="1125" b="0">
                <a:solidFill>
                  <a:srgbClr val="6C6050"/>
                </a:solidFill>
                <a:latin typeface="Malgun Gothic"/>
                <a:ea typeface="Malgun Gothic"/>
                <a:cs typeface="Malgun Gothic"/>
              </a:defRPr>
            </a:lvl8pPr>
            <a:lvl9pPr>
              <a:defRPr sz="1125" b="0">
                <a:solidFill>
                  <a:srgbClr val="6C6050"/>
                </a:solidFill>
                <a:latin typeface="Malgun Gothic"/>
                <a:ea typeface="Malgun Gothic"/>
                <a:cs typeface="Malgun Gothic"/>
              </a:defRPr>
            </a:lvl9pPr>
          </a:lstStyle>
          <a:p>
            <a:pPr>
              <a:defRPr sz="1125" b="0">
                <a:solidFill>
                  <a:srgbClr val="6C6050"/>
                </a:solidFill>
                <a:latin typeface="Malgun Gothic"/>
                <a:ea typeface="Malgun Gothic"/>
                <a:cs typeface="Malgun Gothic"/>
              </a:defRPr>
            </a:pPr>
            <a:r>
              <a:rPr sz="1125" b="0">
                <a:solidFill>
                  <a:srgbClr val="6C6050"/>
                </a:solidFill>
                <a:latin typeface="Malgun Gothic"/>
                <a:ea typeface="Malgun Gothic"/>
                <a:cs typeface="Malgun Gothic"/>
              </a:rPr>
              <a:t>account2~5: Private subnet  |  서버명 숫자는 노드 번호  |  모든 노드는 논리 AZ A</a:t>
            </a:r>
          </a:p>
        </p:txBody>
      </p:sp>
      <p:sp>
        <p:nvSpPr>
          <p:cNvPr id="53" name="직사각형 52">
            <a:extLst>
              <a:ext uri="{FF2B5EF4-FFF2-40B4-BE49-F238E27FC236}">
                <a16:creationId xmlns:a16="http://schemas.microsoft.com/office/drawing/2014/main" id="{C53A3525-3D84-4705-92F2-783C8FC8DBFC}"/>
              </a:ext>
            </a:extLst>
          </p:cNvPr>
          <p:cNvSpPr>
            <a:spLocks noGrp="1"/>
          </p:cNvSpPr>
          <p:nvPr/>
        </p:nvSpPr>
        <p:spPr>
          <a:xfrm>
            <a:off x="2381250" y="5934075"/>
            <a:ext cx="6381750" cy="209550"/>
          </a:xfrm>
          <a:prstGeom prst="rect">
            <a:avLst/>
          </a:prstGeom>
          <a:noFill/>
          <a:ln w="0">
            <a:noFill/>
          </a:ln>
        </p:spPr>
        <p:txBody>
          <a:bodyPr/>
          <a:lstStyle>
            <a:defPPr>
              <a:defRPr sz="975" b="0">
                <a:solidFill>
                  <a:srgbClr val="6C6050"/>
                </a:solidFill>
                <a:latin typeface="Malgun Gothic"/>
                <a:ea typeface="Malgun Gothic"/>
                <a:cs typeface="Malgun Gothic"/>
              </a:defRPr>
            </a:defPPr>
            <a:lvl1pPr>
              <a:defRPr sz="975" b="0">
                <a:solidFill>
                  <a:srgbClr val="6C6050"/>
                </a:solidFill>
                <a:latin typeface="Malgun Gothic"/>
                <a:ea typeface="Malgun Gothic"/>
                <a:cs typeface="Malgun Gothic"/>
              </a:defRPr>
            </a:lvl1pPr>
            <a:lvl2pPr>
              <a:defRPr sz="975" b="0">
                <a:solidFill>
                  <a:srgbClr val="6C6050"/>
                </a:solidFill>
                <a:latin typeface="Malgun Gothic"/>
                <a:ea typeface="Malgun Gothic"/>
                <a:cs typeface="Malgun Gothic"/>
              </a:defRPr>
            </a:lvl2pPr>
            <a:lvl3pPr>
              <a:defRPr sz="975" b="0">
                <a:solidFill>
                  <a:srgbClr val="6C6050"/>
                </a:solidFill>
                <a:latin typeface="Malgun Gothic"/>
                <a:ea typeface="Malgun Gothic"/>
                <a:cs typeface="Malgun Gothic"/>
              </a:defRPr>
            </a:lvl3pPr>
            <a:lvl4pPr>
              <a:defRPr sz="975" b="0">
                <a:solidFill>
                  <a:srgbClr val="6C6050"/>
                </a:solidFill>
                <a:latin typeface="Malgun Gothic"/>
                <a:ea typeface="Malgun Gothic"/>
                <a:cs typeface="Malgun Gothic"/>
              </a:defRPr>
            </a:lvl4pPr>
            <a:lvl5pPr>
              <a:defRPr sz="975" b="0">
                <a:solidFill>
                  <a:srgbClr val="6C6050"/>
                </a:solidFill>
                <a:latin typeface="Malgun Gothic"/>
                <a:ea typeface="Malgun Gothic"/>
                <a:cs typeface="Malgun Gothic"/>
              </a:defRPr>
            </a:lvl5pPr>
            <a:lvl6pPr>
              <a:defRPr sz="975" b="0">
                <a:solidFill>
                  <a:srgbClr val="6C6050"/>
                </a:solidFill>
                <a:latin typeface="Malgun Gothic"/>
                <a:ea typeface="Malgun Gothic"/>
                <a:cs typeface="Malgun Gothic"/>
              </a:defRPr>
            </a:lvl6pPr>
            <a:lvl7pPr>
              <a:defRPr sz="975" b="0">
                <a:solidFill>
                  <a:srgbClr val="6C6050"/>
                </a:solidFill>
                <a:latin typeface="Malgun Gothic"/>
                <a:ea typeface="Malgun Gothic"/>
                <a:cs typeface="Malgun Gothic"/>
              </a:defRPr>
            </a:lvl7pPr>
            <a:lvl8pPr>
              <a:defRPr sz="975" b="0">
                <a:solidFill>
                  <a:srgbClr val="6C6050"/>
                </a:solidFill>
                <a:latin typeface="Malgun Gothic"/>
                <a:ea typeface="Malgun Gothic"/>
                <a:cs typeface="Malgun Gothic"/>
              </a:defRPr>
            </a:lvl8pPr>
            <a:lvl9pPr>
              <a:defRPr sz="975" b="0">
                <a:solidFill>
                  <a:srgbClr val="6C6050"/>
                </a:solidFill>
                <a:latin typeface="Malgun Gothic"/>
                <a:ea typeface="Malgun Gothic"/>
                <a:cs typeface="Malgun Gothic"/>
              </a:defRPr>
            </a:lvl9pPr>
          </a:lstStyle>
          <a:p>
            <a:pPr>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54" name="직사각형 53">
            <a:extLst>
              <a:ext uri="{FF2B5EF4-FFF2-40B4-BE49-F238E27FC236}">
                <a16:creationId xmlns:a16="http://schemas.microsoft.com/office/drawing/2014/main" id="{E0F49EF2-9931-430E-8E70-38C04D33BAC4}"/>
              </a:ext>
            </a:extLst>
          </p:cNvPr>
          <p:cNvSpPr>
            <a:spLocks noGrp="1"/>
          </p:cNvSpPr>
          <p:nvPr/>
        </p:nvSpPr>
        <p:spPr>
          <a:xfrm>
            <a:off x="9001125" y="5934075"/>
            <a:ext cx="476250" cy="209550"/>
          </a:xfrm>
          <a:prstGeom prst="rect">
            <a:avLst/>
          </a:prstGeom>
          <a:noFill/>
          <a:ln w="0">
            <a:noFill/>
          </a:ln>
        </p:spPr>
        <p:txBody>
          <a:bodyPr/>
          <a:lstStyle>
            <a:defPPr>
              <a:defRPr sz="1050" b="0">
                <a:solidFill>
                  <a:srgbClr val="008F90"/>
                </a:solidFill>
                <a:latin typeface="Malgun Gothic"/>
                <a:ea typeface="Malgun Gothic"/>
                <a:cs typeface="Malgun Gothic"/>
              </a:defRPr>
            </a:defPPr>
            <a:lvl1pPr>
              <a:defRPr sz="1050" b="0">
                <a:solidFill>
                  <a:srgbClr val="008F90"/>
                </a:solidFill>
                <a:latin typeface="Malgun Gothic"/>
                <a:ea typeface="Malgun Gothic"/>
                <a:cs typeface="Malgun Gothic"/>
              </a:defRPr>
            </a:lvl1pPr>
            <a:lvl2pPr>
              <a:defRPr sz="1050" b="0">
                <a:solidFill>
                  <a:srgbClr val="008F90"/>
                </a:solidFill>
                <a:latin typeface="Malgun Gothic"/>
                <a:ea typeface="Malgun Gothic"/>
                <a:cs typeface="Malgun Gothic"/>
              </a:defRPr>
            </a:lvl2pPr>
            <a:lvl3pPr>
              <a:defRPr sz="1050" b="0">
                <a:solidFill>
                  <a:srgbClr val="008F90"/>
                </a:solidFill>
                <a:latin typeface="Malgun Gothic"/>
                <a:ea typeface="Malgun Gothic"/>
                <a:cs typeface="Malgun Gothic"/>
              </a:defRPr>
            </a:lvl3pPr>
            <a:lvl4pPr>
              <a:defRPr sz="1050" b="0">
                <a:solidFill>
                  <a:srgbClr val="008F90"/>
                </a:solidFill>
                <a:latin typeface="Malgun Gothic"/>
                <a:ea typeface="Malgun Gothic"/>
                <a:cs typeface="Malgun Gothic"/>
              </a:defRPr>
            </a:lvl4pPr>
            <a:lvl5pPr>
              <a:defRPr sz="1050" b="0">
                <a:solidFill>
                  <a:srgbClr val="008F90"/>
                </a:solidFill>
                <a:latin typeface="Malgun Gothic"/>
                <a:ea typeface="Malgun Gothic"/>
                <a:cs typeface="Malgun Gothic"/>
              </a:defRPr>
            </a:lvl5pPr>
            <a:lvl6pPr>
              <a:defRPr sz="1050" b="0">
                <a:solidFill>
                  <a:srgbClr val="008F90"/>
                </a:solidFill>
                <a:latin typeface="Malgun Gothic"/>
                <a:ea typeface="Malgun Gothic"/>
                <a:cs typeface="Malgun Gothic"/>
              </a:defRPr>
            </a:lvl6pPr>
            <a:lvl7pPr>
              <a:defRPr sz="1050" b="0">
                <a:solidFill>
                  <a:srgbClr val="008F90"/>
                </a:solidFill>
                <a:latin typeface="Malgun Gothic"/>
                <a:ea typeface="Malgun Gothic"/>
                <a:cs typeface="Malgun Gothic"/>
              </a:defRPr>
            </a:lvl7pPr>
            <a:lvl8pPr>
              <a:defRPr sz="1050" b="0">
                <a:solidFill>
                  <a:srgbClr val="008F90"/>
                </a:solidFill>
                <a:latin typeface="Malgun Gothic"/>
                <a:ea typeface="Malgun Gothic"/>
                <a:cs typeface="Malgun Gothic"/>
              </a:defRPr>
            </a:lvl8pPr>
            <a:lvl9pPr>
              <a:defRPr sz="1050" b="0">
                <a:solidFill>
                  <a:srgbClr val="008F90"/>
                </a:solidFill>
                <a:latin typeface="Malgun Gothic"/>
                <a:ea typeface="Malgun Gothic"/>
                <a:cs typeface="Malgun Gothic"/>
              </a:defRPr>
            </a:lvl9pPr>
          </a:lstStyle>
          <a:p>
            <a:pPr>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04</a:t>
            </a:r>
          </a:p>
        </p:txBody>
      </p:sp>
    </p:spTree>
    <p:extLst>
      <p:ext uri="{BB962C8B-B14F-4D97-AF65-F5344CB8AC3E}">
        <p14:creationId xmlns:p14="http://schemas.microsoft.com/office/powerpoint/2010/main" val="207732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273BD0A8-350D-48BB-ACD4-AF2B171EA708}"/>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39AF7BDD-1BC2-4A69-BBAB-3D040E8CDB95}"/>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974E8B86-D981-4C31-A992-6A1399DC85ED}"/>
              </a:ext>
            </a:extLst>
          </p:cNvPr>
          <p:cNvSpPr>
            <a:spLocks noGrp="1"/>
          </p:cNvSpPr>
          <p:nvPr/>
        </p:nvSpPr>
        <p:spPr>
          <a:xfrm>
            <a:off x="1420654" y="2752725"/>
            <a:ext cx="2450783" cy="1634490"/>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36FD0387-0EA0-4625-A593-52CFCAEBE009}"/>
              </a:ext>
            </a:extLst>
          </p:cNvPr>
          <p:cNvSpPr>
            <a:spLocks noGrp="1"/>
          </p:cNvSpPr>
          <p:nvPr/>
        </p:nvSpPr>
        <p:spPr>
          <a:xfrm>
            <a:off x="4029551" y="3404235"/>
            <a:ext cx="434816"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8E340852-4596-49B3-8FC2-B3AA4CC597CD}"/>
              </a:ext>
            </a:extLst>
          </p:cNvPr>
          <p:cNvSpPr>
            <a:spLocks noGrp="1"/>
          </p:cNvSpPr>
          <p:nvPr/>
        </p:nvSpPr>
        <p:spPr>
          <a:xfrm>
            <a:off x="4662011" y="2752725"/>
            <a:ext cx="2529840" cy="1634490"/>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BC20647B-B659-4279-8BE6-E1573EC7C83B}"/>
              </a:ext>
            </a:extLst>
          </p:cNvPr>
          <p:cNvSpPr>
            <a:spLocks noGrp="1"/>
          </p:cNvSpPr>
          <p:nvPr/>
        </p:nvSpPr>
        <p:spPr>
          <a:xfrm>
            <a:off x="7349966" y="3404235"/>
            <a:ext cx="434816"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1846FC61-43AA-42D4-A27C-AA8BE62AA2C5}"/>
              </a:ext>
            </a:extLst>
          </p:cNvPr>
          <p:cNvSpPr>
            <a:spLocks noGrp="1"/>
          </p:cNvSpPr>
          <p:nvPr/>
        </p:nvSpPr>
        <p:spPr>
          <a:xfrm>
            <a:off x="7982426" y="2752725"/>
            <a:ext cx="2529840" cy="1634490"/>
          </a:xfrm>
          <a:prstGeom prst="rect">
            <a:avLst/>
          </a:prstGeom>
          <a:solidFill>
            <a:srgbClr val="F7F0DF"/>
          </a:solidFill>
          <a:ln w="9525">
            <a:solidFill>
              <a:srgbClr val="CDBF9F"/>
            </a:solidFill>
          </a:ln>
        </p:spPr>
        <p:txBody>
          <a:bodyPr/>
          <a:lstStyle/>
          <a:p>
            <a:endParaRPr lang="ko-KR" altLang="en-US"/>
          </a:p>
        </p:txBody>
      </p:sp>
      <p:pic>
        <p:nvPicPr>
          <p:cNvPr id="22" name="그림 21">
            <a:extLst>
              <a:ext uri="{FF2B5EF4-FFF2-40B4-BE49-F238E27FC236}">
                <a16:creationId xmlns:a16="http://schemas.microsoft.com/office/drawing/2014/main" id="{F004B0FE-F0D7-4AC0-BEF6-5DCCB2BE83DC}"/>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23" name="직사각형 22">
            <a:extLst>
              <a:ext uri="{FF2B5EF4-FFF2-40B4-BE49-F238E27FC236}">
                <a16:creationId xmlns:a16="http://schemas.microsoft.com/office/drawing/2014/main" id="{834F6732-8803-4CF5-B267-D9CDB20D0488}"/>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24" name="직사각형 23">
            <a:extLst>
              <a:ext uri="{FF2B5EF4-FFF2-40B4-BE49-F238E27FC236}">
                <a16:creationId xmlns:a16="http://schemas.microsoft.com/office/drawing/2014/main" id="{9FFD910B-C737-4AA3-A216-2AE0C3836FE2}"/>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필요한 경로만 허용하는 보안 그룹</a:t>
            </a:r>
          </a:p>
        </p:txBody>
      </p:sp>
      <p:sp>
        <p:nvSpPr>
          <p:cNvPr id="25" name="직사각형 24">
            <a:extLst>
              <a:ext uri="{FF2B5EF4-FFF2-40B4-BE49-F238E27FC236}">
                <a16:creationId xmlns:a16="http://schemas.microsoft.com/office/drawing/2014/main" id="{10CE1AF1-026F-43FB-9A8F-E5EECABAC8B4}"/>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서비스 역할과 접속 출처에 따라 통신 범위를 구분</a:t>
            </a:r>
          </a:p>
        </p:txBody>
      </p:sp>
      <p:sp>
        <p:nvSpPr>
          <p:cNvPr id="26" name="직사각형 25">
            <a:extLst>
              <a:ext uri="{FF2B5EF4-FFF2-40B4-BE49-F238E27FC236}">
                <a16:creationId xmlns:a16="http://schemas.microsoft.com/office/drawing/2014/main" id="{22189082-96F3-42C9-A963-46615B14549B}"/>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27" name="직사각형 26">
            <a:extLst>
              <a:ext uri="{FF2B5EF4-FFF2-40B4-BE49-F238E27FC236}">
                <a16:creationId xmlns:a16="http://schemas.microsoft.com/office/drawing/2014/main" id="{E4EFA8F8-36BD-4666-926F-ECD4D7CD5E05}"/>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05</a:t>
            </a:r>
          </a:p>
        </p:txBody>
      </p:sp>
      <p:graphicFrame>
        <p:nvGraphicFramePr>
          <p:cNvPr id="28" name="표 27">
            <a:extLst>
              <a:ext uri="{FF2B5EF4-FFF2-40B4-BE49-F238E27FC236}">
                <a16:creationId xmlns:a16="http://schemas.microsoft.com/office/drawing/2014/main" id="{9B15D3A6-D3AD-4307-AE6C-863CB0EEC6D7}"/>
              </a:ext>
            </a:extLst>
          </p:cNvPr>
          <p:cNvGraphicFramePr/>
          <p:nvPr/>
        </p:nvGraphicFramePr>
        <p:xfrm>
          <a:off x="1381125" y="2714625"/>
          <a:ext cx="9334500" cy="2476500"/>
        </p:xfrm>
        <a:graphic>
          <a:graphicData uri="http://schemas.openxmlformats.org/drawingml/2006/table">
            <a:tbl>
              <a:tblPr/>
              <a:tblGrid>
                <a:gridCol w="34290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495300">
                <a:tc>
                  <a:txBody>
                    <a:bodyPr/>
                    <a:lstStyle/>
                    <a:p>
                      <a:r>
                        <a:rPr sz="1425" b="1">
                          <a:solidFill>
                            <a:srgbClr val="FFFFFF"/>
                          </a:solidFill>
                          <a:latin typeface="Malgun Gothic"/>
                          <a:ea typeface="Malgun Gothic"/>
                          <a:cs typeface="Malgun Gothic"/>
                        </a:rPr>
                        <a:t>구간</a:t>
                      </a:r>
                    </a:p>
                  </a:txBody>
                  <a:tcPr>
                    <a:lnL w="9525">
                      <a:solidFill>
                        <a:srgbClr val="D5CBB6"/>
                      </a:solidFill>
                    </a:lnL>
                    <a:lnR w="9525">
                      <a:solidFill>
                        <a:srgbClr val="D5CBB6"/>
                      </a:solidFill>
                    </a:lnR>
                    <a:lnT w="9525">
                      <a:solidFill>
                        <a:srgbClr val="D5CBB6"/>
                      </a:solidFill>
                    </a:lnT>
                    <a:lnB w="9525">
                      <a:solidFill>
                        <a:srgbClr val="D5CBB6"/>
                      </a:solidFill>
                    </a:lnB>
                    <a:solidFill>
                      <a:srgbClr val="173F40"/>
                    </a:solidFill>
                  </a:tcPr>
                </a:tc>
                <a:tc>
                  <a:txBody>
                    <a:bodyPr/>
                    <a:lstStyle/>
                    <a:p>
                      <a:r>
                        <a:rPr sz="1425" b="1">
                          <a:solidFill>
                            <a:srgbClr val="FFFFFF"/>
                          </a:solidFill>
                          <a:latin typeface="Malgun Gothic"/>
                          <a:ea typeface="Malgun Gothic"/>
                          <a:cs typeface="Malgun Gothic"/>
                        </a:rPr>
                        <a:t>허용 기준</a:t>
                      </a:r>
                    </a:p>
                  </a:txBody>
                  <a:tcPr>
                    <a:lnL w="9525" cap="flat" cmpd="sng" algn="ctr">
                      <a:solidFill>
                        <a:srgbClr val="D5CBB6"/>
                      </a:solidFill>
                      <a:prstDash val="solid"/>
                      <a:round/>
                      <a:headEnd type="none" w="med" len="med"/>
                      <a:tailEnd type="none" w="med" len="med"/>
                    </a:lnL>
                    <a:lnR w="9525">
                      <a:solidFill>
                        <a:srgbClr val="D5CBB6"/>
                      </a:solidFill>
                    </a:lnR>
                    <a:lnT w="9525">
                      <a:solidFill>
                        <a:srgbClr val="D5CBB6"/>
                      </a:solidFill>
                    </a:lnT>
                    <a:lnB w="9525">
                      <a:solidFill>
                        <a:srgbClr val="D5CBB6"/>
                      </a:solidFill>
                    </a:lnB>
                    <a:solidFill>
                      <a:srgbClr val="173F40"/>
                    </a:solidFill>
                  </a:tcPr>
                </a:tc>
                <a:extLst>
                  <a:ext uri="{0D108BD9-81ED-4DB2-BD59-A6C34878D82A}">
                    <a16:rowId xmlns:a16="http://schemas.microsoft.com/office/drawing/2014/main" val="10000"/>
                  </a:ext>
                </a:extLst>
              </a:tr>
              <a:tr h="495300">
                <a:tc>
                  <a:txBody>
                    <a:bodyPr/>
                    <a:lstStyle/>
                    <a:p>
                      <a:r>
                        <a:rPr sz="1425" b="0">
                          <a:solidFill>
                            <a:srgbClr val="173F40"/>
                          </a:solidFill>
                          <a:latin typeface="Malgun Gothic"/>
                          <a:ea typeface="Malgun Gothic"/>
                          <a:cs typeface="Malgun Gothic"/>
                        </a:rPr>
                        <a:t>외부 → Front</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HTTPS 443: 지정 접속 출처</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1"/>
                  </a:ext>
                </a:extLst>
              </a:tr>
              <a:tr h="495300">
                <a:tc>
                  <a:txBody>
                    <a:bodyPr/>
                    <a:lstStyle/>
                    <a:p>
                      <a:r>
                        <a:rPr sz="1425" b="0">
                          <a:solidFill>
                            <a:srgbClr val="173F40"/>
                          </a:solidFill>
                          <a:latin typeface="Malgun Gothic"/>
                          <a:ea typeface="Malgun Gothic"/>
                          <a:cs typeface="Malgun Gothic"/>
                        </a:rPr>
                        <a:t>인증서 검증 → Front</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HTTP 80: ACME 검증 및 HTTPS 이동</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2"/>
                  </a:ext>
                </a:extLst>
              </a:tr>
              <a:tr h="495300">
                <a:tc>
                  <a:txBody>
                    <a:bodyPr/>
                    <a:lstStyle/>
                    <a:p>
                      <a:r>
                        <a:rPr sz="1425" b="0">
                          <a:solidFill>
                            <a:srgbClr val="173F40"/>
                          </a:solidFill>
                          <a:latin typeface="Malgun Gothic"/>
                          <a:ea typeface="Malgun Gothic"/>
                          <a:cs typeface="Malgun Gothic"/>
                        </a:rPr>
                        <a:t>관리자 → Bastion → 내부 EC2</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SSH 22: 관리 경로와 허용 출처 제한</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3"/>
                  </a:ext>
                </a:extLst>
              </a:tr>
              <a:tr h="495300">
                <a:tc>
                  <a:txBody>
                    <a:bodyPr/>
                    <a:lstStyle/>
                    <a:p>
                      <a:r>
                        <a:rPr sz="1425" b="0">
                          <a:solidFill>
                            <a:srgbClr val="173F40"/>
                          </a:solidFill>
                          <a:latin typeface="Malgun Gothic"/>
                          <a:ea typeface="Malgun Gothic"/>
                          <a:cs typeface="Malgun Gothic"/>
                        </a:rPr>
                        <a:t>내부 서비스 간</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역할별 필요한 포트와 사설 통신 경로</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4"/>
                  </a:ext>
                </a:extLst>
              </a:tr>
            </a:tbl>
          </a:graphicData>
        </a:graphic>
      </p:graphicFrame>
      <p:sp>
        <p:nvSpPr>
          <p:cNvPr id="29" name="직사각형 28">
            <a:extLst>
              <a:ext uri="{FF2B5EF4-FFF2-40B4-BE49-F238E27FC236}">
                <a16:creationId xmlns:a16="http://schemas.microsoft.com/office/drawing/2014/main" id="{54F8F18A-0981-47E5-B864-CD17583F6AF2}"/>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보안 그룹 외에도 서버 방화벽과 애플리케이션의 수신 상태를 함께 확인.</a:t>
            </a:r>
          </a:p>
        </p:txBody>
      </p:sp>
    </p:spTree>
    <p:extLst>
      <p:ext uri="{BB962C8B-B14F-4D97-AF65-F5344CB8AC3E}">
        <p14:creationId xmlns:p14="http://schemas.microsoft.com/office/powerpoint/2010/main" val="35797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1577C901-3EBE-49B0-A5ED-6FFF7B57368F}"/>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26D7E9E9-88E2-405F-8270-0834C72CBCD1}"/>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3F555199-CA7A-45A2-823D-42DB90845EE1}"/>
              </a:ext>
            </a:extLst>
          </p:cNvPr>
          <p:cNvSpPr>
            <a:spLocks noGrp="1"/>
          </p:cNvSpPr>
          <p:nvPr/>
        </p:nvSpPr>
        <p:spPr>
          <a:xfrm>
            <a:off x="1420654" y="2716530"/>
            <a:ext cx="2371725" cy="1163955"/>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81FED3D7-8AD2-4714-8765-D85A1D500721}"/>
              </a:ext>
            </a:extLst>
          </p:cNvPr>
          <p:cNvSpPr>
            <a:spLocks noGrp="1"/>
          </p:cNvSpPr>
          <p:nvPr/>
        </p:nvSpPr>
        <p:spPr>
          <a:xfrm>
            <a:off x="3950494" y="3150870"/>
            <a:ext cx="434816"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12E9A0AF-ED74-4492-B807-2BB70D2916F9}"/>
              </a:ext>
            </a:extLst>
          </p:cNvPr>
          <p:cNvSpPr>
            <a:spLocks noGrp="1"/>
          </p:cNvSpPr>
          <p:nvPr/>
        </p:nvSpPr>
        <p:spPr>
          <a:xfrm>
            <a:off x="4582954" y="2716530"/>
            <a:ext cx="2371725" cy="1163955"/>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D4751513-F666-47E7-8AE9-E880F6F5864B}"/>
              </a:ext>
            </a:extLst>
          </p:cNvPr>
          <p:cNvSpPr>
            <a:spLocks noGrp="1"/>
          </p:cNvSpPr>
          <p:nvPr/>
        </p:nvSpPr>
        <p:spPr>
          <a:xfrm>
            <a:off x="7112794" y="3150870"/>
            <a:ext cx="434816"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5C5E4B3E-EA87-46B7-8778-20F75A0E3E7F}"/>
              </a:ext>
            </a:extLst>
          </p:cNvPr>
          <p:cNvSpPr>
            <a:spLocks noGrp="1"/>
          </p:cNvSpPr>
          <p:nvPr/>
        </p:nvSpPr>
        <p:spPr>
          <a:xfrm>
            <a:off x="7745254" y="2716530"/>
            <a:ext cx="2767013" cy="1163955"/>
          </a:xfrm>
          <a:prstGeom prst="rect">
            <a:avLst/>
          </a:prstGeom>
          <a:solidFill>
            <a:srgbClr val="F7F0DF"/>
          </a:solidFill>
          <a:ln w="9525">
            <a:solidFill>
              <a:srgbClr val="CDBF9F"/>
            </a:solidFill>
          </a:ln>
        </p:spPr>
        <p:txBody>
          <a:bodyPr/>
          <a:lstStyle/>
          <a:p>
            <a:endParaRPr lang="ko-KR" altLang="en-US"/>
          </a:p>
        </p:txBody>
      </p:sp>
      <p:sp>
        <p:nvSpPr>
          <p:cNvPr id="18" name="직사각형 17">
            <a:extLst>
              <a:ext uri="{FF2B5EF4-FFF2-40B4-BE49-F238E27FC236}">
                <a16:creationId xmlns:a16="http://schemas.microsoft.com/office/drawing/2014/main" id="{D004E220-1C9B-4C86-B16B-8537FDAA2550}"/>
              </a:ext>
            </a:extLst>
          </p:cNvPr>
          <p:cNvSpPr>
            <a:spLocks noGrp="1"/>
          </p:cNvSpPr>
          <p:nvPr/>
        </p:nvSpPr>
        <p:spPr>
          <a:xfrm>
            <a:off x="1420654" y="4345305"/>
            <a:ext cx="47434" cy="810768"/>
          </a:xfrm>
          <a:prstGeom prst="rect">
            <a:avLst/>
          </a:prstGeom>
          <a:solidFill>
            <a:srgbClr val="008584"/>
          </a:solidFill>
          <a:ln w="0">
            <a:noFill/>
          </a:ln>
        </p:spPr>
        <p:txBody>
          <a:bodyPr/>
          <a:lstStyle/>
          <a:p>
            <a:endParaRPr lang="ko-KR" altLang="en-US"/>
          </a:p>
        </p:txBody>
      </p:sp>
      <p:sp>
        <p:nvSpPr>
          <p:cNvPr id="21" name="직사각형 20">
            <a:extLst>
              <a:ext uri="{FF2B5EF4-FFF2-40B4-BE49-F238E27FC236}">
                <a16:creationId xmlns:a16="http://schemas.microsoft.com/office/drawing/2014/main" id="{2FF1638B-C235-4C80-9C04-18A871B42D28}"/>
              </a:ext>
            </a:extLst>
          </p:cNvPr>
          <p:cNvSpPr>
            <a:spLocks noGrp="1"/>
          </p:cNvSpPr>
          <p:nvPr/>
        </p:nvSpPr>
        <p:spPr>
          <a:xfrm>
            <a:off x="6243161" y="4345305"/>
            <a:ext cx="47434" cy="810768"/>
          </a:xfrm>
          <a:prstGeom prst="rect">
            <a:avLst/>
          </a:prstGeom>
          <a:solidFill>
            <a:srgbClr val="008584"/>
          </a:solidFill>
          <a:ln w="0">
            <a:noFill/>
          </a:ln>
        </p:spPr>
        <p:txBody>
          <a:bodyPr/>
          <a:lstStyle/>
          <a:p>
            <a:endParaRPr lang="ko-KR" altLang="en-US"/>
          </a:p>
        </p:txBody>
      </p:sp>
      <p:pic>
        <p:nvPicPr>
          <p:cNvPr id="25" name="그림 24">
            <a:extLst>
              <a:ext uri="{FF2B5EF4-FFF2-40B4-BE49-F238E27FC236}">
                <a16:creationId xmlns:a16="http://schemas.microsoft.com/office/drawing/2014/main" id="{319F409C-DB22-4F60-AEF9-C29338F185D6}"/>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26" name="직사각형 25">
            <a:extLst>
              <a:ext uri="{FF2B5EF4-FFF2-40B4-BE49-F238E27FC236}">
                <a16:creationId xmlns:a16="http://schemas.microsoft.com/office/drawing/2014/main" id="{E8D27B51-354B-44B4-8A30-61A437F61F4F}"/>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27" name="직사각형 26">
            <a:extLst>
              <a:ext uri="{FF2B5EF4-FFF2-40B4-BE49-F238E27FC236}">
                <a16:creationId xmlns:a16="http://schemas.microsoft.com/office/drawing/2014/main" id="{AD2F0D16-B66A-46F8-A783-C6B631AF5007}"/>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Bastion을 경유하는 관리 접속</a:t>
            </a:r>
          </a:p>
        </p:txBody>
      </p:sp>
      <p:sp>
        <p:nvSpPr>
          <p:cNvPr id="28" name="직사각형 27">
            <a:extLst>
              <a:ext uri="{FF2B5EF4-FFF2-40B4-BE49-F238E27FC236}">
                <a16:creationId xmlns:a16="http://schemas.microsoft.com/office/drawing/2014/main" id="{8E2F1D1B-9BD2-47F3-AE66-024DE95D0CD4}"/>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ProxyJump로 내부 EC2에 접근하고, 접속 지점을 일원화</a:t>
            </a:r>
          </a:p>
        </p:txBody>
      </p:sp>
      <p:sp>
        <p:nvSpPr>
          <p:cNvPr id="29" name="직사각형 28">
            <a:extLst>
              <a:ext uri="{FF2B5EF4-FFF2-40B4-BE49-F238E27FC236}">
                <a16:creationId xmlns:a16="http://schemas.microsoft.com/office/drawing/2014/main" id="{969FF693-C810-4603-A358-7A88F26EFDCF}"/>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30" name="직사각형 29">
            <a:extLst>
              <a:ext uri="{FF2B5EF4-FFF2-40B4-BE49-F238E27FC236}">
                <a16:creationId xmlns:a16="http://schemas.microsoft.com/office/drawing/2014/main" id="{C954ECE2-7046-4A27-8A43-A1DB7B398A44}"/>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06</a:t>
            </a:r>
          </a:p>
        </p:txBody>
      </p:sp>
      <p:sp>
        <p:nvSpPr>
          <p:cNvPr id="31" name="직사각형 30">
            <a:extLst>
              <a:ext uri="{FF2B5EF4-FFF2-40B4-BE49-F238E27FC236}">
                <a16:creationId xmlns:a16="http://schemas.microsoft.com/office/drawing/2014/main" id="{CAF64EAA-0D5A-46B9-8B06-6E3C2EBD117D}"/>
              </a:ext>
            </a:extLst>
          </p:cNvPr>
          <p:cNvSpPr>
            <a:spLocks noGrp="1"/>
          </p:cNvSpPr>
          <p:nvPr/>
        </p:nvSpPr>
        <p:spPr>
          <a:xfrm>
            <a:off x="1381125" y="2714625"/>
            <a:ext cx="2667000" cy="1285875"/>
          </a:xfrm>
          <a:prstGeom prst="rect">
            <a:avLst/>
          </a:prstGeom>
          <a:solidFill>
            <a:srgbClr val="F4EDDC"/>
          </a:solidFill>
          <a:ln w="0">
            <a:noFill/>
          </a:ln>
        </p:spPr>
        <p:txBody>
          <a:bodyPr/>
          <a:lstStyle/>
          <a:p>
            <a:endParaRPr lang="ko-KR" altLang="en-US"/>
          </a:p>
        </p:txBody>
      </p:sp>
      <p:sp>
        <p:nvSpPr>
          <p:cNvPr id="32" name="직사각형 31">
            <a:extLst>
              <a:ext uri="{FF2B5EF4-FFF2-40B4-BE49-F238E27FC236}">
                <a16:creationId xmlns:a16="http://schemas.microsoft.com/office/drawing/2014/main" id="{69D4ADE0-5B03-472F-8ABE-E5E9BD4D8119}"/>
              </a:ext>
            </a:extLst>
          </p:cNvPr>
          <p:cNvSpPr>
            <a:spLocks noGrp="1"/>
          </p:cNvSpPr>
          <p:nvPr/>
        </p:nvSpPr>
        <p:spPr>
          <a:xfrm>
            <a:off x="1495425" y="282892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관리자 PC</a:t>
            </a:r>
          </a:p>
        </p:txBody>
      </p:sp>
      <p:sp>
        <p:nvSpPr>
          <p:cNvPr id="33" name="직사각형 32">
            <a:extLst>
              <a:ext uri="{FF2B5EF4-FFF2-40B4-BE49-F238E27FC236}">
                <a16:creationId xmlns:a16="http://schemas.microsoft.com/office/drawing/2014/main" id="{957F77B3-49B9-4A07-9A75-14F9E74972C8}"/>
              </a:ext>
            </a:extLst>
          </p:cNvPr>
          <p:cNvSpPr>
            <a:spLocks noGrp="1"/>
          </p:cNvSpPr>
          <p:nvPr/>
        </p:nvSpPr>
        <p:spPr>
          <a:xfrm>
            <a:off x="1495425" y="3257550"/>
            <a:ext cx="243840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SSH config · 개인키</a:t>
            </a:r>
          </a:p>
        </p:txBody>
      </p:sp>
      <p:sp>
        <p:nvSpPr>
          <p:cNvPr id="34" name="오른쪽 화살표[R] 33">
            <a:extLst>
              <a:ext uri="{FF2B5EF4-FFF2-40B4-BE49-F238E27FC236}">
                <a16:creationId xmlns:a16="http://schemas.microsoft.com/office/drawing/2014/main" id="{F9EF9041-DCB8-42BF-9444-B500C3356784}"/>
              </a:ext>
            </a:extLst>
          </p:cNvPr>
          <p:cNvSpPr>
            <a:spLocks noGrp="1"/>
          </p:cNvSpPr>
          <p:nvPr/>
        </p:nvSpPr>
        <p:spPr>
          <a:xfrm>
            <a:off x="4162425" y="3267075"/>
            <a:ext cx="266700" cy="171450"/>
          </a:xfrm>
          <a:prstGeom prst="rightArrow">
            <a:avLst/>
          </a:prstGeom>
          <a:solidFill>
            <a:srgbClr val="008F90"/>
          </a:solidFill>
          <a:ln w="0">
            <a:noFill/>
          </a:ln>
        </p:spPr>
        <p:txBody>
          <a:bodyPr/>
          <a:lstStyle/>
          <a:p>
            <a:endParaRPr lang="ko-KR" altLang="en-US"/>
          </a:p>
        </p:txBody>
      </p:sp>
      <p:sp>
        <p:nvSpPr>
          <p:cNvPr id="35" name="직사각형 34">
            <a:extLst>
              <a:ext uri="{FF2B5EF4-FFF2-40B4-BE49-F238E27FC236}">
                <a16:creationId xmlns:a16="http://schemas.microsoft.com/office/drawing/2014/main" id="{70F814C0-3CCC-493B-A678-BE94B97671FE}"/>
              </a:ext>
            </a:extLst>
          </p:cNvPr>
          <p:cNvSpPr>
            <a:spLocks noGrp="1"/>
          </p:cNvSpPr>
          <p:nvPr/>
        </p:nvSpPr>
        <p:spPr>
          <a:xfrm>
            <a:off x="4572000" y="2714625"/>
            <a:ext cx="2667000" cy="1285875"/>
          </a:xfrm>
          <a:prstGeom prst="rect">
            <a:avLst/>
          </a:prstGeom>
          <a:solidFill>
            <a:srgbClr val="F4EDDC"/>
          </a:solidFill>
          <a:ln w="0">
            <a:noFill/>
          </a:ln>
        </p:spPr>
        <p:txBody>
          <a:bodyPr/>
          <a:lstStyle/>
          <a:p>
            <a:endParaRPr lang="ko-KR" altLang="en-US"/>
          </a:p>
        </p:txBody>
      </p:sp>
      <p:sp>
        <p:nvSpPr>
          <p:cNvPr id="36" name="직사각형 35">
            <a:extLst>
              <a:ext uri="{FF2B5EF4-FFF2-40B4-BE49-F238E27FC236}">
                <a16:creationId xmlns:a16="http://schemas.microsoft.com/office/drawing/2014/main" id="{644E6913-F486-442E-8097-6ADEE52197A7}"/>
              </a:ext>
            </a:extLst>
          </p:cNvPr>
          <p:cNvSpPr>
            <a:spLocks noGrp="1"/>
          </p:cNvSpPr>
          <p:nvPr/>
        </p:nvSpPr>
        <p:spPr>
          <a:xfrm>
            <a:off x="4686300" y="282892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Bastion</a:t>
            </a:r>
          </a:p>
        </p:txBody>
      </p:sp>
      <p:sp>
        <p:nvSpPr>
          <p:cNvPr id="37" name="직사각형 36">
            <a:extLst>
              <a:ext uri="{FF2B5EF4-FFF2-40B4-BE49-F238E27FC236}">
                <a16:creationId xmlns:a16="http://schemas.microsoft.com/office/drawing/2014/main" id="{BF4E7FD8-92D5-41F5-A85D-B37EFFB83914}"/>
              </a:ext>
            </a:extLst>
          </p:cNvPr>
          <p:cNvSpPr>
            <a:spLocks noGrp="1"/>
          </p:cNvSpPr>
          <p:nvPr/>
        </p:nvSpPr>
        <p:spPr>
          <a:xfrm>
            <a:off x="4686300" y="3257550"/>
            <a:ext cx="243840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고정 IP · SSH 경유</a:t>
            </a:r>
          </a:p>
        </p:txBody>
      </p:sp>
      <p:sp>
        <p:nvSpPr>
          <p:cNvPr id="38" name="오른쪽 화살표[R] 37">
            <a:extLst>
              <a:ext uri="{FF2B5EF4-FFF2-40B4-BE49-F238E27FC236}">
                <a16:creationId xmlns:a16="http://schemas.microsoft.com/office/drawing/2014/main" id="{467DEF8E-AB34-425A-AA00-A34105EE5388}"/>
              </a:ext>
            </a:extLst>
          </p:cNvPr>
          <p:cNvSpPr>
            <a:spLocks noGrp="1"/>
          </p:cNvSpPr>
          <p:nvPr/>
        </p:nvSpPr>
        <p:spPr>
          <a:xfrm>
            <a:off x="7353300" y="3267075"/>
            <a:ext cx="266700" cy="171450"/>
          </a:xfrm>
          <a:prstGeom prst="rightArrow">
            <a:avLst/>
          </a:prstGeom>
          <a:solidFill>
            <a:srgbClr val="008F90"/>
          </a:solidFill>
          <a:ln w="0">
            <a:noFill/>
          </a:ln>
        </p:spPr>
        <p:txBody>
          <a:bodyPr/>
          <a:lstStyle/>
          <a:p>
            <a:endParaRPr lang="ko-KR" altLang="en-US"/>
          </a:p>
        </p:txBody>
      </p:sp>
      <p:sp>
        <p:nvSpPr>
          <p:cNvPr id="39" name="직사각형 38">
            <a:extLst>
              <a:ext uri="{FF2B5EF4-FFF2-40B4-BE49-F238E27FC236}">
                <a16:creationId xmlns:a16="http://schemas.microsoft.com/office/drawing/2014/main" id="{35C28FED-4BDA-4D04-BCAA-BEE9B405AADD}"/>
              </a:ext>
            </a:extLst>
          </p:cNvPr>
          <p:cNvSpPr>
            <a:spLocks noGrp="1"/>
          </p:cNvSpPr>
          <p:nvPr/>
        </p:nvSpPr>
        <p:spPr>
          <a:xfrm>
            <a:off x="7762875" y="2714625"/>
            <a:ext cx="2857500" cy="1285875"/>
          </a:xfrm>
          <a:prstGeom prst="rect">
            <a:avLst/>
          </a:prstGeom>
          <a:solidFill>
            <a:srgbClr val="F4EDDC"/>
          </a:solidFill>
          <a:ln w="0">
            <a:noFill/>
          </a:ln>
        </p:spPr>
        <p:txBody>
          <a:bodyPr/>
          <a:lstStyle/>
          <a:p>
            <a:endParaRPr lang="ko-KR" altLang="en-US"/>
          </a:p>
        </p:txBody>
      </p:sp>
      <p:sp>
        <p:nvSpPr>
          <p:cNvPr id="40" name="직사각형 39">
            <a:extLst>
              <a:ext uri="{FF2B5EF4-FFF2-40B4-BE49-F238E27FC236}">
                <a16:creationId xmlns:a16="http://schemas.microsoft.com/office/drawing/2014/main" id="{964A0189-5C03-4286-94B2-07D9A4E16A88}"/>
              </a:ext>
            </a:extLst>
          </p:cNvPr>
          <p:cNvSpPr>
            <a:spLocks noGrp="1"/>
          </p:cNvSpPr>
          <p:nvPr/>
        </p:nvSpPr>
        <p:spPr>
          <a:xfrm>
            <a:off x="7877175" y="2828925"/>
            <a:ext cx="26289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내부 EC2</a:t>
            </a:r>
          </a:p>
        </p:txBody>
      </p:sp>
      <p:sp>
        <p:nvSpPr>
          <p:cNvPr id="41" name="직사각형 40">
            <a:extLst>
              <a:ext uri="{FF2B5EF4-FFF2-40B4-BE49-F238E27FC236}">
                <a16:creationId xmlns:a16="http://schemas.microsoft.com/office/drawing/2014/main" id="{4D018DB5-420A-4838-AEC0-60926BE2174A}"/>
              </a:ext>
            </a:extLst>
          </p:cNvPr>
          <p:cNvSpPr>
            <a:spLocks noGrp="1"/>
          </p:cNvSpPr>
          <p:nvPr/>
        </p:nvSpPr>
        <p:spPr>
          <a:xfrm>
            <a:off x="7877175" y="3257550"/>
            <a:ext cx="262890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사설 IP로 관리 접속</a:t>
            </a:r>
          </a:p>
        </p:txBody>
      </p:sp>
      <p:sp>
        <p:nvSpPr>
          <p:cNvPr id="42" name="직사각형 41">
            <a:extLst>
              <a:ext uri="{FF2B5EF4-FFF2-40B4-BE49-F238E27FC236}">
                <a16:creationId xmlns:a16="http://schemas.microsoft.com/office/drawing/2014/main" id="{2970DD77-EE90-447F-8806-4803CE9AA7B5}"/>
              </a:ext>
            </a:extLst>
          </p:cNvPr>
          <p:cNvSpPr>
            <a:spLocks noGrp="1"/>
          </p:cNvSpPr>
          <p:nvPr/>
        </p:nvSpPr>
        <p:spPr>
          <a:xfrm>
            <a:off x="1476375" y="4381500"/>
            <a:ext cx="47625" cy="914400"/>
          </a:xfrm>
          <a:prstGeom prst="rect">
            <a:avLst/>
          </a:prstGeom>
          <a:solidFill>
            <a:srgbClr val="008F90"/>
          </a:solidFill>
          <a:ln w="0">
            <a:noFill/>
          </a:ln>
        </p:spPr>
        <p:txBody>
          <a:bodyPr/>
          <a:lstStyle/>
          <a:p>
            <a:endParaRPr lang="ko-KR" altLang="en-US"/>
          </a:p>
        </p:txBody>
      </p:sp>
      <p:sp>
        <p:nvSpPr>
          <p:cNvPr id="43" name="직사각형 42">
            <a:extLst>
              <a:ext uri="{FF2B5EF4-FFF2-40B4-BE49-F238E27FC236}">
                <a16:creationId xmlns:a16="http://schemas.microsoft.com/office/drawing/2014/main" id="{EAE46E64-6BDB-46A0-AEDE-4FF715B1F964}"/>
              </a:ext>
            </a:extLst>
          </p:cNvPr>
          <p:cNvSpPr>
            <a:spLocks noGrp="1"/>
          </p:cNvSpPr>
          <p:nvPr/>
        </p:nvSpPr>
        <p:spPr>
          <a:xfrm>
            <a:off x="1638300" y="435292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ProxyJump</a:t>
            </a:r>
          </a:p>
        </p:txBody>
      </p:sp>
      <p:sp>
        <p:nvSpPr>
          <p:cNvPr id="44" name="직사각형 43">
            <a:extLst>
              <a:ext uri="{FF2B5EF4-FFF2-40B4-BE49-F238E27FC236}">
                <a16:creationId xmlns:a16="http://schemas.microsoft.com/office/drawing/2014/main" id="{2D3AD457-3662-477E-9E4B-225538D76F81}"/>
              </a:ext>
            </a:extLst>
          </p:cNvPr>
          <p:cNvSpPr>
            <a:spLocks noGrp="1"/>
          </p:cNvSpPr>
          <p:nvPr/>
        </p:nvSpPr>
        <p:spPr>
          <a:xfrm>
            <a:off x="1638300" y="476250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SSH 연결을 Bastion 경유로 구성</a:t>
            </a:r>
          </a:p>
        </p:txBody>
      </p:sp>
      <p:sp>
        <p:nvSpPr>
          <p:cNvPr id="45" name="직사각형 44">
            <a:extLst>
              <a:ext uri="{FF2B5EF4-FFF2-40B4-BE49-F238E27FC236}">
                <a16:creationId xmlns:a16="http://schemas.microsoft.com/office/drawing/2014/main" id="{1AEE68ED-A121-4CBA-948C-2A21B9F488AE}"/>
              </a:ext>
            </a:extLst>
          </p:cNvPr>
          <p:cNvSpPr>
            <a:spLocks noGrp="1"/>
          </p:cNvSpPr>
          <p:nvPr/>
        </p:nvSpPr>
        <p:spPr>
          <a:xfrm>
            <a:off x="6191250" y="4381500"/>
            <a:ext cx="47625" cy="914400"/>
          </a:xfrm>
          <a:prstGeom prst="rect">
            <a:avLst/>
          </a:prstGeom>
          <a:solidFill>
            <a:srgbClr val="008F90"/>
          </a:solidFill>
          <a:ln w="0">
            <a:noFill/>
          </a:ln>
        </p:spPr>
        <p:txBody>
          <a:bodyPr/>
          <a:lstStyle/>
          <a:p>
            <a:endParaRPr lang="ko-KR" altLang="en-US"/>
          </a:p>
        </p:txBody>
      </p:sp>
      <p:sp>
        <p:nvSpPr>
          <p:cNvPr id="46" name="직사각형 45">
            <a:extLst>
              <a:ext uri="{FF2B5EF4-FFF2-40B4-BE49-F238E27FC236}">
                <a16:creationId xmlns:a16="http://schemas.microsoft.com/office/drawing/2014/main" id="{D421832F-0F4B-4C28-94C7-1F3E0E26D28A}"/>
              </a:ext>
            </a:extLst>
          </p:cNvPr>
          <p:cNvSpPr>
            <a:spLocks noGrp="1"/>
          </p:cNvSpPr>
          <p:nvPr/>
        </p:nvSpPr>
        <p:spPr>
          <a:xfrm>
            <a:off x="6353175" y="435292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패키지 다운로드</a:t>
            </a:r>
          </a:p>
        </p:txBody>
      </p:sp>
      <p:sp>
        <p:nvSpPr>
          <p:cNvPr id="47" name="직사각형 46">
            <a:extLst>
              <a:ext uri="{FF2B5EF4-FFF2-40B4-BE49-F238E27FC236}">
                <a16:creationId xmlns:a16="http://schemas.microsoft.com/office/drawing/2014/main" id="{3783F26C-320F-49DB-94E3-44D70A9DB676}"/>
              </a:ext>
            </a:extLst>
          </p:cNvPr>
          <p:cNvSpPr>
            <a:spLocks noGrp="1"/>
          </p:cNvSpPr>
          <p:nvPr/>
        </p:nvSpPr>
        <p:spPr>
          <a:xfrm>
            <a:off x="6353175" y="476250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Squid 프록시는 별도의 외부 통신 경로</a:t>
            </a:r>
          </a:p>
        </p:txBody>
      </p:sp>
    </p:spTree>
    <p:extLst>
      <p:ext uri="{BB962C8B-B14F-4D97-AF65-F5344CB8AC3E}">
        <p14:creationId xmlns:p14="http://schemas.microsoft.com/office/powerpoint/2010/main" val="533871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80930BA2-BBEC-429B-81BD-B60C94760A90}"/>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2D6259BF-1C89-435F-B298-DB1E5B5FD8C9}"/>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501A6DB7-68C2-4E55-9021-00F615365869}"/>
              </a:ext>
            </a:extLst>
          </p:cNvPr>
          <p:cNvSpPr>
            <a:spLocks noGrp="1"/>
          </p:cNvSpPr>
          <p:nvPr/>
        </p:nvSpPr>
        <p:spPr>
          <a:xfrm>
            <a:off x="1420654" y="2788920"/>
            <a:ext cx="1976438" cy="1163955"/>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01DDFB8F-A574-4245-A1F0-A4A98331A568}"/>
              </a:ext>
            </a:extLst>
          </p:cNvPr>
          <p:cNvSpPr>
            <a:spLocks noGrp="1"/>
          </p:cNvSpPr>
          <p:nvPr/>
        </p:nvSpPr>
        <p:spPr>
          <a:xfrm>
            <a:off x="3476149" y="3237738"/>
            <a:ext cx="237173"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5025F0AE-6D19-48B0-9EA3-986833C8EA6E}"/>
              </a:ext>
            </a:extLst>
          </p:cNvPr>
          <p:cNvSpPr>
            <a:spLocks noGrp="1"/>
          </p:cNvSpPr>
          <p:nvPr/>
        </p:nvSpPr>
        <p:spPr>
          <a:xfrm>
            <a:off x="3792379" y="2788920"/>
            <a:ext cx="1976438" cy="1163955"/>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AEC3B48B-5C2B-445F-8E86-5281B2B7E697}"/>
              </a:ext>
            </a:extLst>
          </p:cNvPr>
          <p:cNvSpPr>
            <a:spLocks noGrp="1"/>
          </p:cNvSpPr>
          <p:nvPr/>
        </p:nvSpPr>
        <p:spPr>
          <a:xfrm>
            <a:off x="5847874" y="3237738"/>
            <a:ext cx="237173"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FAB518D0-490E-47A7-B3FC-4CC92FF8FD96}"/>
              </a:ext>
            </a:extLst>
          </p:cNvPr>
          <p:cNvSpPr>
            <a:spLocks noGrp="1"/>
          </p:cNvSpPr>
          <p:nvPr/>
        </p:nvSpPr>
        <p:spPr>
          <a:xfrm>
            <a:off x="6164104" y="2788920"/>
            <a:ext cx="1976438" cy="1163955"/>
          </a:xfrm>
          <a:prstGeom prst="rect">
            <a:avLst/>
          </a:prstGeom>
          <a:solidFill>
            <a:srgbClr val="F7F0DF"/>
          </a:solidFill>
          <a:ln w="9525">
            <a:solidFill>
              <a:srgbClr val="CDBF9F"/>
            </a:solidFill>
          </a:ln>
        </p:spPr>
        <p:txBody>
          <a:bodyPr/>
          <a:lstStyle/>
          <a:p>
            <a:endParaRPr lang="ko-KR" altLang="en-US"/>
          </a:p>
        </p:txBody>
      </p:sp>
      <p:sp>
        <p:nvSpPr>
          <p:cNvPr id="18" name="화살표: 오른쪽 17">
            <a:extLst>
              <a:ext uri="{FF2B5EF4-FFF2-40B4-BE49-F238E27FC236}">
                <a16:creationId xmlns:a16="http://schemas.microsoft.com/office/drawing/2014/main" id="{F008904A-1485-4FC4-B2F9-BE30CDF72BC6}"/>
              </a:ext>
            </a:extLst>
          </p:cNvPr>
          <p:cNvSpPr>
            <a:spLocks noGrp="1"/>
          </p:cNvSpPr>
          <p:nvPr/>
        </p:nvSpPr>
        <p:spPr>
          <a:xfrm>
            <a:off x="8219599" y="3237738"/>
            <a:ext cx="237173" cy="144780"/>
          </a:xfrm>
          <a:prstGeom prst="rightArrow">
            <a:avLst/>
          </a:prstGeom>
          <a:solidFill>
            <a:srgbClr val="008584"/>
          </a:solidFill>
          <a:ln w="0">
            <a:noFill/>
          </a:ln>
        </p:spPr>
        <p:txBody>
          <a:bodyPr/>
          <a:lstStyle/>
          <a:p>
            <a:endParaRPr lang="ko-KR" altLang="en-US"/>
          </a:p>
        </p:txBody>
      </p:sp>
      <p:sp>
        <p:nvSpPr>
          <p:cNvPr id="19" name="직사각형 18">
            <a:extLst>
              <a:ext uri="{FF2B5EF4-FFF2-40B4-BE49-F238E27FC236}">
                <a16:creationId xmlns:a16="http://schemas.microsoft.com/office/drawing/2014/main" id="{CB33068F-EEE6-4233-AAE6-0F67C98D6DAB}"/>
              </a:ext>
            </a:extLst>
          </p:cNvPr>
          <p:cNvSpPr>
            <a:spLocks noGrp="1"/>
          </p:cNvSpPr>
          <p:nvPr/>
        </p:nvSpPr>
        <p:spPr>
          <a:xfrm>
            <a:off x="8535829" y="2788920"/>
            <a:ext cx="1976438" cy="1163955"/>
          </a:xfrm>
          <a:prstGeom prst="rect">
            <a:avLst/>
          </a:prstGeom>
          <a:solidFill>
            <a:srgbClr val="F7F0DF"/>
          </a:solidFill>
          <a:ln w="9525">
            <a:solidFill>
              <a:srgbClr val="CDBF9F"/>
            </a:solidFill>
          </a:ln>
        </p:spPr>
        <p:txBody>
          <a:bodyPr/>
          <a:lstStyle/>
          <a:p>
            <a:endParaRPr lang="ko-KR" altLang="en-US"/>
          </a:p>
        </p:txBody>
      </p:sp>
      <p:sp>
        <p:nvSpPr>
          <p:cNvPr id="22" name="직사각형 21">
            <a:extLst>
              <a:ext uri="{FF2B5EF4-FFF2-40B4-BE49-F238E27FC236}">
                <a16:creationId xmlns:a16="http://schemas.microsoft.com/office/drawing/2014/main" id="{00C575F6-13F6-4AC6-9EB9-ECAD1B8576F3}"/>
              </a:ext>
            </a:extLst>
          </p:cNvPr>
          <p:cNvSpPr>
            <a:spLocks noGrp="1"/>
          </p:cNvSpPr>
          <p:nvPr/>
        </p:nvSpPr>
        <p:spPr>
          <a:xfrm>
            <a:off x="1420654" y="4345305"/>
            <a:ext cx="47434" cy="810768"/>
          </a:xfrm>
          <a:prstGeom prst="rect">
            <a:avLst/>
          </a:prstGeom>
          <a:solidFill>
            <a:srgbClr val="008584"/>
          </a:solidFill>
          <a:ln w="0">
            <a:noFill/>
          </a:ln>
        </p:spPr>
        <p:txBody>
          <a:bodyPr/>
          <a:lstStyle/>
          <a:p>
            <a:endParaRPr lang="ko-KR" altLang="en-US"/>
          </a:p>
        </p:txBody>
      </p:sp>
      <p:sp>
        <p:nvSpPr>
          <p:cNvPr id="25" name="직사각형 24">
            <a:extLst>
              <a:ext uri="{FF2B5EF4-FFF2-40B4-BE49-F238E27FC236}">
                <a16:creationId xmlns:a16="http://schemas.microsoft.com/office/drawing/2014/main" id="{B884200E-9A78-488C-BD3C-8CF91DAF360C}"/>
              </a:ext>
            </a:extLst>
          </p:cNvPr>
          <p:cNvSpPr>
            <a:spLocks noGrp="1"/>
          </p:cNvSpPr>
          <p:nvPr/>
        </p:nvSpPr>
        <p:spPr>
          <a:xfrm>
            <a:off x="6243161" y="4345305"/>
            <a:ext cx="47434" cy="810768"/>
          </a:xfrm>
          <a:prstGeom prst="rect">
            <a:avLst/>
          </a:prstGeom>
          <a:solidFill>
            <a:srgbClr val="008584"/>
          </a:solidFill>
          <a:ln w="0">
            <a:noFill/>
          </a:ln>
        </p:spPr>
        <p:txBody>
          <a:bodyPr/>
          <a:lstStyle/>
          <a:p>
            <a:endParaRPr lang="ko-KR" altLang="en-US"/>
          </a:p>
        </p:txBody>
      </p:sp>
      <p:pic>
        <p:nvPicPr>
          <p:cNvPr id="29" name="그림 28">
            <a:extLst>
              <a:ext uri="{FF2B5EF4-FFF2-40B4-BE49-F238E27FC236}">
                <a16:creationId xmlns:a16="http://schemas.microsoft.com/office/drawing/2014/main" id="{FE0A0865-7F75-4975-A865-E6FE9D4C12D5}"/>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30" name="직사각형 29">
            <a:extLst>
              <a:ext uri="{FF2B5EF4-FFF2-40B4-BE49-F238E27FC236}">
                <a16:creationId xmlns:a16="http://schemas.microsoft.com/office/drawing/2014/main" id="{ACED662B-8303-48E2-8263-BB37BA591596}"/>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31" name="직사각형 30">
            <a:extLst>
              <a:ext uri="{FF2B5EF4-FFF2-40B4-BE49-F238E27FC236}">
                <a16:creationId xmlns:a16="http://schemas.microsoft.com/office/drawing/2014/main" id="{B7D8411E-C426-4D15-922D-608B230D76BA}"/>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도메인·HTTPS 및 인증서 자동 갱신</a:t>
            </a:r>
          </a:p>
        </p:txBody>
      </p:sp>
      <p:sp>
        <p:nvSpPr>
          <p:cNvPr id="32" name="직사각형 31">
            <a:extLst>
              <a:ext uri="{FF2B5EF4-FFF2-40B4-BE49-F238E27FC236}">
                <a16:creationId xmlns:a16="http://schemas.microsoft.com/office/drawing/2014/main" id="{E55E478B-87FE-4CFA-B643-BCA7AB2A2E66}"/>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bootcampmetaverse.site → Nginx → Front · 게임 Backend</a:t>
            </a:r>
          </a:p>
        </p:txBody>
      </p:sp>
      <p:sp>
        <p:nvSpPr>
          <p:cNvPr id="33" name="직사각형 32">
            <a:extLst>
              <a:ext uri="{FF2B5EF4-FFF2-40B4-BE49-F238E27FC236}">
                <a16:creationId xmlns:a16="http://schemas.microsoft.com/office/drawing/2014/main" id="{F0DCA2A8-2AEB-4900-BD41-1B058C86143C}"/>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34" name="직사각형 33">
            <a:extLst>
              <a:ext uri="{FF2B5EF4-FFF2-40B4-BE49-F238E27FC236}">
                <a16:creationId xmlns:a16="http://schemas.microsoft.com/office/drawing/2014/main" id="{230C6EC3-7939-4CEC-A817-82B4A461CF35}"/>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07</a:t>
            </a:r>
          </a:p>
        </p:txBody>
      </p:sp>
      <p:graphicFrame>
        <p:nvGraphicFramePr>
          <p:cNvPr id="35" name="표 34">
            <a:extLst>
              <a:ext uri="{FF2B5EF4-FFF2-40B4-BE49-F238E27FC236}">
                <a16:creationId xmlns:a16="http://schemas.microsoft.com/office/drawing/2014/main" id="{28693581-4614-4A87-9CEA-CEE26A67E00D}"/>
              </a:ext>
            </a:extLst>
          </p:cNvPr>
          <p:cNvGraphicFramePr/>
          <p:nvPr/>
        </p:nvGraphicFramePr>
        <p:xfrm>
          <a:off x="1381125" y="2667000"/>
          <a:ext cx="9334500" cy="2095500"/>
        </p:xfrm>
        <a:graphic>
          <a:graphicData uri="http://schemas.openxmlformats.org/drawingml/2006/table">
            <a:tbl>
              <a:tblPr/>
              <a:tblGrid>
                <a:gridCol w="31432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419100">
                <a:tc>
                  <a:txBody>
                    <a:bodyPr/>
                    <a:lstStyle/>
                    <a:p>
                      <a:r>
                        <a:rPr sz="1425" b="1">
                          <a:solidFill>
                            <a:srgbClr val="FFFFFF"/>
                          </a:solidFill>
                          <a:latin typeface="Malgun Gothic"/>
                          <a:ea typeface="Malgun Gothic"/>
                          <a:cs typeface="Malgun Gothic"/>
                        </a:rPr>
                        <a:t>Nginx 요청 경로</a:t>
                      </a:r>
                    </a:p>
                  </a:txBody>
                  <a:tcPr>
                    <a:lnL w="9525">
                      <a:solidFill>
                        <a:srgbClr val="D5CBB6"/>
                      </a:solidFill>
                    </a:lnL>
                    <a:lnR w="9525">
                      <a:solidFill>
                        <a:srgbClr val="D5CBB6"/>
                      </a:solidFill>
                    </a:lnR>
                    <a:lnT w="9525">
                      <a:solidFill>
                        <a:srgbClr val="D5CBB6"/>
                      </a:solidFill>
                    </a:lnT>
                    <a:lnB w="9525">
                      <a:solidFill>
                        <a:srgbClr val="D5CBB6"/>
                      </a:solidFill>
                    </a:lnB>
                    <a:solidFill>
                      <a:srgbClr val="173F40"/>
                    </a:solidFill>
                  </a:tcPr>
                </a:tc>
                <a:tc>
                  <a:txBody>
                    <a:bodyPr/>
                    <a:lstStyle/>
                    <a:p>
                      <a:r>
                        <a:rPr sz="1425" b="1">
                          <a:solidFill>
                            <a:srgbClr val="FFFFFF"/>
                          </a:solidFill>
                          <a:latin typeface="Malgun Gothic"/>
                          <a:ea typeface="Malgun Gothic"/>
                          <a:cs typeface="Malgun Gothic"/>
                        </a:rPr>
                        <a:t>전달 대상</a:t>
                      </a:r>
                    </a:p>
                  </a:txBody>
                  <a:tcPr>
                    <a:lnL w="9525" cap="flat" cmpd="sng" algn="ctr">
                      <a:solidFill>
                        <a:srgbClr val="D5CBB6"/>
                      </a:solidFill>
                      <a:prstDash val="solid"/>
                      <a:round/>
                      <a:headEnd type="none" w="med" len="med"/>
                      <a:tailEnd type="none" w="med" len="med"/>
                    </a:lnL>
                    <a:lnR w="9525">
                      <a:solidFill>
                        <a:srgbClr val="D5CBB6"/>
                      </a:solidFill>
                    </a:lnR>
                    <a:lnT w="9525">
                      <a:solidFill>
                        <a:srgbClr val="D5CBB6"/>
                      </a:solidFill>
                    </a:lnT>
                    <a:lnB w="9525">
                      <a:solidFill>
                        <a:srgbClr val="D5CBB6"/>
                      </a:solidFill>
                    </a:lnB>
                    <a:solidFill>
                      <a:srgbClr val="173F40"/>
                    </a:solidFill>
                  </a:tcPr>
                </a:tc>
                <a:extLst>
                  <a:ext uri="{0D108BD9-81ED-4DB2-BD59-A6C34878D82A}">
                    <a16:rowId xmlns:a16="http://schemas.microsoft.com/office/drawing/2014/main" val="10000"/>
                  </a:ext>
                </a:extLst>
              </a:tr>
              <a:tr h="419100">
                <a:tc>
                  <a:txBody>
                    <a:bodyPr/>
                    <a:lstStyle/>
                    <a:p>
                      <a:r>
                        <a:rPr sz="1425" b="0">
                          <a:solidFill>
                            <a:srgbClr val="173F40"/>
                          </a:solidFill>
                          <a:latin typeface="Malgun Gothic"/>
                          <a:ea typeface="Malgun Gothic"/>
                          <a:cs typeface="Malgun Gothic"/>
                        </a:rPr>
                        <a:t>/</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Front 로컬 앱 127.0.0.1:8004</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1"/>
                  </a:ext>
                </a:extLst>
              </a:tr>
              <a:tr h="419100">
                <a:tc>
                  <a:txBody>
                    <a:bodyPr/>
                    <a:lstStyle/>
                    <a:p>
                      <a:r>
                        <a:rPr sz="1425" b="0">
                          <a:solidFill>
                            <a:srgbClr val="173F40"/>
                          </a:solidFill>
                          <a:latin typeface="Malgun Gothic"/>
                          <a:ea typeface="Malgun Gothic"/>
                          <a:cs typeface="Malgun Gothic"/>
                        </a:rPr>
                        <a:t>/static/</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Front 정적 파일</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2"/>
                  </a:ext>
                </a:extLst>
              </a:tr>
              <a:tr h="419100">
                <a:tc>
                  <a:txBody>
                    <a:bodyPr/>
                    <a:lstStyle/>
                    <a:p>
                      <a:r>
                        <a:rPr sz="1425" b="0">
                          <a:solidFill>
                            <a:srgbClr val="173F40"/>
                          </a:solidFill>
                          <a:latin typeface="Malgun Gothic"/>
                          <a:ea typeface="Malgun Gothic"/>
                          <a:cs typeface="Malgun Gothic"/>
                        </a:rPr>
                        <a:t>/ws/campus/</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tc>
                  <a:txBody>
                    <a:bodyPr/>
                    <a:lstStyle/>
                    <a:p>
                      <a:r>
                        <a:rPr sz="1425" b="0">
                          <a:solidFill>
                            <a:srgbClr val="173F40"/>
                          </a:solidFill>
                          <a:latin typeface="Malgun Gothic"/>
                          <a:ea typeface="Malgun Gothic"/>
                          <a:cs typeface="Malgun Gothic"/>
                        </a:rPr>
                        <a:t>선택 게임 Backend:8000</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FFBF1"/>
                    </a:solidFill>
                  </a:tcPr>
                </a:tc>
                <a:extLst>
                  <a:ext uri="{0D108BD9-81ED-4DB2-BD59-A6C34878D82A}">
                    <a16:rowId xmlns:a16="http://schemas.microsoft.com/office/drawing/2014/main" val="10003"/>
                  </a:ext>
                </a:extLst>
              </a:tr>
              <a:tr h="419100">
                <a:tc>
                  <a:txBody>
                    <a:bodyPr/>
                    <a:lstStyle/>
                    <a:p>
                      <a:r>
                        <a:rPr sz="1425" b="0">
                          <a:solidFill>
                            <a:srgbClr val="173F40"/>
                          </a:solidFill>
                          <a:latin typeface="Malgun Gothic"/>
                          <a:ea typeface="Malgun Gothic"/>
                          <a:cs typeface="Malgun Gothic"/>
                        </a:rPr>
                        <a:t>IP로 직접 접속</a:t>
                      </a:r>
                    </a:p>
                  </a:txBody>
                  <a:tcPr>
                    <a:lnL w="9525">
                      <a:solidFill>
                        <a:srgbClr val="D5CBB6"/>
                      </a:solidFill>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tc>
                  <a:txBody>
                    <a:bodyPr/>
                    <a:lstStyle/>
                    <a:p>
                      <a:r>
                        <a:rPr sz="1425" b="0">
                          <a:solidFill>
                            <a:srgbClr val="173F40"/>
                          </a:solidFill>
                          <a:latin typeface="Malgun Gothic"/>
                          <a:ea typeface="Malgun Gothic"/>
                          <a:cs typeface="Malgun Gothic"/>
                        </a:rPr>
                        <a:t>정식 도메인으로 이동</a:t>
                      </a:r>
                    </a:p>
                  </a:txBody>
                  <a:tcPr>
                    <a:lnL w="9525" cap="flat" cmpd="sng" algn="ctr">
                      <a:solidFill>
                        <a:srgbClr val="D5CBB6"/>
                      </a:solidFill>
                      <a:prstDash val="solid"/>
                      <a:round/>
                      <a:headEnd type="none" w="med" len="med"/>
                      <a:tailEnd type="none" w="med" len="med"/>
                    </a:lnL>
                    <a:lnR w="9525">
                      <a:solidFill>
                        <a:srgbClr val="D5CBB6"/>
                      </a:solidFill>
                    </a:lnR>
                    <a:lnT w="9525" cap="flat" cmpd="sng" algn="ctr">
                      <a:solidFill>
                        <a:srgbClr val="D5CBB6"/>
                      </a:solidFill>
                      <a:prstDash val="solid"/>
                      <a:round/>
                      <a:headEnd type="none" w="med" len="med"/>
                      <a:tailEnd type="none" w="med" len="med"/>
                    </a:lnT>
                    <a:lnB w="9525">
                      <a:solidFill>
                        <a:srgbClr val="D5CBB6"/>
                      </a:solidFill>
                    </a:lnB>
                    <a:solidFill>
                      <a:srgbClr val="F4EDDC"/>
                    </a:solidFill>
                  </a:tcPr>
                </a:tc>
                <a:extLst>
                  <a:ext uri="{0D108BD9-81ED-4DB2-BD59-A6C34878D82A}">
                    <a16:rowId xmlns:a16="http://schemas.microsoft.com/office/drawing/2014/main" val="10004"/>
                  </a:ext>
                </a:extLst>
              </a:tr>
            </a:tbl>
          </a:graphicData>
        </a:graphic>
      </p:graphicFrame>
      <p:sp>
        <p:nvSpPr>
          <p:cNvPr id="36" name="직사각형 35">
            <a:extLst>
              <a:ext uri="{FF2B5EF4-FFF2-40B4-BE49-F238E27FC236}">
                <a16:creationId xmlns:a16="http://schemas.microsoft.com/office/drawing/2014/main" id="{02D45D1B-4765-4866-8171-23C1993776FE}"/>
              </a:ext>
            </a:extLst>
          </p:cNvPr>
          <p:cNvSpPr>
            <a:spLocks noGrp="1"/>
          </p:cNvSpPr>
          <p:nvPr/>
        </p:nvSpPr>
        <p:spPr>
          <a:xfrm>
            <a:off x="1476375" y="4943475"/>
            <a:ext cx="9048750" cy="381000"/>
          </a:xfrm>
          <a:prstGeom prst="rect">
            <a:avLst/>
          </a:prstGeom>
          <a:noFill/>
          <a:ln w="0">
            <a:noFill/>
          </a:ln>
        </p:spPr>
        <p:txBody>
          <a:bodyPr/>
          <a:lstStyle>
            <a:defPPr>
              <a:defRPr sz="1875" b="1">
                <a:solidFill>
                  <a:srgbClr val="008F90"/>
                </a:solidFill>
                <a:latin typeface="Malgun Gothic"/>
                <a:ea typeface="Malgun Gothic"/>
                <a:cs typeface="Malgun Gothic"/>
              </a:defRPr>
            </a:defPPr>
            <a:lvl1pPr>
              <a:buNone/>
              <a:defRPr sz="1875" b="1">
                <a:solidFill>
                  <a:srgbClr val="008F90"/>
                </a:solidFill>
                <a:latin typeface="Malgun Gothic"/>
                <a:ea typeface="Malgun Gothic"/>
                <a:cs typeface="Malgun Gothic"/>
              </a:defRPr>
            </a:lvl1pPr>
            <a:lvl2pPr>
              <a:buNone/>
              <a:defRPr sz="1875" b="1">
                <a:solidFill>
                  <a:srgbClr val="008F90"/>
                </a:solidFill>
                <a:latin typeface="Malgun Gothic"/>
                <a:ea typeface="Malgun Gothic"/>
                <a:cs typeface="Malgun Gothic"/>
              </a:defRPr>
            </a:lvl2pPr>
            <a:lvl3pPr>
              <a:buNone/>
              <a:defRPr sz="1875" b="1">
                <a:solidFill>
                  <a:srgbClr val="008F90"/>
                </a:solidFill>
                <a:latin typeface="Malgun Gothic"/>
                <a:ea typeface="Malgun Gothic"/>
                <a:cs typeface="Malgun Gothic"/>
              </a:defRPr>
            </a:lvl3pPr>
            <a:lvl4pPr>
              <a:buNone/>
              <a:defRPr sz="1875" b="1">
                <a:solidFill>
                  <a:srgbClr val="008F90"/>
                </a:solidFill>
                <a:latin typeface="Malgun Gothic"/>
                <a:ea typeface="Malgun Gothic"/>
                <a:cs typeface="Malgun Gothic"/>
              </a:defRPr>
            </a:lvl4pPr>
            <a:lvl5pPr>
              <a:buNone/>
              <a:defRPr sz="1875" b="1">
                <a:solidFill>
                  <a:srgbClr val="008F90"/>
                </a:solidFill>
                <a:latin typeface="Malgun Gothic"/>
                <a:ea typeface="Malgun Gothic"/>
                <a:cs typeface="Malgun Gothic"/>
              </a:defRPr>
            </a:lvl5pPr>
            <a:lvl6pPr>
              <a:buNone/>
              <a:defRPr sz="1875" b="1">
                <a:solidFill>
                  <a:srgbClr val="008F90"/>
                </a:solidFill>
                <a:latin typeface="Malgun Gothic"/>
                <a:ea typeface="Malgun Gothic"/>
                <a:cs typeface="Malgun Gothic"/>
              </a:defRPr>
            </a:lvl6pPr>
            <a:lvl7pPr>
              <a:buNone/>
              <a:defRPr sz="1875" b="1">
                <a:solidFill>
                  <a:srgbClr val="008F90"/>
                </a:solidFill>
                <a:latin typeface="Malgun Gothic"/>
                <a:ea typeface="Malgun Gothic"/>
                <a:cs typeface="Malgun Gothic"/>
              </a:defRPr>
            </a:lvl7pPr>
            <a:lvl8pPr>
              <a:buNone/>
              <a:defRPr sz="1875" b="1">
                <a:solidFill>
                  <a:srgbClr val="008F90"/>
                </a:solidFill>
                <a:latin typeface="Malgun Gothic"/>
                <a:ea typeface="Malgun Gothic"/>
                <a:cs typeface="Malgun Gothic"/>
              </a:defRPr>
            </a:lvl8pPr>
            <a:lvl9pPr>
              <a:buNone/>
              <a:defRPr sz="1875" b="1">
                <a:solidFill>
                  <a:srgbClr val="008F90"/>
                </a:solidFill>
                <a:latin typeface="Malgun Gothic"/>
                <a:ea typeface="Malgun Gothic"/>
                <a:cs typeface="Malgun Gothic"/>
              </a:defRPr>
            </a:lvl9pPr>
          </a:lstStyle>
          <a:p>
            <a:pPr>
              <a:buNone/>
              <a:defRPr sz="1875" b="1">
                <a:solidFill>
                  <a:srgbClr val="008F90"/>
                </a:solidFill>
                <a:latin typeface="Malgun Gothic"/>
                <a:ea typeface="Malgun Gothic"/>
                <a:cs typeface="Malgun Gothic"/>
              </a:defRPr>
            </a:pPr>
            <a:r>
              <a:rPr sz="1875" b="1">
                <a:solidFill>
                  <a:srgbClr val="008F90"/>
                </a:solidFill>
                <a:latin typeface="Malgun Gothic"/>
                <a:ea typeface="Malgun Gothic"/>
                <a:cs typeface="Malgun Gothic"/>
              </a:rPr>
              <a:t>Certbot 발급 → 예약 갱신 → 인증서 유지</a:t>
            </a:r>
          </a:p>
        </p:txBody>
      </p:sp>
      <p:sp>
        <p:nvSpPr>
          <p:cNvPr id="37" name="직사각형 36">
            <a:extLst>
              <a:ext uri="{FF2B5EF4-FFF2-40B4-BE49-F238E27FC236}">
                <a16:creationId xmlns:a16="http://schemas.microsoft.com/office/drawing/2014/main" id="{6B4CB075-6E40-4CA4-8719-073D20246404}"/>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도메인 EC2 적용 및 코드 반영 완료. 수정 코드의 재배포·갱신 동작 검증은 별도.</a:t>
            </a:r>
          </a:p>
        </p:txBody>
      </p:sp>
    </p:spTree>
    <p:extLst>
      <p:ext uri="{BB962C8B-B14F-4D97-AF65-F5344CB8AC3E}">
        <p14:creationId xmlns:p14="http://schemas.microsoft.com/office/powerpoint/2010/main" val="98473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24CD28DE-D72D-4EE4-855D-9BE0636B293C}"/>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B6997CE0-ADC3-408C-A45F-4D10854B5494}"/>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F8C0AF12-7F91-4813-B458-FEA5548F8F74}"/>
              </a:ext>
            </a:extLst>
          </p:cNvPr>
          <p:cNvSpPr>
            <a:spLocks noGrp="1"/>
          </p:cNvSpPr>
          <p:nvPr/>
        </p:nvSpPr>
        <p:spPr>
          <a:xfrm>
            <a:off x="1420654" y="2716530"/>
            <a:ext cx="2450783" cy="1163955"/>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95890ADA-7C8A-4787-B81D-736C2576FAAC}"/>
              </a:ext>
            </a:extLst>
          </p:cNvPr>
          <p:cNvSpPr>
            <a:spLocks noGrp="1"/>
          </p:cNvSpPr>
          <p:nvPr/>
        </p:nvSpPr>
        <p:spPr>
          <a:xfrm>
            <a:off x="4029551" y="3150870"/>
            <a:ext cx="434816"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E92DDC0A-77C0-4602-B5A4-6F8369922E16}"/>
              </a:ext>
            </a:extLst>
          </p:cNvPr>
          <p:cNvSpPr>
            <a:spLocks noGrp="1"/>
          </p:cNvSpPr>
          <p:nvPr/>
        </p:nvSpPr>
        <p:spPr>
          <a:xfrm>
            <a:off x="4662011" y="2716530"/>
            <a:ext cx="2529840" cy="1163955"/>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0FAD835D-96AC-4B7D-B656-B6AC6EA5F0D1}"/>
              </a:ext>
            </a:extLst>
          </p:cNvPr>
          <p:cNvSpPr>
            <a:spLocks noGrp="1"/>
          </p:cNvSpPr>
          <p:nvPr/>
        </p:nvSpPr>
        <p:spPr>
          <a:xfrm>
            <a:off x="7349966" y="3150870"/>
            <a:ext cx="434816"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10DDA82D-5F2C-402D-9FA8-6D91C8202C6A}"/>
              </a:ext>
            </a:extLst>
          </p:cNvPr>
          <p:cNvSpPr>
            <a:spLocks noGrp="1"/>
          </p:cNvSpPr>
          <p:nvPr/>
        </p:nvSpPr>
        <p:spPr>
          <a:xfrm>
            <a:off x="7982426" y="2716530"/>
            <a:ext cx="2529840" cy="1163955"/>
          </a:xfrm>
          <a:prstGeom prst="rect">
            <a:avLst/>
          </a:prstGeom>
          <a:solidFill>
            <a:srgbClr val="F7F0DF"/>
          </a:solidFill>
          <a:ln w="9525">
            <a:solidFill>
              <a:srgbClr val="CDBF9F"/>
            </a:solidFill>
          </a:ln>
        </p:spPr>
        <p:txBody>
          <a:bodyPr/>
          <a:lstStyle/>
          <a:p>
            <a:endParaRPr lang="ko-KR" altLang="en-US"/>
          </a:p>
        </p:txBody>
      </p:sp>
      <p:pic>
        <p:nvPicPr>
          <p:cNvPr id="22" name="그림 21">
            <a:extLst>
              <a:ext uri="{FF2B5EF4-FFF2-40B4-BE49-F238E27FC236}">
                <a16:creationId xmlns:a16="http://schemas.microsoft.com/office/drawing/2014/main" id="{9F883AE5-0B22-48AE-8E6B-50908F665322}"/>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23" name="직사각형 22">
            <a:extLst>
              <a:ext uri="{FF2B5EF4-FFF2-40B4-BE49-F238E27FC236}">
                <a16:creationId xmlns:a16="http://schemas.microsoft.com/office/drawing/2014/main" id="{E4110397-4FAE-4121-AFF5-44AD3A397E84}"/>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24" name="직사각형 23">
            <a:extLst>
              <a:ext uri="{FF2B5EF4-FFF2-40B4-BE49-F238E27FC236}">
                <a16:creationId xmlns:a16="http://schemas.microsoft.com/office/drawing/2014/main" id="{90D35DEC-142E-4BAB-9755-542E03AD1D3D}"/>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Terraform으로 인프라 구성 자동화</a:t>
            </a:r>
          </a:p>
        </p:txBody>
      </p:sp>
      <p:sp>
        <p:nvSpPr>
          <p:cNvPr id="25" name="직사각형 24">
            <a:extLst>
              <a:ext uri="{FF2B5EF4-FFF2-40B4-BE49-F238E27FC236}">
                <a16:creationId xmlns:a16="http://schemas.microsoft.com/office/drawing/2014/main" id="{4794441C-1C3F-44F6-A817-DD8AC5A7F256}"/>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네트워크부터 서버·보안 규칙까지 코드와 구성값으로 관리</a:t>
            </a:r>
          </a:p>
        </p:txBody>
      </p:sp>
      <p:sp>
        <p:nvSpPr>
          <p:cNvPr id="26" name="직사각형 25">
            <a:extLst>
              <a:ext uri="{FF2B5EF4-FFF2-40B4-BE49-F238E27FC236}">
                <a16:creationId xmlns:a16="http://schemas.microsoft.com/office/drawing/2014/main" id="{EB85A4FC-8F76-45DC-92CF-EF89A7DF9A3A}"/>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27" name="직사각형 26">
            <a:extLst>
              <a:ext uri="{FF2B5EF4-FFF2-40B4-BE49-F238E27FC236}">
                <a16:creationId xmlns:a16="http://schemas.microsoft.com/office/drawing/2014/main" id="{A1A8F8CF-0709-41FE-B7E7-83EE8F4EF19C}"/>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08</a:t>
            </a:r>
          </a:p>
        </p:txBody>
      </p:sp>
      <p:sp>
        <p:nvSpPr>
          <p:cNvPr id="28" name="직사각형 27">
            <a:extLst>
              <a:ext uri="{FF2B5EF4-FFF2-40B4-BE49-F238E27FC236}">
                <a16:creationId xmlns:a16="http://schemas.microsoft.com/office/drawing/2014/main" id="{72618DB9-12DC-4477-B83F-40B983894D75}"/>
              </a:ext>
            </a:extLst>
          </p:cNvPr>
          <p:cNvSpPr>
            <a:spLocks noGrp="1"/>
          </p:cNvSpPr>
          <p:nvPr/>
        </p:nvSpPr>
        <p:spPr>
          <a:xfrm>
            <a:off x="1381125" y="2714625"/>
            <a:ext cx="2190750" cy="1190625"/>
          </a:xfrm>
          <a:prstGeom prst="rect">
            <a:avLst/>
          </a:prstGeom>
          <a:solidFill>
            <a:srgbClr val="F4EDDC"/>
          </a:solidFill>
          <a:ln w="0">
            <a:noFill/>
          </a:ln>
        </p:spPr>
        <p:txBody>
          <a:bodyPr/>
          <a:lstStyle/>
          <a:p>
            <a:endParaRPr lang="ko-KR" altLang="en-US"/>
          </a:p>
        </p:txBody>
      </p:sp>
      <p:sp>
        <p:nvSpPr>
          <p:cNvPr id="29" name="직사각형 28">
            <a:extLst>
              <a:ext uri="{FF2B5EF4-FFF2-40B4-BE49-F238E27FC236}">
                <a16:creationId xmlns:a16="http://schemas.microsoft.com/office/drawing/2014/main" id="{5F332FA8-FCCD-4C76-B62A-08F3C58D8731}"/>
              </a:ext>
            </a:extLst>
          </p:cNvPr>
          <p:cNvSpPr>
            <a:spLocks noGrp="1"/>
          </p:cNvSpPr>
          <p:nvPr/>
        </p:nvSpPr>
        <p:spPr>
          <a:xfrm>
            <a:off x="14954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foundation</a:t>
            </a:r>
          </a:p>
        </p:txBody>
      </p:sp>
      <p:sp>
        <p:nvSpPr>
          <p:cNvPr id="30" name="직사각형 29">
            <a:extLst>
              <a:ext uri="{FF2B5EF4-FFF2-40B4-BE49-F238E27FC236}">
                <a16:creationId xmlns:a16="http://schemas.microsoft.com/office/drawing/2014/main" id="{7CD1298E-0030-45C1-A27D-EFD5281D2490}"/>
              </a:ext>
            </a:extLst>
          </p:cNvPr>
          <p:cNvSpPr>
            <a:spLocks noGrp="1"/>
          </p:cNvSpPr>
          <p:nvPr/>
        </p:nvSpPr>
        <p:spPr>
          <a:xfrm>
            <a:off x="1495425" y="3257550"/>
            <a:ext cx="1962150" cy="61912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네트워크 기반</a:t>
            </a:r>
          </a:p>
        </p:txBody>
      </p:sp>
      <p:sp>
        <p:nvSpPr>
          <p:cNvPr id="31" name="오른쪽 화살표[R] 30">
            <a:extLst>
              <a:ext uri="{FF2B5EF4-FFF2-40B4-BE49-F238E27FC236}">
                <a16:creationId xmlns:a16="http://schemas.microsoft.com/office/drawing/2014/main" id="{65B59D9B-451C-4649-ADF7-4D95D41F355C}"/>
              </a:ext>
            </a:extLst>
          </p:cNvPr>
          <p:cNvSpPr>
            <a:spLocks noGrp="1"/>
          </p:cNvSpPr>
          <p:nvPr/>
        </p:nvSpPr>
        <p:spPr>
          <a:xfrm>
            <a:off x="3590925" y="3238500"/>
            <a:ext cx="266700" cy="171450"/>
          </a:xfrm>
          <a:prstGeom prst="rightArrow">
            <a:avLst/>
          </a:prstGeom>
          <a:solidFill>
            <a:srgbClr val="008F90"/>
          </a:solidFill>
          <a:ln w="0">
            <a:noFill/>
          </a:ln>
        </p:spPr>
        <p:txBody>
          <a:bodyPr/>
          <a:lstStyle/>
          <a:p>
            <a:endParaRPr lang="ko-KR" altLang="en-US"/>
          </a:p>
        </p:txBody>
      </p:sp>
      <p:sp>
        <p:nvSpPr>
          <p:cNvPr id="32" name="직사각형 31">
            <a:extLst>
              <a:ext uri="{FF2B5EF4-FFF2-40B4-BE49-F238E27FC236}">
                <a16:creationId xmlns:a16="http://schemas.microsoft.com/office/drawing/2014/main" id="{D2C53354-17D0-4BFF-AB09-79BFD0D4D50E}"/>
              </a:ext>
            </a:extLst>
          </p:cNvPr>
          <p:cNvSpPr>
            <a:spLocks noGrp="1"/>
          </p:cNvSpPr>
          <p:nvPr/>
        </p:nvSpPr>
        <p:spPr>
          <a:xfrm>
            <a:off x="3743325" y="2714625"/>
            <a:ext cx="2190750" cy="1190625"/>
          </a:xfrm>
          <a:prstGeom prst="rect">
            <a:avLst/>
          </a:prstGeom>
          <a:solidFill>
            <a:srgbClr val="F4EDDC"/>
          </a:solidFill>
          <a:ln w="0">
            <a:noFill/>
          </a:ln>
        </p:spPr>
        <p:txBody>
          <a:bodyPr/>
          <a:lstStyle/>
          <a:p>
            <a:endParaRPr lang="ko-KR" altLang="en-US"/>
          </a:p>
        </p:txBody>
      </p:sp>
      <p:sp>
        <p:nvSpPr>
          <p:cNvPr id="33" name="직사각형 32">
            <a:extLst>
              <a:ext uri="{FF2B5EF4-FFF2-40B4-BE49-F238E27FC236}">
                <a16:creationId xmlns:a16="http://schemas.microsoft.com/office/drawing/2014/main" id="{6BB19586-C48D-42CF-BB28-F787C1677AED}"/>
              </a:ext>
            </a:extLst>
          </p:cNvPr>
          <p:cNvSpPr>
            <a:spLocks noGrp="1"/>
          </p:cNvSpPr>
          <p:nvPr/>
        </p:nvSpPr>
        <p:spPr>
          <a:xfrm>
            <a:off x="38576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connectivity</a:t>
            </a:r>
          </a:p>
        </p:txBody>
      </p:sp>
      <p:sp>
        <p:nvSpPr>
          <p:cNvPr id="34" name="직사각형 33">
            <a:extLst>
              <a:ext uri="{FF2B5EF4-FFF2-40B4-BE49-F238E27FC236}">
                <a16:creationId xmlns:a16="http://schemas.microsoft.com/office/drawing/2014/main" id="{96BCBB8E-4FBD-41BC-B304-DEA61DB268F5}"/>
              </a:ext>
            </a:extLst>
          </p:cNvPr>
          <p:cNvSpPr>
            <a:spLocks noGrp="1"/>
          </p:cNvSpPr>
          <p:nvPr/>
        </p:nvSpPr>
        <p:spPr>
          <a:xfrm>
            <a:off x="3857625" y="3257550"/>
            <a:ext cx="1962150" cy="61912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계정 간 연결</a:t>
            </a:r>
          </a:p>
        </p:txBody>
      </p:sp>
      <p:sp>
        <p:nvSpPr>
          <p:cNvPr id="35" name="오른쪽 화살표[R] 34">
            <a:extLst>
              <a:ext uri="{FF2B5EF4-FFF2-40B4-BE49-F238E27FC236}">
                <a16:creationId xmlns:a16="http://schemas.microsoft.com/office/drawing/2014/main" id="{F0AD83E5-F9A4-4D5C-8AC7-DF8D45F741B6}"/>
              </a:ext>
            </a:extLst>
          </p:cNvPr>
          <p:cNvSpPr>
            <a:spLocks noGrp="1"/>
          </p:cNvSpPr>
          <p:nvPr/>
        </p:nvSpPr>
        <p:spPr>
          <a:xfrm>
            <a:off x="5953125" y="3238500"/>
            <a:ext cx="266700" cy="171450"/>
          </a:xfrm>
          <a:prstGeom prst="rightArrow">
            <a:avLst/>
          </a:prstGeom>
          <a:solidFill>
            <a:srgbClr val="008F90"/>
          </a:solidFill>
          <a:ln w="0">
            <a:noFill/>
          </a:ln>
        </p:spPr>
        <p:txBody>
          <a:bodyPr/>
          <a:lstStyle/>
          <a:p>
            <a:endParaRPr lang="ko-KR" altLang="en-US"/>
          </a:p>
        </p:txBody>
      </p:sp>
      <p:sp>
        <p:nvSpPr>
          <p:cNvPr id="36" name="직사각형 35">
            <a:extLst>
              <a:ext uri="{FF2B5EF4-FFF2-40B4-BE49-F238E27FC236}">
                <a16:creationId xmlns:a16="http://schemas.microsoft.com/office/drawing/2014/main" id="{FF4960E7-2269-42B0-85C3-A29F955D10A0}"/>
              </a:ext>
            </a:extLst>
          </p:cNvPr>
          <p:cNvSpPr>
            <a:spLocks noGrp="1"/>
          </p:cNvSpPr>
          <p:nvPr/>
        </p:nvSpPr>
        <p:spPr>
          <a:xfrm>
            <a:off x="6105525" y="2714625"/>
            <a:ext cx="2190750" cy="1190625"/>
          </a:xfrm>
          <a:prstGeom prst="rect">
            <a:avLst/>
          </a:prstGeom>
          <a:solidFill>
            <a:srgbClr val="F4EDDC"/>
          </a:solidFill>
          <a:ln w="0">
            <a:noFill/>
          </a:ln>
        </p:spPr>
        <p:txBody>
          <a:bodyPr/>
          <a:lstStyle/>
          <a:p>
            <a:endParaRPr lang="ko-KR" altLang="en-US"/>
          </a:p>
        </p:txBody>
      </p:sp>
      <p:sp>
        <p:nvSpPr>
          <p:cNvPr id="37" name="직사각형 36">
            <a:extLst>
              <a:ext uri="{FF2B5EF4-FFF2-40B4-BE49-F238E27FC236}">
                <a16:creationId xmlns:a16="http://schemas.microsoft.com/office/drawing/2014/main" id="{6D270DC6-B36B-4EFB-BF7A-58D78FA2604A}"/>
              </a:ext>
            </a:extLst>
          </p:cNvPr>
          <p:cNvSpPr>
            <a:spLocks noGrp="1"/>
          </p:cNvSpPr>
          <p:nvPr/>
        </p:nvSpPr>
        <p:spPr>
          <a:xfrm>
            <a:off x="62198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workload</a:t>
            </a:r>
          </a:p>
        </p:txBody>
      </p:sp>
      <p:sp>
        <p:nvSpPr>
          <p:cNvPr id="38" name="직사각형 37">
            <a:extLst>
              <a:ext uri="{FF2B5EF4-FFF2-40B4-BE49-F238E27FC236}">
                <a16:creationId xmlns:a16="http://schemas.microsoft.com/office/drawing/2014/main" id="{9A51101D-4334-4B7A-B824-E61ED760BD7B}"/>
              </a:ext>
            </a:extLst>
          </p:cNvPr>
          <p:cNvSpPr>
            <a:spLocks noGrp="1"/>
          </p:cNvSpPr>
          <p:nvPr/>
        </p:nvSpPr>
        <p:spPr>
          <a:xfrm>
            <a:off x="6219825" y="3257550"/>
            <a:ext cx="1962150" cy="61912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서버·보안 규칙</a:t>
            </a:r>
          </a:p>
        </p:txBody>
      </p:sp>
      <p:sp>
        <p:nvSpPr>
          <p:cNvPr id="39" name="오른쪽 화살표[R] 38">
            <a:extLst>
              <a:ext uri="{FF2B5EF4-FFF2-40B4-BE49-F238E27FC236}">
                <a16:creationId xmlns:a16="http://schemas.microsoft.com/office/drawing/2014/main" id="{5634B9D6-8288-4987-A6FB-065F190CD787}"/>
              </a:ext>
            </a:extLst>
          </p:cNvPr>
          <p:cNvSpPr>
            <a:spLocks noGrp="1"/>
          </p:cNvSpPr>
          <p:nvPr/>
        </p:nvSpPr>
        <p:spPr>
          <a:xfrm>
            <a:off x="8315325" y="3238500"/>
            <a:ext cx="266700" cy="171450"/>
          </a:xfrm>
          <a:prstGeom prst="rightArrow">
            <a:avLst/>
          </a:prstGeom>
          <a:solidFill>
            <a:srgbClr val="008F90"/>
          </a:solidFill>
          <a:ln w="0">
            <a:noFill/>
          </a:ln>
        </p:spPr>
        <p:txBody>
          <a:bodyPr/>
          <a:lstStyle/>
          <a:p>
            <a:endParaRPr lang="ko-KR" altLang="en-US"/>
          </a:p>
        </p:txBody>
      </p:sp>
      <p:sp>
        <p:nvSpPr>
          <p:cNvPr id="40" name="직사각형 39">
            <a:extLst>
              <a:ext uri="{FF2B5EF4-FFF2-40B4-BE49-F238E27FC236}">
                <a16:creationId xmlns:a16="http://schemas.microsoft.com/office/drawing/2014/main" id="{7134F618-0D93-487B-ABC5-70D65AECA256}"/>
              </a:ext>
            </a:extLst>
          </p:cNvPr>
          <p:cNvSpPr>
            <a:spLocks noGrp="1"/>
          </p:cNvSpPr>
          <p:nvPr/>
        </p:nvSpPr>
        <p:spPr>
          <a:xfrm>
            <a:off x="8467725" y="2714625"/>
            <a:ext cx="2190750" cy="1190625"/>
          </a:xfrm>
          <a:prstGeom prst="rect">
            <a:avLst/>
          </a:prstGeom>
          <a:solidFill>
            <a:srgbClr val="F4EDDC"/>
          </a:solidFill>
          <a:ln w="0">
            <a:noFill/>
          </a:ln>
        </p:spPr>
        <p:txBody>
          <a:bodyPr/>
          <a:lstStyle/>
          <a:p>
            <a:endParaRPr lang="ko-KR" altLang="en-US"/>
          </a:p>
        </p:txBody>
      </p:sp>
      <p:sp>
        <p:nvSpPr>
          <p:cNvPr id="41" name="직사각형 40">
            <a:extLst>
              <a:ext uri="{FF2B5EF4-FFF2-40B4-BE49-F238E27FC236}">
                <a16:creationId xmlns:a16="http://schemas.microsoft.com/office/drawing/2014/main" id="{5B47F678-2CE0-483E-83A5-AE4C16CC7A1C}"/>
              </a:ext>
            </a:extLst>
          </p:cNvPr>
          <p:cNvSpPr>
            <a:spLocks noGrp="1"/>
          </p:cNvSpPr>
          <p:nvPr/>
        </p:nvSpPr>
        <p:spPr>
          <a:xfrm>
            <a:off x="85820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bastion</a:t>
            </a:r>
          </a:p>
        </p:txBody>
      </p:sp>
      <p:sp>
        <p:nvSpPr>
          <p:cNvPr id="42" name="직사각형 41">
            <a:extLst>
              <a:ext uri="{FF2B5EF4-FFF2-40B4-BE49-F238E27FC236}">
                <a16:creationId xmlns:a16="http://schemas.microsoft.com/office/drawing/2014/main" id="{5833DC14-EA2B-4ED0-98F1-6CEEF4BD3C95}"/>
              </a:ext>
            </a:extLst>
          </p:cNvPr>
          <p:cNvSpPr>
            <a:spLocks noGrp="1"/>
          </p:cNvSpPr>
          <p:nvPr/>
        </p:nvSpPr>
        <p:spPr>
          <a:xfrm>
            <a:off x="8582025" y="3257550"/>
            <a:ext cx="1962150" cy="61912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관리 접속</a:t>
            </a:r>
          </a:p>
        </p:txBody>
      </p:sp>
      <p:sp>
        <p:nvSpPr>
          <p:cNvPr id="43" name="직사각형 42">
            <a:extLst>
              <a:ext uri="{FF2B5EF4-FFF2-40B4-BE49-F238E27FC236}">
                <a16:creationId xmlns:a16="http://schemas.microsoft.com/office/drawing/2014/main" id="{DFEFBC8A-72D8-4969-9A35-EDBD754B81E8}"/>
              </a:ext>
            </a:extLst>
          </p:cNvPr>
          <p:cNvSpPr>
            <a:spLocks noGrp="1"/>
          </p:cNvSpPr>
          <p:nvPr/>
        </p:nvSpPr>
        <p:spPr>
          <a:xfrm>
            <a:off x="1476375" y="4286250"/>
            <a:ext cx="47625" cy="914400"/>
          </a:xfrm>
          <a:prstGeom prst="rect">
            <a:avLst/>
          </a:prstGeom>
          <a:solidFill>
            <a:srgbClr val="008F90"/>
          </a:solidFill>
          <a:ln w="0">
            <a:noFill/>
          </a:ln>
        </p:spPr>
        <p:txBody>
          <a:bodyPr/>
          <a:lstStyle/>
          <a:p>
            <a:endParaRPr lang="ko-KR" altLang="en-US"/>
          </a:p>
        </p:txBody>
      </p:sp>
      <p:sp>
        <p:nvSpPr>
          <p:cNvPr id="44" name="직사각형 43">
            <a:extLst>
              <a:ext uri="{FF2B5EF4-FFF2-40B4-BE49-F238E27FC236}">
                <a16:creationId xmlns:a16="http://schemas.microsoft.com/office/drawing/2014/main" id="{A9C8A7D5-025F-4DE8-8C3F-0CBB4C9AD69F}"/>
              </a:ext>
            </a:extLst>
          </p:cNvPr>
          <p:cNvSpPr>
            <a:spLocks noGrp="1"/>
          </p:cNvSpPr>
          <p:nvPr/>
        </p:nvSpPr>
        <p:spPr>
          <a:xfrm>
            <a:off x="1638300" y="42576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구성값 분리</a:t>
            </a:r>
          </a:p>
        </p:txBody>
      </p:sp>
      <p:sp>
        <p:nvSpPr>
          <p:cNvPr id="45" name="직사각형 44">
            <a:extLst>
              <a:ext uri="{FF2B5EF4-FFF2-40B4-BE49-F238E27FC236}">
                <a16:creationId xmlns:a16="http://schemas.microsoft.com/office/drawing/2014/main" id="{7563C08C-021A-4AF8-8BF8-FE0FC161D521}"/>
              </a:ext>
            </a:extLst>
          </p:cNvPr>
          <p:cNvSpPr>
            <a:spLocks noGrp="1"/>
          </p:cNvSpPr>
          <p:nvPr/>
        </p:nvSpPr>
        <p:spPr>
          <a:xfrm>
            <a:off x="1638300" y="46672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topology: 계정·노드·사양·디스크</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traffic: 역할별 연결·허용 범위</a:t>
            </a:r>
          </a:p>
        </p:txBody>
      </p:sp>
      <p:sp>
        <p:nvSpPr>
          <p:cNvPr id="46" name="직사각형 45">
            <a:extLst>
              <a:ext uri="{FF2B5EF4-FFF2-40B4-BE49-F238E27FC236}">
                <a16:creationId xmlns:a16="http://schemas.microsoft.com/office/drawing/2014/main" id="{7489292D-C39D-4551-A98F-106DA62829A3}"/>
              </a:ext>
            </a:extLst>
          </p:cNvPr>
          <p:cNvSpPr>
            <a:spLocks noGrp="1"/>
          </p:cNvSpPr>
          <p:nvPr/>
        </p:nvSpPr>
        <p:spPr>
          <a:xfrm>
            <a:off x="6191250" y="4286250"/>
            <a:ext cx="47625" cy="914400"/>
          </a:xfrm>
          <a:prstGeom prst="rect">
            <a:avLst/>
          </a:prstGeom>
          <a:solidFill>
            <a:srgbClr val="008F90"/>
          </a:solidFill>
          <a:ln w="0">
            <a:noFill/>
          </a:ln>
        </p:spPr>
        <p:txBody>
          <a:bodyPr/>
          <a:lstStyle/>
          <a:p>
            <a:endParaRPr lang="ko-KR" altLang="en-US"/>
          </a:p>
        </p:txBody>
      </p:sp>
      <p:sp>
        <p:nvSpPr>
          <p:cNvPr id="47" name="직사각형 46">
            <a:extLst>
              <a:ext uri="{FF2B5EF4-FFF2-40B4-BE49-F238E27FC236}">
                <a16:creationId xmlns:a16="http://schemas.microsoft.com/office/drawing/2014/main" id="{5A5E8266-69F7-4960-B55F-09F844D531FC}"/>
              </a:ext>
            </a:extLst>
          </p:cNvPr>
          <p:cNvSpPr>
            <a:spLocks noGrp="1"/>
          </p:cNvSpPr>
          <p:nvPr/>
        </p:nvSpPr>
        <p:spPr>
          <a:xfrm>
            <a:off x="6353175" y="42576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변경 적용</a:t>
            </a:r>
          </a:p>
        </p:txBody>
      </p:sp>
      <p:sp>
        <p:nvSpPr>
          <p:cNvPr id="48" name="직사각형 47">
            <a:extLst>
              <a:ext uri="{FF2B5EF4-FFF2-40B4-BE49-F238E27FC236}">
                <a16:creationId xmlns:a16="http://schemas.microsoft.com/office/drawing/2014/main" id="{E56CCE5D-1B61-4ECC-87C8-EF53872AD3E8}"/>
              </a:ext>
            </a:extLst>
          </p:cNvPr>
          <p:cNvSpPr>
            <a:spLocks noGrp="1"/>
          </p:cNvSpPr>
          <p:nvPr/>
        </p:nvSpPr>
        <p:spPr>
          <a:xfrm>
            <a:off x="6353175" y="46672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단계별 Plan을 확인하고 Apply</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PowerShell로 실행 흐름 연결</a:t>
            </a:r>
          </a:p>
        </p:txBody>
      </p:sp>
    </p:spTree>
    <p:extLst>
      <p:ext uri="{BB962C8B-B14F-4D97-AF65-F5344CB8AC3E}">
        <p14:creationId xmlns:p14="http://schemas.microsoft.com/office/powerpoint/2010/main" val="980574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C8F1705F-5A6C-4AF4-A397-C58B44B7DD39}"/>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777DAF76-262F-491D-B3A6-4FC044F448F3}"/>
              </a:ext>
            </a:extLst>
          </p:cNvPr>
          <p:cNvSpPr>
            <a:spLocks noGrp="1"/>
          </p:cNvSpPr>
          <p:nvPr/>
        </p:nvSpPr>
        <p:spPr>
          <a:xfrm>
            <a:off x="571500" y="6305550"/>
            <a:ext cx="11049000" cy="9525"/>
          </a:xfrm>
          <a:prstGeom prst="rect">
            <a:avLst/>
          </a:prstGeom>
          <a:noFill/>
          <a:ln w="0">
            <a:noFill/>
          </a:ln>
        </p:spPr>
        <p:txBody>
          <a:bodyPr/>
          <a:lstStyle/>
          <a:p>
            <a:endParaRPr lang="ko-KR" altLang="en-US"/>
          </a:p>
        </p:txBody>
      </p:sp>
      <p:pic>
        <p:nvPicPr>
          <p:cNvPr id="11" name="그림 10">
            <a:extLst>
              <a:ext uri="{FF2B5EF4-FFF2-40B4-BE49-F238E27FC236}">
                <a16:creationId xmlns:a16="http://schemas.microsoft.com/office/drawing/2014/main" id="{67CB2E57-656B-40FD-91B8-0432D531C162}"/>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12" name="직사각형 11">
            <a:extLst>
              <a:ext uri="{FF2B5EF4-FFF2-40B4-BE49-F238E27FC236}">
                <a16:creationId xmlns:a16="http://schemas.microsoft.com/office/drawing/2014/main" id="{140C3BDC-EE02-4931-8ADC-220F2D3BE8AE}"/>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13" name="직사각형 12">
            <a:extLst>
              <a:ext uri="{FF2B5EF4-FFF2-40B4-BE49-F238E27FC236}">
                <a16:creationId xmlns:a16="http://schemas.microsoft.com/office/drawing/2014/main" id="{66E098C3-EC8A-44BF-8028-3316398A711E}"/>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Ansible로 서버 설정 자동화</a:t>
            </a:r>
          </a:p>
        </p:txBody>
      </p:sp>
      <p:sp>
        <p:nvSpPr>
          <p:cNvPr id="14" name="직사각형 13">
            <a:extLst>
              <a:ext uri="{FF2B5EF4-FFF2-40B4-BE49-F238E27FC236}">
                <a16:creationId xmlns:a16="http://schemas.microsoft.com/office/drawing/2014/main" id="{FB10E45B-2F34-4CE9-9578-CF6DFF353C69}"/>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실제 서버 주소로 인벤토리를 만들고 역할별 설정 적용</a:t>
            </a:r>
          </a:p>
        </p:txBody>
      </p:sp>
      <p:sp>
        <p:nvSpPr>
          <p:cNvPr id="15" name="직사각형 14">
            <a:extLst>
              <a:ext uri="{FF2B5EF4-FFF2-40B4-BE49-F238E27FC236}">
                <a16:creationId xmlns:a16="http://schemas.microsoft.com/office/drawing/2014/main" id="{2F3FE927-4B34-4392-9A7E-F18CF503D689}"/>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16" name="직사각형 15">
            <a:extLst>
              <a:ext uri="{FF2B5EF4-FFF2-40B4-BE49-F238E27FC236}">
                <a16:creationId xmlns:a16="http://schemas.microsoft.com/office/drawing/2014/main" id="{8E856D0B-A1A9-43F5-A766-568F4D7F8293}"/>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09</a:t>
            </a:r>
          </a:p>
        </p:txBody>
      </p:sp>
      <p:sp>
        <p:nvSpPr>
          <p:cNvPr id="17" name="직사각형 16">
            <a:extLst>
              <a:ext uri="{FF2B5EF4-FFF2-40B4-BE49-F238E27FC236}">
                <a16:creationId xmlns:a16="http://schemas.microsoft.com/office/drawing/2014/main" id="{EB3EE4E9-8074-4CCB-B55B-84AEE88F57F8}"/>
              </a:ext>
            </a:extLst>
          </p:cNvPr>
          <p:cNvSpPr>
            <a:spLocks noGrp="1"/>
          </p:cNvSpPr>
          <p:nvPr/>
        </p:nvSpPr>
        <p:spPr>
          <a:xfrm>
            <a:off x="1381125" y="2714625"/>
            <a:ext cx="2667000" cy="1333500"/>
          </a:xfrm>
          <a:prstGeom prst="rect">
            <a:avLst/>
          </a:prstGeom>
          <a:solidFill>
            <a:srgbClr val="F4EDDC"/>
          </a:solidFill>
          <a:ln w="0">
            <a:noFill/>
          </a:ln>
        </p:spPr>
        <p:txBody>
          <a:bodyPr/>
          <a:lstStyle/>
          <a:p>
            <a:endParaRPr lang="ko-KR" altLang="en-US"/>
          </a:p>
        </p:txBody>
      </p:sp>
      <p:sp>
        <p:nvSpPr>
          <p:cNvPr id="18" name="직사각형 17">
            <a:extLst>
              <a:ext uri="{FF2B5EF4-FFF2-40B4-BE49-F238E27FC236}">
                <a16:creationId xmlns:a16="http://schemas.microsoft.com/office/drawing/2014/main" id="{8CBC2DA0-5A38-4D53-9E61-B1F343DE5B65}"/>
              </a:ext>
            </a:extLst>
          </p:cNvPr>
          <p:cNvSpPr>
            <a:spLocks noGrp="1"/>
          </p:cNvSpPr>
          <p:nvPr/>
        </p:nvSpPr>
        <p:spPr>
          <a:xfrm>
            <a:off x="1495425" y="282892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구성 입력</a:t>
            </a:r>
          </a:p>
        </p:txBody>
      </p:sp>
      <p:sp>
        <p:nvSpPr>
          <p:cNvPr id="19" name="직사각형 18">
            <a:extLst>
              <a:ext uri="{FF2B5EF4-FFF2-40B4-BE49-F238E27FC236}">
                <a16:creationId xmlns:a16="http://schemas.microsoft.com/office/drawing/2014/main" id="{E07EB48D-0F1D-4C38-AAD2-CD7C102A529F}"/>
              </a:ext>
            </a:extLst>
          </p:cNvPr>
          <p:cNvSpPr>
            <a:spLocks noGrp="1"/>
          </p:cNvSpPr>
          <p:nvPr/>
        </p:nvSpPr>
        <p:spPr>
          <a:xfrm>
            <a:off x="1495425" y="3257550"/>
            <a:ext cx="2438400" cy="76200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topology · traffic</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platform.json</a:t>
            </a:r>
          </a:p>
        </p:txBody>
      </p:sp>
      <p:sp>
        <p:nvSpPr>
          <p:cNvPr id="20" name="오른쪽 화살표[R] 19">
            <a:extLst>
              <a:ext uri="{FF2B5EF4-FFF2-40B4-BE49-F238E27FC236}">
                <a16:creationId xmlns:a16="http://schemas.microsoft.com/office/drawing/2014/main" id="{A2C73999-A0C8-4FCC-8D52-728025817941}"/>
              </a:ext>
            </a:extLst>
          </p:cNvPr>
          <p:cNvSpPr>
            <a:spLocks noGrp="1"/>
          </p:cNvSpPr>
          <p:nvPr/>
        </p:nvSpPr>
        <p:spPr>
          <a:xfrm>
            <a:off x="4162425" y="3286125"/>
            <a:ext cx="266700" cy="171450"/>
          </a:xfrm>
          <a:prstGeom prst="rightArrow">
            <a:avLst/>
          </a:prstGeom>
          <a:solidFill>
            <a:srgbClr val="008F90"/>
          </a:solidFill>
          <a:ln w="0">
            <a:noFill/>
          </a:ln>
        </p:spPr>
        <p:txBody>
          <a:bodyPr/>
          <a:lstStyle/>
          <a:p>
            <a:endParaRPr lang="ko-KR" altLang="en-US"/>
          </a:p>
        </p:txBody>
      </p:sp>
      <p:sp>
        <p:nvSpPr>
          <p:cNvPr id="21" name="직사각형 20">
            <a:extLst>
              <a:ext uri="{FF2B5EF4-FFF2-40B4-BE49-F238E27FC236}">
                <a16:creationId xmlns:a16="http://schemas.microsoft.com/office/drawing/2014/main" id="{1D00C03A-F7DD-46D8-BA15-210E3500A0AE}"/>
              </a:ext>
            </a:extLst>
          </p:cNvPr>
          <p:cNvSpPr>
            <a:spLocks noGrp="1"/>
          </p:cNvSpPr>
          <p:nvPr/>
        </p:nvSpPr>
        <p:spPr>
          <a:xfrm>
            <a:off x="4572000" y="2714625"/>
            <a:ext cx="2667000" cy="1333500"/>
          </a:xfrm>
          <a:prstGeom prst="rect">
            <a:avLst/>
          </a:prstGeom>
          <a:solidFill>
            <a:srgbClr val="F4EDDC"/>
          </a:solidFill>
          <a:ln w="0">
            <a:noFill/>
          </a:ln>
        </p:spPr>
        <p:txBody>
          <a:bodyPr/>
          <a:lstStyle/>
          <a:p>
            <a:endParaRPr lang="ko-KR" altLang="en-US"/>
          </a:p>
        </p:txBody>
      </p:sp>
      <p:sp>
        <p:nvSpPr>
          <p:cNvPr id="22" name="직사각형 21">
            <a:extLst>
              <a:ext uri="{FF2B5EF4-FFF2-40B4-BE49-F238E27FC236}">
                <a16:creationId xmlns:a16="http://schemas.microsoft.com/office/drawing/2014/main" id="{234CCE10-908D-4488-B91A-C60ECB88F278}"/>
              </a:ext>
            </a:extLst>
          </p:cNvPr>
          <p:cNvSpPr>
            <a:spLocks noGrp="1"/>
          </p:cNvSpPr>
          <p:nvPr/>
        </p:nvSpPr>
        <p:spPr>
          <a:xfrm>
            <a:off x="4686300" y="2828925"/>
            <a:ext cx="24384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Inventory</a:t>
            </a:r>
          </a:p>
        </p:txBody>
      </p:sp>
      <p:sp>
        <p:nvSpPr>
          <p:cNvPr id="23" name="직사각형 22">
            <a:extLst>
              <a:ext uri="{FF2B5EF4-FFF2-40B4-BE49-F238E27FC236}">
                <a16:creationId xmlns:a16="http://schemas.microsoft.com/office/drawing/2014/main" id="{979CD244-653F-425A-9093-9D3151CF355F}"/>
              </a:ext>
            </a:extLst>
          </p:cNvPr>
          <p:cNvSpPr>
            <a:spLocks noGrp="1"/>
          </p:cNvSpPr>
          <p:nvPr/>
        </p:nvSpPr>
        <p:spPr>
          <a:xfrm>
            <a:off x="4686300" y="3257550"/>
            <a:ext cx="2438400" cy="76200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Terraform 자원 정보</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AWS 현재 주소 확인</a:t>
            </a:r>
          </a:p>
        </p:txBody>
      </p:sp>
      <p:sp>
        <p:nvSpPr>
          <p:cNvPr id="24" name="오른쪽 화살표[R] 23">
            <a:extLst>
              <a:ext uri="{FF2B5EF4-FFF2-40B4-BE49-F238E27FC236}">
                <a16:creationId xmlns:a16="http://schemas.microsoft.com/office/drawing/2014/main" id="{DA7D104B-C658-4041-80DF-A69858576FE5}"/>
              </a:ext>
            </a:extLst>
          </p:cNvPr>
          <p:cNvSpPr>
            <a:spLocks noGrp="1"/>
          </p:cNvSpPr>
          <p:nvPr/>
        </p:nvSpPr>
        <p:spPr>
          <a:xfrm>
            <a:off x="7353300" y="3286125"/>
            <a:ext cx="266700" cy="171450"/>
          </a:xfrm>
          <a:prstGeom prst="rightArrow">
            <a:avLst/>
          </a:prstGeom>
          <a:solidFill>
            <a:srgbClr val="008F90"/>
          </a:solidFill>
          <a:ln w="0">
            <a:noFill/>
          </a:ln>
        </p:spPr>
        <p:txBody>
          <a:bodyPr/>
          <a:lstStyle/>
          <a:p>
            <a:endParaRPr lang="ko-KR" altLang="en-US"/>
          </a:p>
        </p:txBody>
      </p:sp>
      <p:sp>
        <p:nvSpPr>
          <p:cNvPr id="25" name="직사각형 24">
            <a:extLst>
              <a:ext uri="{FF2B5EF4-FFF2-40B4-BE49-F238E27FC236}">
                <a16:creationId xmlns:a16="http://schemas.microsoft.com/office/drawing/2014/main" id="{DE4F738D-AFBE-46A8-B210-9058501E8B99}"/>
              </a:ext>
            </a:extLst>
          </p:cNvPr>
          <p:cNvSpPr>
            <a:spLocks noGrp="1"/>
          </p:cNvSpPr>
          <p:nvPr/>
        </p:nvSpPr>
        <p:spPr>
          <a:xfrm>
            <a:off x="7762875" y="2714625"/>
            <a:ext cx="2857500" cy="1333500"/>
          </a:xfrm>
          <a:prstGeom prst="rect">
            <a:avLst/>
          </a:prstGeom>
          <a:solidFill>
            <a:srgbClr val="F4EDDC"/>
          </a:solidFill>
          <a:ln w="0">
            <a:noFill/>
          </a:ln>
        </p:spPr>
        <p:txBody>
          <a:bodyPr/>
          <a:lstStyle/>
          <a:p>
            <a:endParaRPr lang="ko-KR" altLang="en-US"/>
          </a:p>
        </p:txBody>
      </p:sp>
      <p:sp>
        <p:nvSpPr>
          <p:cNvPr id="26" name="직사각형 25">
            <a:extLst>
              <a:ext uri="{FF2B5EF4-FFF2-40B4-BE49-F238E27FC236}">
                <a16:creationId xmlns:a16="http://schemas.microsoft.com/office/drawing/2014/main" id="{F02C609B-81CF-4BD1-B9FC-FDEB2F327BFF}"/>
              </a:ext>
            </a:extLst>
          </p:cNvPr>
          <p:cNvSpPr>
            <a:spLocks noGrp="1"/>
          </p:cNvSpPr>
          <p:nvPr/>
        </p:nvSpPr>
        <p:spPr>
          <a:xfrm>
            <a:off x="7877175" y="2828925"/>
            <a:ext cx="262890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Ansible 역할</a:t>
            </a:r>
          </a:p>
        </p:txBody>
      </p:sp>
      <p:sp>
        <p:nvSpPr>
          <p:cNvPr id="27" name="직사각형 26">
            <a:extLst>
              <a:ext uri="{FF2B5EF4-FFF2-40B4-BE49-F238E27FC236}">
                <a16:creationId xmlns:a16="http://schemas.microsoft.com/office/drawing/2014/main" id="{69141DCF-9705-4DAA-BA86-41155D1A6FB9}"/>
              </a:ext>
            </a:extLst>
          </p:cNvPr>
          <p:cNvSpPr>
            <a:spLocks noGrp="1"/>
          </p:cNvSpPr>
          <p:nvPr/>
        </p:nvSpPr>
        <p:spPr>
          <a:xfrm>
            <a:off x="7877175" y="3257550"/>
            <a:ext cx="2628900" cy="762000"/>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설치 · 설정 · 검증</a:t>
            </a:r>
          </a:p>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서비스별 작업 실행</a:t>
            </a:r>
          </a:p>
        </p:txBody>
      </p:sp>
      <p:sp>
        <p:nvSpPr>
          <p:cNvPr id="28" name="직사각형 27">
            <a:extLst>
              <a:ext uri="{FF2B5EF4-FFF2-40B4-BE49-F238E27FC236}">
                <a16:creationId xmlns:a16="http://schemas.microsoft.com/office/drawing/2014/main" id="{69822549-9C02-4190-965F-3BE9391640F6}"/>
              </a:ext>
            </a:extLst>
          </p:cNvPr>
          <p:cNvSpPr>
            <a:spLocks noGrp="1"/>
          </p:cNvSpPr>
          <p:nvPr/>
        </p:nvSpPr>
        <p:spPr>
          <a:xfrm>
            <a:off x="1476375" y="4448175"/>
            <a:ext cx="9144000" cy="523875"/>
          </a:xfrm>
          <a:prstGeom prst="rect">
            <a:avLst/>
          </a:prstGeom>
          <a:noFill/>
          <a:ln w="0">
            <a:noFill/>
          </a:ln>
        </p:spPr>
        <p:txBody>
          <a:bodyPr/>
          <a:lstStyle>
            <a:defPPr>
              <a:defRPr sz="2025" b="1">
                <a:solidFill>
                  <a:srgbClr val="008F90"/>
                </a:solidFill>
                <a:latin typeface="Malgun Gothic"/>
                <a:ea typeface="Malgun Gothic"/>
                <a:cs typeface="Malgun Gothic"/>
              </a:defRPr>
            </a:defPPr>
            <a:lvl1pPr>
              <a:buNone/>
              <a:defRPr sz="2025" b="1">
                <a:solidFill>
                  <a:srgbClr val="008F90"/>
                </a:solidFill>
                <a:latin typeface="Malgun Gothic"/>
                <a:ea typeface="Malgun Gothic"/>
                <a:cs typeface="Malgun Gothic"/>
              </a:defRPr>
            </a:lvl1pPr>
            <a:lvl2pPr>
              <a:buNone/>
              <a:defRPr sz="2025" b="1">
                <a:solidFill>
                  <a:srgbClr val="008F90"/>
                </a:solidFill>
                <a:latin typeface="Malgun Gothic"/>
                <a:ea typeface="Malgun Gothic"/>
                <a:cs typeface="Malgun Gothic"/>
              </a:defRPr>
            </a:lvl2pPr>
            <a:lvl3pPr>
              <a:buNone/>
              <a:defRPr sz="2025" b="1">
                <a:solidFill>
                  <a:srgbClr val="008F90"/>
                </a:solidFill>
                <a:latin typeface="Malgun Gothic"/>
                <a:ea typeface="Malgun Gothic"/>
                <a:cs typeface="Malgun Gothic"/>
              </a:defRPr>
            </a:lvl3pPr>
            <a:lvl4pPr>
              <a:buNone/>
              <a:defRPr sz="2025" b="1">
                <a:solidFill>
                  <a:srgbClr val="008F90"/>
                </a:solidFill>
                <a:latin typeface="Malgun Gothic"/>
                <a:ea typeface="Malgun Gothic"/>
                <a:cs typeface="Malgun Gothic"/>
              </a:defRPr>
            </a:lvl4pPr>
            <a:lvl5pPr>
              <a:buNone/>
              <a:defRPr sz="2025" b="1">
                <a:solidFill>
                  <a:srgbClr val="008F90"/>
                </a:solidFill>
                <a:latin typeface="Malgun Gothic"/>
                <a:ea typeface="Malgun Gothic"/>
                <a:cs typeface="Malgun Gothic"/>
              </a:defRPr>
            </a:lvl5pPr>
            <a:lvl6pPr>
              <a:buNone/>
              <a:defRPr sz="2025" b="1">
                <a:solidFill>
                  <a:srgbClr val="008F90"/>
                </a:solidFill>
                <a:latin typeface="Malgun Gothic"/>
                <a:ea typeface="Malgun Gothic"/>
                <a:cs typeface="Malgun Gothic"/>
              </a:defRPr>
            </a:lvl6pPr>
            <a:lvl7pPr>
              <a:buNone/>
              <a:defRPr sz="2025" b="1">
                <a:solidFill>
                  <a:srgbClr val="008F90"/>
                </a:solidFill>
                <a:latin typeface="Malgun Gothic"/>
                <a:ea typeface="Malgun Gothic"/>
                <a:cs typeface="Malgun Gothic"/>
              </a:defRPr>
            </a:lvl7pPr>
            <a:lvl8pPr>
              <a:buNone/>
              <a:defRPr sz="2025" b="1">
                <a:solidFill>
                  <a:srgbClr val="008F90"/>
                </a:solidFill>
                <a:latin typeface="Malgun Gothic"/>
                <a:ea typeface="Malgun Gothic"/>
                <a:cs typeface="Malgun Gothic"/>
              </a:defRPr>
            </a:lvl8pPr>
            <a:lvl9pPr>
              <a:buNone/>
              <a:defRPr sz="2025" b="1">
                <a:solidFill>
                  <a:srgbClr val="008F90"/>
                </a:solidFill>
                <a:latin typeface="Malgun Gothic"/>
                <a:ea typeface="Malgun Gothic"/>
                <a:cs typeface="Malgun Gothic"/>
              </a:defRPr>
            </a:lvl9pPr>
          </a:lstStyle>
          <a:p>
            <a:pPr>
              <a:buNone/>
              <a:defRPr sz="2025" b="1">
                <a:solidFill>
                  <a:srgbClr val="008F90"/>
                </a:solidFill>
                <a:latin typeface="Malgun Gothic"/>
                <a:ea typeface="Malgun Gothic"/>
                <a:cs typeface="Malgun Gothic"/>
              </a:defRPr>
            </a:pPr>
            <a:r>
              <a:rPr sz="2025" b="1">
                <a:solidFill>
                  <a:srgbClr val="008F90"/>
                </a:solidFill>
                <a:latin typeface="Malgun Gothic"/>
                <a:ea typeface="Malgun Gothic"/>
                <a:cs typeface="Malgun Gothic"/>
              </a:rPr>
              <a:t>Nginx · 방화벽 · MySQL · Kafka · Spark · MongoDB</a:t>
            </a:r>
          </a:p>
        </p:txBody>
      </p:sp>
      <p:sp>
        <p:nvSpPr>
          <p:cNvPr id="29" name="직사각형 28">
            <a:extLst>
              <a:ext uri="{FF2B5EF4-FFF2-40B4-BE49-F238E27FC236}">
                <a16:creationId xmlns:a16="http://schemas.microsoft.com/office/drawing/2014/main" id="{9D68AC1F-4917-40EA-8354-CD5BCBD5B1B9}"/>
              </a:ext>
            </a:extLst>
          </p:cNvPr>
          <p:cNvSpPr>
            <a:spLocks noGrp="1"/>
          </p:cNvSpPr>
          <p:nvPr/>
        </p:nvSpPr>
        <p:spPr>
          <a:xfrm>
            <a:off x="1714500" y="5381625"/>
            <a:ext cx="8763000" cy="428625"/>
          </a:xfrm>
          <a:prstGeom prst="rect">
            <a:avLst/>
          </a:prstGeom>
          <a:noFill/>
          <a:ln w="0">
            <a:noFill/>
          </a:ln>
        </p:spPr>
        <p:txBody>
          <a:bodyPr/>
          <a:lstStyle>
            <a:defPPr>
              <a:defRPr sz="1275" b="0">
                <a:solidFill>
                  <a:srgbClr val="173F40"/>
                </a:solidFill>
                <a:latin typeface="Malgun Gothic"/>
                <a:ea typeface="Malgun Gothic"/>
                <a:cs typeface="Malgun Gothic"/>
              </a:defRPr>
            </a:defPPr>
            <a:lvl1pPr>
              <a:buNone/>
              <a:defRPr sz="1275" b="0">
                <a:solidFill>
                  <a:srgbClr val="173F40"/>
                </a:solidFill>
                <a:latin typeface="Malgun Gothic"/>
                <a:ea typeface="Malgun Gothic"/>
                <a:cs typeface="Malgun Gothic"/>
              </a:defRPr>
            </a:lvl1pPr>
            <a:lvl2pPr>
              <a:buNone/>
              <a:defRPr sz="1275" b="0">
                <a:solidFill>
                  <a:srgbClr val="173F40"/>
                </a:solidFill>
                <a:latin typeface="Malgun Gothic"/>
                <a:ea typeface="Malgun Gothic"/>
                <a:cs typeface="Malgun Gothic"/>
              </a:defRPr>
            </a:lvl2pPr>
            <a:lvl3pPr>
              <a:buNone/>
              <a:defRPr sz="1275" b="0">
                <a:solidFill>
                  <a:srgbClr val="173F40"/>
                </a:solidFill>
                <a:latin typeface="Malgun Gothic"/>
                <a:ea typeface="Malgun Gothic"/>
                <a:cs typeface="Malgun Gothic"/>
              </a:defRPr>
            </a:lvl3pPr>
            <a:lvl4pPr>
              <a:buNone/>
              <a:defRPr sz="1275" b="0">
                <a:solidFill>
                  <a:srgbClr val="173F40"/>
                </a:solidFill>
                <a:latin typeface="Malgun Gothic"/>
                <a:ea typeface="Malgun Gothic"/>
                <a:cs typeface="Malgun Gothic"/>
              </a:defRPr>
            </a:lvl4pPr>
            <a:lvl5pPr>
              <a:buNone/>
              <a:defRPr sz="1275" b="0">
                <a:solidFill>
                  <a:srgbClr val="173F40"/>
                </a:solidFill>
                <a:latin typeface="Malgun Gothic"/>
                <a:ea typeface="Malgun Gothic"/>
                <a:cs typeface="Malgun Gothic"/>
              </a:defRPr>
            </a:lvl5pPr>
            <a:lvl6pPr>
              <a:buNone/>
              <a:defRPr sz="1275" b="0">
                <a:solidFill>
                  <a:srgbClr val="173F40"/>
                </a:solidFill>
                <a:latin typeface="Malgun Gothic"/>
                <a:ea typeface="Malgun Gothic"/>
                <a:cs typeface="Malgun Gothic"/>
              </a:defRPr>
            </a:lvl6pPr>
            <a:lvl7pPr>
              <a:buNone/>
              <a:defRPr sz="1275" b="0">
                <a:solidFill>
                  <a:srgbClr val="173F40"/>
                </a:solidFill>
                <a:latin typeface="Malgun Gothic"/>
                <a:ea typeface="Malgun Gothic"/>
                <a:cs typeface="Malgun Gothic"/>
              </a:defRPr>
            </a:lvl7pPr>
            <a:lvl8pPr>
              <a:buNone/>
              <a:defRPr sz="1275" b="0">
                <a:solidFill>
                  <a:srgbClr val="173F40"/>
                </a:solidFill>
                <a:latin typeface="Malgun Gothic"/>
                <a:ea typeface="Malgun Gothic"/>
                <a:cs typeface="Malgun Gothic"/>
              </a:defRPr>
            </a:lvl8pPr>
            <a:lvl9pPr>
              <a:buNone/>
              <a:defRPr sz="1275" b="0">
                <a:solidFill>
                  <a:srgbClr val="173F40"/>
                </a:solidFill>
                <a:latin typeface="Malgun Gothic"/>
                <a:ea typeface="Malgun Gothic"/>
                <a:cs typeface="Malgun Gothic"/>
              </a:defRPr>
            </a:lvl9pPr>
          </a:lstStyle>
          <a:p>
            <a:pPr>
              <a:buNone/>
              <a:defRPr sz="1275" b="0">
                <a:solidFill>
                  <a:srgbClr val="173F40"/>
                </a:solidFill>
                <a:latin typeface="Malgun Gothic"/>
                <a:ea typeface="Malgun Gothic"/>
                <a:cs typeface="Malgun Gothic"/>
              </a:defRPr>
            </a:pPr>
            <a:r>
              <a:rPr sz="1275" b="0">
                <a:solidFill>
                  <a:srgbClr val="173F40"/>
                </a:solidFill>
                <a:latin typeface="Malgun Gothic"/>
                <a:ea typeface="Malgun Gothic"/>
                <a:cs typeface="Malgun Gothic"/>
              </a:rPr>
              <a:t>인벤토리 직접 수정보다 구성값 수정 후 재생성하여 반복 배포를 관리.</a:t>
            </a:r>
          </a:p>
        </p:txBody>
      </p:sp>
    </p:spTree>
    <p:extLst>
      <p:ext uri="{BB962C8B-B14F-4D97-AF65-F5344CB8AC3E}">
        <p14:creationId xmlns:p14="http://schemas.microsoft.com/office/powerpoint/2010/main" val="385030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B8F97242-0CB1-482A-A9BC-9CD879883F89}"/>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222FCE3A-6228-4523-8119-04C65FEBE9B8}"/>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7" name="직사각형 6">
            <a:extLst>
              <a:ext uri="{FF2B5EF4-FFF2-40B4-BE49-F238E27FC236}">
                <a16:creationId xmlns:a16="http://schemas.microsoft.com/office/drawing/2014/main" id="{846DBF53-E305-4878-81F8-4C21CB716B7B}"/>
              </a:ext>
            </a:extLst>
          </p:cNvPr>
          <p:cNvSpPr>
            <a:spLocks noGrp="1"/>
          </p:cNvSpPr>
          <p:nvPr/>
        </p:nvSpPr>
        <p:spPr>
          <a:xfrm>
            <a:off x="1420654" y="2788920"/>
            <a:ext cx="1976438" cy="1308735"/>
          </a:xfrm>
          <a:prstGeom prst="rect">
            <a:avLst/>
          </a:prstGeom>
          <a:solidFill>
            <a:srgbClr val="F7F0DF"/>
          </a:solidFill>
          <a:ln w="9525">
            <a:solidFill>
              <a:srgbClr val="CDBF9F"/>
            </a:solidFill>
          </a:ln>
        </p:spPr>
        <p:txBody>
          <a:bodyPr/>
          <a:lstStyle/>
          <a:p>
            <a:endParaRPr lang="ko-KR" altLang="en-US"/>
          </a:p>
        </p:txBody>
      </p:sp>
      <p:sp>
        <p:nvSpPr>
          <p:cNvPr id="10" name="화살표: 오른쪽 9">
            <a:extLst>
              <a:ext uri="{FF2B5EF4-FFF2-40B4-BE49-F238E27FC236}">
                <a16:creationId xmlns:a16="http://schemas.microsoft.com/office/drawing/2014/main" id="{43FD9E81-202D-4542-B2EF-D50C192B71F3}"/>
              </a:ext>
            </a:extLst>
          </p:cNvPr>
          <p:cNvSpPr>
            <a:spLocks noGrp="1"/>
          </p:cNvSpPr>
          <p:nvPr/>
        </p:nvSpPr>
        <p:spPr>
          <a:xfrm>
            <a:off x="3476149" y="3302889"/>
            <a:ext cx="237173" cy="144780"/>
          </a:xfrm>
          <a:prstGeom prst="rightArrow">
            <a:avLst/>
          </a:prstGeom>
          <a:solidFill>
            <a:srgbClr val="008584"/>
          </a:solidFill>
          <a:ln w="0">
            <a:noFill/>
          </a:ln>
        </p:spPr>
        <p:txBody>
          <a:bodyPr/>
          <a:lstStyle/>
          <a:p>
            <a:endParaRPr lang="ko-KR" altLang="en-US"/>
          </a:p>
        </p:txBody>
      </p:sp>
      <p:sp>
        <p:nvSpPr>
          <p:cNvPr id="11" name="직사각형 10">
            <a:extLst>
              <a:ext uri="{FF2B5EF4-FFF2-40B4-BE49-F238E27FC236}">
                <a16:creationId xmlns:a16="http://schemas.microsoft.com/office/drawing/2014/main" id="{9841B498-A232-4E04-BCDB-D494BCCD3DCF}"/>
              </a:ext>
            </a:extLst>
          </p:cNvPr>
          <p:cNvSpPr>
            <a:spLocks noGrp="1"/>
          </p:cNvSpPr>
          <p:nvPr/>
        </p:nvSpPr>
        <p:spPr>
          <a:xfrm>
            <a:off x="3792379" y="2788920"/>
            <a:ext cx="1976438" cy="1308735"/>
          </a:xfrm>
          <a:prstGeom prst="rect">
            <a:avLst/>
          </a:prstGeom>
          <a:solidFill>
            <a:srgbClr val="F7F0DF"/>
          </a:solidFill>
          <a:ln w="9525">
            <a:solidFill>
              <a:srgbClr val="CDBF9F"/>
            </a:solidFill>
          </a:ln>
        </p:spPr>
        <p:txBody>
          <a:bodyPr/>
          <a:lstStyle/>
          <a:p>
            <a:endParaRPr lang="ko-KR" altLang="en-US"/>
          </a:p>
        </p:txBody>
      </p:sp>
      <p:sp>
        <p:nvSpPr>
          <p:cNvPr id="14" name="화살표: 오른쪽 13">
            <a:extLst>
              <a:ext uri="{FF2B5EF4-FFF2-40B4-BE49-F238E27FC236}">
                <a16:creationId xmlns:a16="http://schemas.microsoft.com/office/drawing/2014/main" id="{9A166BE1-D0B6-4E5D-B579-DB8E89823E65}"/>
              </a:ext>
            </a:extLst>
          </p:cNvPr>
          <p:cNvSpPr>
            <a:spLocks noGrp="1"/>
          </p:cNvSpPr>
          <p:nvPr/>
        </p:nvSpPr>
        <p:spPr>
          <a:xfrm>
            <a:off x="5847874" y="3302889"/>
            <a:ext cx="237173" cy="144780"/>
          </a:xfrm>
          <a:prstGeom prst="rightArrow">
            <a:avLst/>
          </a:prstGeom>
          <a:solidFill>
            <a:srgbClr val="008584"/>
          </a:solidFill>
          <a:ln w="0">
            <a:noFill/>
          </a:ln>
        </p:spPr>
        <p:txBody>
          <a:bodyPr/>
          <a:lstStyle/>
          <a:p>
            <a:endParaRPr lang="ko-KR" altLang="en-US"/>
          </a:p>
        </p:txBody>
      </p:sp>
      <p:sp>
        <p:nvSpPr>
          <p:cNvPr id="15" name="직사각형 14">
            <a:extLst>
              <a:ext uri="{FF2B5EF4-FFF2-40B4-BE49-F238E27FC236}">
                <a16:creationId xmlns:a16="http://schemas.microsoft.com/office/drawing/2014/main" id="{918CD1F4-6528-47B0-9AE6-E8DB09975CEE}"/>
              </a:ext>
            </a:extLst>
          </p:cNvPr>
          <p:cNvSpPr>
            <a:spLocks noGrp="1"/>
          </p:cNvSpPr>
          <p:nvPr/>
        </p:nvSpPr>
        <p:spPr>
          <a:xfrm>
            <a:off x="6164104" y="2788920"/>
            <a:ext cx="1976438" cy="1308735"/>
          </a:xfrm>
          <a:prstGeom prst="rect">
            <a:avLst/>
          </a:prstGeom>
          <a:solidFill>
            <a:srgbClr val="F7F0DF"/>
          </a:solidFill>
          <a:ln w="9525">
            <a:solidFill>
              <a:srgbClr val="CDBF9F"/>
            </a:solidFill>
          </a:ln>
        </p:spPr>
        <p:txBody>
          <a:bodyPr/>
          <a:lstStyle/>
          <a:p>
            <a:endParaRPr lang="ko-KR" altLang="en-US"/>
          </a:p>
        </p:txBody>
      </p:sp>
      <p:sp>
        <p:nvSpPr>
          <p:cNvPr id="18" name="화살표: 오른쪽 17">
            <a:extLst>
              <a:ext uri="{FF2B5EF4-FFF2-40B4-BE49-F238E27FC236}">
                <a16:creationId xmlns:a16="http://schemas.microsoft.com/office/drawing/2014/main" id="{A8A52616-00B7-44F5-A36F-D3ABB23DF102}"/>
              </a:ext>
            </a:extLst>
          </p:cNvPr>
          <p:cNvSpPr>
            <a:spLocks noGrp="1"/>
          </p:cNvSpPr>
          <p:nvPr/>
        </p:nvSpPr>
        <p:spPr>
          <a:xfrm>
            <a:off x="8219599" y="3302889"/>
            <a:ext cx="237173" cy="144780"/>
          </a:xfrm>
          <a:prstGeom prst="rightArrow">
            <a:avLst/>
          </a:prstGeom>
          <a:solidFill>
            <a:srgbClr val="008584"/>
          </a:solidFill>
          <a:ln w="0">
            <a:noFill/>
          </a:ln>
        </p:spPr>
        <p:txBody>
          <a:bodyPr/>
          <a:lstStyle/>
          <a:p>
            <a:endParaRPr lang="ko-KR" altLang="en-US"/>
          </a:p>
        </p:txBody>
      </p:sp>
      <p:sp>
        <p:nvSpPr>
          <p:cNvPr id="19" name="직사각형 18">
            <a:extLst>
              <a:ext uri="{FF2B5EF4-FFF2-40B4-BE49-F238E27FC236}">
                <a16:creationId xmlns:a16="http://schemas.microsoft.com/office/drawing/2014/main" id="{DCD2E800-60E4-4762-A028-02BDFB42AE91}"/>
              </a:ext>
            </a:extLst>
          </p:cNvPr>
          <p:cNvSpPr>
            <a:spLocks noGrp="1"/>
          </p:cNvSpPr>
          <p:nvPr/>
        </p:nvSpPr>
        <p:spPr>
          <a:xfrm>
            <a:off x="8535829" y="2788920"/>
            <a:ext cx="1976438" cy="1308735"/>
          </a:xfrm>
          <a:prstGeom prst="rect">
            <a:avLst/>
          </a:prstGeom>
          <a:solidFill>
            <a:srgbClr val="F7F0DF"/>
          </a:solidFill>
          <a:ln w="9525">
            <a:solidFill>
              <a:srgbClr val="CDBF9F"/>
            </a:solidFill>
          </a:ln>
        </p:spPr>
        <p:txBody>
          <a:bodyPr/>
          <a:lstStyle/>
          <a:p>
            <a:endParaRPr lang="ko-KR" altLang="en-US"/>
          </a:p>
        </p:txBody>
      </p:sp>
      <p:sp>
        <p:nvSpPr>
          <p:cNvPr id="22" name="직사각형 21">
            <a:extLst>
              <a:ext uri="{FF2B5EF4-FFF2-40B4-BE49-F238E27FC236}">
                <a16:creationId xmlns:a16="http://schemas.microsoft.com/office/drawing/2014/main" id="{83AA5512-F92C-4437-92E9-53AA5987E663}"/>
              </a:ext>
            </a:extLst>
          </p:cNvPr>
          <p:cNvSpPr>
            <a:spLocks noGrp="1"/>
          </p:cNvSpPr>
          <p:nvPr/>
        </p:nvSpPr>
        <p:spPr>
          <a:xfrm>
            <a:off x="1420654" y="4490085"/>
            <a:ext cx="47434" cy="810768"/>
          </a:xfrm>
          <a:prstGeom prst="rect">
            <a:avLst/>
          </a:prstGeom>
          <a:solidFill>
            <a:srgbClr val="008584"/>
          </a:solidFill>
          <a:ln w="0">
            <a:noFill/>
          </a:ln>
        </p:spPr>
        <p:txBody>
          <a:bodyPr/>
          <a:lstStyle/>
          <a:p>
            <a:endParaRPr lang="ko-KR" altLang="en-US"/>
          </a:p>
        </p:txBody>
      </p:sp>
      <p:sp>
        <p:nvSpPr>
          <p:cNvPr id="25" name="직사각형 24">
            <a:extLst>
              <a:ext uri="{FF2B5EF4-FFF2-40B4-BE49-F238E27FC236}">
                <a16:creationId xmlns:a16="http://schemas.microsoft.com/office/drawing/2014/main" id="{657EEEFA-318D-4FBE-97B6-0114323696AC}"/>
              </a:ext>
            </a:extLst>
          </p:cNvPr>
          <p:cNvSpPr>
            <a:spLocks noGrp="1"/>
          </p:cNvSpPr>
          <p:nvPr/>
        </p:nvSpPr>
        <p:spPr>
          <a:xfrm>
            <a:off x="6243161" y="4490085"/>
            <a:ext cx="47434" cy="810768"/>
          </a:xfrm>
          <a:prstGeom prst="rect">
            <a:avLst/>
          </a:prstGeom>
          <a:solidFill>
            <a:srgbClr val="008584"/>
          </a:solidFill>
          <a:ln w="0">
            <a:noFill/>
          </a:ln>
        </p:spPr>
        <p:txBody>
          <a:bodyPr/>
          <a:lstStyle/>
          <a:p>
            <a:endParaRPr lang="ko-KR" altLang="en-US"/>
          </a:p>
        </p:txBody>
      </p:sp>
      <p:pic>
        <p:nvPicPr>
          <p:cNvPr id="29" name="그림 28">
            <a:extLst>
              <a:ext uri="{FF2B5EF4-FFF2-40B4-BE49-F238E27FC236}">
                <a16:creationId xmlns:a16="http://schemas.microsoft.com/office/drawing/2014/main" id="{1F059522-D60F-4D16-ABBF-30803A64C6AE}"/>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30" name="직사각형 29">
            <a:extLst>
              <a:ext uri="{FF2B5EF4-FFF2-40B4-BE49-F238E27FC236}">
                <a16:creationId xmlns:a16="http://schemas.microsoft.com/office/drawing/2014/main" id="{5E5DEA91-0D46-4419-A52F-CB273042E5F5}"/>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31" name="직사각형 30">
            <a:extLst>
              <a:ext uri="{FF2B5EF4-FFF2-40B4-BE49-F238E27FC236}">
                <a16:creationId xmlns:a16="http://schemas.microsoft.com/office/drawing/2014/main" id="{2C015BEF-C303-42F6-8A69-327BC37B78CE}"/>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MySQL 장애 확인과 복구 대응</a:t>
            </a:r>
          </a:p>
        </p:txBody>
      </p:sp>
      <p:sp>
        <p:nvSpPr>
          <p:cNvPr id="32" name="직사각형 31">
            <a:extLst>
              <a:ext uri="{FF2B5EF4-FFF2-40B4-BE49-F238E27FC236}">
                <a16:creationId xmlns:a16="http://schemas.microsoft.com/office/drawing/2014/main" id="{0998D908-6385-43E7-826E-4ED39E72129F}"/>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접속 실패 원인을 서비스 상태와 로그로 확인</a:t>
            </a:r>
          </a:p>
        </p:txBody>
      </p:sp>
      <p:sp>
        <p:nvSpPr>
          <p:cNvPr id="33" name="직사각형 32">
            <a:extLst>
              <a:ext uri="{FF2B5EF4-FFF2-40B4-BE49-F238E27FC236}">
                <a16:creationId xmlns:a16="http://schemas.microsoft.com/office/drawing/2014/main" id="{572F6B4F-7640-4010-98A2-350A6BE5F1F1}"/>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34" name="직사각형 33">
            <a:extLst>
              <a:ext uri="{FF2B5EF4-FFF2-40B4-BE49-F238E27FC236}">
                <a16:creationId xmlns:a16="http://schemas.microsoft.com/office/drawing/2014/main" id="{B7F088BC-5008-4CE6-96C2-3780872CB826}"/>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10</a:t>
            </a:r>
          </a:p>
        </p:txBody>
      </p:sp>
      <p:sp>
        <p:nvSpPr>
          <p:cNvPr id="35" name="직사각형 34">
            <a:extLst>
              <a:ext uri="{FF2B5EF4-FFF2-40B4-BE49-F238E27FC236}">
                <a16:creationId xmlns:a16="http://schemas.microsoft.com/office/drawing/2014/main" id="{1456DE75-03B1-41C2-80E6-68AF2C30D755}"/>
              </a:ext>
            </a:extLst>
          </p:cNvPr>
          <p:cNvSpPr>
            <a:spLocks noGrp="1"/>
          </p:cNvSpPr>
          <p:nvPr/>
        </p:nvSpPr>
        <p:spPr>
          <a:xfrm>
            <a:off x="1381125" y="2714625"/>
            <a:ext cx="2190750" cy="1285875"/>
          </a:xfrm>
          <a:prstGeom prst="rect">
            <a:avLst/>
          </a:prstGeom>
          <a:solidFill>
            <a:srgbClr val="F4EDDC"/>
          </a:solidFill>
          <a:ln w="0">
            <a:noFill/>
          </a:ln>
        </p:spPr>
        <p:txBody>
          <a:bodyPr/>
          <a:lstStyle/>
          <a:p>
            <a:endParaRPr lang="ko-KR" altLang="en-US"/>
          </a:p>
        </p:txBody>
      </p:sp>
      <p:sp>
        <p:nvSpPr>
          <p:cNvPr id="36" name="직사각형 35">
            <a:extLst>
              <a:ext uri="{FF2B5EF4-FFF2-40B4-BE49-F238E27FC236}">
                <a16:creationId xmlns:a16="http://schemas.microsoft.com/office/drawing/2014/main" id="{F50E87AE-6226-463C-9A34-01899BA28ED9}"/>
              </a:ext>
            </a:extLst>
          </p:cNvPr>
          <p:cNvSpPr>
            <a:spLocks noGrp="1"/>
          </p:cNvSpPr>
          <p:nvPr/>
        </p:nvSpPr>
        <p:spPr>
          <a:xfrm>
            <a:off x="14954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접속 실패</a:t>
            </a:r>
          </a:p>
        </p:txBody>
      </p:sp>
      <p:sp>
        <p:nvSpPr>
          <p:cNvPr id="37" name="직사각형 36">
            <a:extLst>
              <a:ext uri="{FF2B5EF4-FFF2-40B4-BE49-F238E27FC236}">
                <a16:creationId xmlns:a16="http://schemas.microsoft.com/office/drawing/2014/main" id="{EA25B8D7-5396-4D6B-A42D-39914A1E15C9}"/>
              </a:ext>
            </a:extLst>
          </p:cNvPr>
          <p:cNvSpPr>
            <a:spLocks noGrp="1"/>
          </p:cNvSpPr>
          <p:nvPr/>
        </p:nvSpPr>
        <p:spPr>
          <a:xfrm>
            <a:off x="1495425" y="3257550"/>
            <a:ext cx="196215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3306 연결 거부</a:t>
            </a:r>
          </a:p>
        </p:txBody>
      </p:sp>
      <p:sp>
        <p:nvSpPr>
          <p:cNvPr id="38" name="오른쪽 화살표[R] 37">
            <a:extLst>
              <a:ext uri="{FF2B5EF4-FFF2-40B4-BE49-F238E27FC236}">
                <a16:creationId xmlns:a16="http://schemas.microsoft.com/office/drawing/2014/main" id="{476F937E-2775-4DF7-87F3-B24890AB9246}"/>
              </a:ext>
            </a:extLst>
          </p:cNvPr>
          <p:cNvSpPr>
            <a:spLocks noGrp="1"/>
          </p:cNvSpPr>
          <p:nvPr/>
        </p:nvSpPr>
        <p:spPr>
          <a:xfrm>
            <a:off x="3590925" y="3286125"/>
            <a:ext cx="266700" cy="171450"/>
          </a:xfrm>
          <a:prstGeom prst="rightArrow">
            <a:avLst/>
          </a:prstGeom>
          <a:solidFill>
            <a:srgbClr val="008F90"/>
          </a:solidFill>
          <a:ln w="0">
            <a:noFill/>
          </a:ln>
        </p:spPr>
        <p:txBody>
          <a:bodyPr/>
          <a:lstStyle/>
          <a:p>
            <a:endParaRPr lang="ko-KR" altLang="en-US"/>
          </a:p>
        </p:txBody>
      </p:sp>
      <p:sp>
        <p:nvSpPr>
          <p:cNvPr id="39" name="직사각형 38">
            <a:extLst>
              <a:ext uri="{FF2B5EF4-FFF2-40B4-BE49-F238E27FC236}">
                <a16:creationId xmlns:a16="http://schemas.microsoft.com/office/drawing/2014/main" id="{C4265A64-CF94-43A3-8C15-6A94965EA970}"/>
              </a:ext>
            </a:extLst>
          </p:cNvPr>
          <p:cNvSpPr>
            <a:spLocks noGrp="1"/>
          </p:cNvSpPr>
          <p:nvPr/>
        </p:nvSpPr>
        <p:spPr>
          <a:xfrm>
            <a:off x="3743325" y="2714625"/>
            <a:ext cx="2190750" cy="1285875"/>
          </a:xfrm>
          <a:prstGeom prst="rect">
            <a:avLst/>
          </a:prstGeom>
          <a:solidFill>
            <a:srgbClr val="F4EDDC"/>
          </a:solidFill>
          <a:ln w="0">
            <a:noFill/>
          </a:ln>
        </p:spPr>
        <p:txBody>
          <a:bodyPr/>
          <a:lstStyle/>
          <a:p>
            <a:endParaRPr lang="ko-KR" altLang="en-US"/>
          </a:p>
        </p:txBody>
      </p:sp>
      <p:sp>
        <p:nvSpPr>
          <p:cNvPr id="40" name="직사각형 39">
            <a:extLst>
              <a:ext uri="{FF2B5EF4-FFF2-40B4-BE49-F238E27FC236}">
                <a16:creationId xmlns:a16="http://schemas.microsoft.com/office/drawing/2014/main" id="{FF12BBF6-165E-40AC-85D1-5056C824DF1A}"/>
              </a:ext>
            </a:extLst>
          </p:cNvPr>
          <p:cNvSpPr>
            <a:spLocks noGrp="1"/>
          </p:cNvSpPr>
          <p:nvPr/>
        </p:nvSpPr>
        <p:spPr>
          <a:xfrm>
            <a:off x="38576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로그 확인</a:t>
            </a:r>
          </a:p>
        </p:txBody>
      </p:sp>
      <p:sp>
        <p:nvSpPr>
          <p:cNvPr id="41" name="직사각형 40">
            <a:extLst>
              <a:ext uri="{FF2B5EF4-FFF2-40B4-BE49-F238E27FC236}">
                <a16:creationId xmlns:a16="http://schemas.microsoft.com/office/drawing/2014/main" id="{06C8BE2A-852C-4DC5-A5DC-9CC57E791405}"/>
              </a:ext>
            </a:extLst>
          </p:cNvPr>
          <p:cNvSpPr>
            <a:spLocks noGrp="1"/>
          </p:cNvSpPr>
          <p:nvPr/>
        </p:nvSpPr>
        <p:spPr>
          <a:xfrm>
            <a:off x="3857625" y="3257550"/>
            <a:ext cx="196215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oom-kill 기록</a:t>
            </a:r>
          </a:p>
        </p:txBody>
      </p:sp>
      <p:sp>
        <p:nvSpPr>
          <p:cNvPr id="42" name="오른쪽 화살표[R] 41">
            <a:extLst>
              <a:ext uri="{FF2B5EF4-FFF2-40B4-BE49-F238E27FC236}">
                <a16:creationId xmlns:a16="http://schemas.microsoft.com/office/drawing/2014/main" id="{4C76D995-3BF7-4998-AB38-290185A7E368}"/>
              </a:ext>
            </a:extLst>
          </p:cNvPr>
          <p:cNvSpPr>
            <a:spLocks noGrp="1"/>
          </p:cNvSpPr>
          <p:nvPr/>
        </p:nvSpPr>
        <p:spPr>
          <a:xfrm>
            <a:off x="5953125" y="3286125"/>
            <a:ext cx="266700" cy="171450"/>
          </a:xfrm>
          <a:prstGeom prst="rightArrow">
            <a:avLst/>
          </a:prstGeom>
          <a:solidFill>
            <a:srgbClr val="008F90"/>
          </a:solidFill>
          <a:ln w="0">
            <a:noFill/>
          </a:ln>
        </p:spPr>
        <p:txBody>
          <a:bodyPr/>
          <a:lstStyle/>
          <a:p>
            <a:endParaRPr lang="ko-KR" altLang="en-US"/>
          </a:p>
        </p:txBody>
      </p:sp>
      <p:sp>
        <p:nvSpPr>
          <p:cNvPr id="43" name="직사각형 42">
            <a:extLst>
              <a:ext uri="{FF2B5EF4-FFF2-40B4-BE49-F238E27FC236}">
                <a16:creationId xmlns:a16="http://schemas.microsoft.com/office/drawing/2014/main" id="{F5DBF502-6105-420D-ADF9-22284CACF0B6}"/>
              </a:ext>
            </a:extLst>
          </p:cNvPr>
          <p:cNvSpPr>
            <a:spLocks noGrp="1"/>
          </p:cNvSpPr>
          <p:nvPr/>
        </p:nvSpPr>
        <p:spPr>
          <a:xfrm>
            <a:off x="6105525" y="2714625"/>
            <a:ext cx="2190750" cy="1285875"/>
          </a:xfrm>
          <a:prstGeom prst="rect">
            <a:avLst/>
          </a:prstGeom>
          <a:solidFill>
            <a:srgbClr val="F4EDDC"/>
          </a:solidFill>
          <a:ln w="0">
            <a:noFill/>
          </a:ln>
        </p:spPr>
        <p:txBody>
          <a:bodyPr/>
          <a:lstStyle/>
          <a:p>
            <a:endParaRPr lang="ko-KR" altLang="en-US"/>
          </a:p>
        </p:txBody>
      </p:sp>
      <p:sp>
        <p:nvSpPr>
          <p:cNvPr id="44" name="직사각형 43">
            <a:extLst>
              <a:ext uri="{FF2B5EF4-FFF2-40B4-BE49-F238E27FC236}">
                <a16:creationId xmlns:a16="http://schemas.microsoft.com/office/drawing/2014/main" id="{8D84C698-6F94-48FA-8584-D4F1DB34F242}"/>
              </a:ext>
            </a:extLst>
          </p:cNvPr>
          <p:cNvSpPr>
            <a:spLocks noGrp="1"/>
          </p:cNvSpPr>
          <p:nvPr/>
        </p:nvSpPr>
        <p:spPr>
          <a:xfrm>
            <a:off x="62198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자동 재시작</a:t>
            </a:r>
          </a:p>
        </p:txBody>
      </p:sp>
      <p:sp>
        <p:nvSpPr>
          <p:cNvPr id="45" name="직사각형 44">
            <a:extLst>
              <a:ext uri="{FF2B5EF4-FFF2-40B4-BE49-F238E27FC236}">
                <a16:creationId xmlns:a16="http://schemas.microsoft.com/office/drawing/2014/main" id="{C9FA8924-B640-4C44-811F-4D529507A3FF}"/>
              </a:ext>
            </a:extLst>
          </p:cNvPr>
          <p:cNvSpPr>
            <a:spLocks noGrp="1"/>
          </p:cNvSpPr>
          <p:nvPr/>
        </p:nvSpPr>
        <p:spPr>
          <a:xfrm>
            <a:off x="6219825" y="3257550"/>
            <a:ext cx="196215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active 확인</a:t>
            </a:r>
          </a:p>
        </p:txBody>
      </p:sp>
      <p:sp>
        <p:nvSpPr>
          <p:cNvPr id="46" name="오른쪽 화살표[R] 45">
            <a:extLst>
              <a:ext uri="{FF2B5EF4-FFF2-40B4-BE49-F238E27FC236}">
                <a16:creationId xmlns:a16="http://schemas.microsoft.com/office/drawing/2014/main" id="{D1033906-725B-45F7-95A2-811AE091ED3A}"/>
              </a:ext>
            </a:extLst>
          </p:cNvPr>
          <p:cNvSpPr>
            <a:spLocks noGrp="1"/>
          </p:cNvSpPr>
          <p:nvPr/>
        </p:nvSpPr>
        <p:spPr>
          <a:xfrm>
            <a:off x="8315325" y="3286125"/>
            <a:ext cx="266700" cy="171450"/>
          </a:xfrm>
          <a:prstGeom prst="rightArrow">
            <a:avLst/>
          </a:prstGeom>
          <a:solidFill>
            <a:srgbClr val="008F90"/>
          </a:solidFill>
          <a:ln w="0">
            <a:noFill/>
          </a:ln>
        </p:spPr>
        <p:txBody>
          <a:bodyPr/>
          <a:lstStyle/>
          <a:p>
            <a:endParaRPr lang="ko-KR" altLang="en-US"/>
          </a:p>
        </p:txBody>
      </p:sp>
      <p:sp>
        <p:nvSpPr>
          <p:cNvPr id="47" name="직사각형 46">
            <a:extLst>
              <a:ext uri="{FF2B5EF4-FFF2-40B4-BE49-F238E27FC236}">
                <a16:creationId xmlns:a16="http://schemas.microsoft.com/office/drawing/2014/main" id="{CEFE86BB-97D8-41F4-84BA-0B98D10A9740}"/>
              </a:ext>
            </a:extLst>
          </p:cNvPr>
          <p:cNvSpPr>
            <a:spLocks noGrp="1"/>
          </p:cNvSpPr>
          <p:nvPr/>
        </p:nvSpPr>
        <p:spPr>
          <a:xfrm>
            <a:off x="8467725" y="2714625"/>
            <a:ext cx="2190750" cy="1285875"/>
          </a:xfrm>
          <a:prstGeom prst="rect">
            <a:avLst/>
          </a:prstGeom>
          <a:solidFill>
            <a:srgbClr val="F4EDDC"/>
          </a:solidFill>
          <a:ln w="0">
            <a:noFill/>
          </a:ln>
        </p:spPr>
        <p:txBody>
          <a:bodyPr/>
          <a:lstStyle/>
          <a:p>
            <a:endParaRPr lang="ko-KR" altLang="en-US"/>
          </a:p>
        </p:txBody>
      </p:sp>
      <p:sp>
        <p:nvSpPr>
          <p:cNvPr id="48" name="직사각형 47">
            <a:extLst>
              <a:ext uri="{FF2B5EF4-FFF2-40B4-BE49-F238E27FC236}">
                <a16:creationId xmlns:a16="http://schemas.microsoft.com/office/drawing/2014/main" id="{AA8FDC58-6CE4-44CE-9F99-DE2AC04C95AD}"/>
              </a:ext>
            </a:extLst>
          </p:cNvPr>
          <p:cNvSpPr>
            <a:spLocks noGrp="1"/>
          </p:cNvSpPr>
          <p:nvPr/>
        </p:nvSpPr>
        <p:spPr>
          <a:xfrm>
            <a:off x="8582025" y="2828925"/>
            <a:ext cx="1962150" cy="361950"/>
          </a:xfrm>
          <a:prstGeom prst="rect">
            <a:avLst/>
          </a:prstGeom>
          <a:noFill/>
          <a:ln w="0">
            <a:noFill/>
          </a:ln>
        </p:spPr>
        <p:txBody>
          <a:bodyPr/>
          <a:lstStyle>
            <a:defPPr>
              <a:defRPr sz="1800" b="1">
                <a:solidFill>
                  <a:srgbClr val="173F40"/>
                </a:solidFill>
                <a:latin typeface="Malgun Gothic"/>
                <a:ea typeface="Malgun Gothic"/>
                <a:cs typeface="Malgun Gothic"/>
              </a:defRPr>
            </a:defPPr>
            <a:lvl1pPr>
              <a:buNone/>
              <a:defRPr sz="1800" b="1">
                <a:solidFill>
                  <a:srgbClr val="173F40"/>
                </a:solidFill>
                <a:latin typeface="Malgun Gothic"/>
                <a:ea typeface="Malgun Gothic"/>
                <a:cs typeface="Malgun Gothic"/>
              </a:defRPr>
            </a:lvl1pPr>
            <a:lvl2pPr>
              <a:buNone/>
              <a:defRPr sz="1800" b="1">
                <a:solidFill>
                  <a:srgbClr val="173F40"/>
                </a:solidFill>
                <a:latin typeface="Malgun Gothic"/>
                <a:ea typeface="Malgun Gothic"/>
                <a:cs typeface="Malgun Gothic"/>
              </a:defRPr>
            </a:lvl2pPr>
            <a:lvl3pPr>
              <a:buNone/>
              <a:defRPr sz="1800" b="1">
                <a:solidFill>
                  <a:srgbClr val="173F40"/>
                </a:solidFill>
                <a:latin typeface="Malgun Gothic"/>
                <a:ea typeface="Malgun Gothic"/>
                <a:cs typeface="Malgun Gothic"/>
              </a:defRPr>
            </a:lvl3pPr>
            <a:lvl4pPr>
              <a:buNone/>
              <a:defRPr sz="1800" b="1">
                <a:solidFill>
                  <a:srgbClr val="173F40"/>
                </a:solidFill>
                <a:latin typeface="Malgun Gothic"/>
                <a:ea typeface="Malgun Gothic"/>
                <a:cs typeface="Malgun Gothic"/>
              </a:defRPr>
            </a:lvl4pPr>
            <a:lvl5pPr>
              <a:buNone/>
              <a:defRPr sz="1800" b="1">
                <a:solidFill>
                  <a:srgbClr val="173F40"/>
                </a:solidFill>
                <a:latin typeface="Malgun Gothic"/>
                <a:ea typeface="Malgun Gothic"/>
                <a:cs typeface="Malgun Gothic"/>
              </a:defRPr>
            </a:lvl5pPr>
            <a:lvl6pPr>
              <a:buNone/>
              <a:defRPr sz="1800" b="1">
                <a:solidFill>
                  <a:srgbClr val="173F40"/>
                </a:solidFill>
                <a:latin typeface="Malgun Gothic"/>
                <a:ea typeface="Malgun Gothic"/>
                <a:cs typeface="Malgun Gothic"/>
              </a:defRPr>
            </a:lvl6pPr>
            <a:lvl7pPr>
              <a:buNone/>
              <a:defRPr sz="1800" b="1">
                <a:solidFill>
                  <a:srgbClr val="173F40"/>
                </a:solidFill>
                <a:latin typeface="Malgun Gothic"/>
                <a:ea typeface="Malgun Gothic"/>
                <a:cs typeface="Malgun Gothic"/>
              </a:defRPr>
            </a:lvl7pPr>
            <a:lvl8pPr>
              <a:buNone/>
              <a:defRPr sz="1800" b="1">
                <a:solidFill>
                  <a:srgbClr val="173F40"/>
                </a:solidFill>
                <a:latin typeface="Malgun Gothic"/>
                <a:ea typeface="Malgun Gothic"/>
                <a:cs typeface="Malgun Gothic"/>
              </a:defRPr>
            </a:lvl8pPr>
            <a:lvl9pPr>
              <a:buNone/>
              <a:defRPr sz="1800" b="1">
                <a:solidFill>
                  <a:srgbClr val="173F40"/>
                </a:solidFill>
                <a:latin typeface="Malgun Gothic"/>
                <a:ea typeface="Malgun Gothic"/>
                <a:cs typeface="Malgun Gothic"/>
              </a:defRPr>
            </a:lvl9pPr>
          </a:lstStyle>
          <a:p>
            <a:pPr>
              <a:buNone/>
              <a:defRPr sz="1800" b="1">
                <a:solidFill>
                  <a:srgbClr val="173F40"/>
                </a:solidFill>
                <a:latin typeface="Malgun Gothic"/>
                <a:ea typeface="Malgun Gothic"/>
                <a:cs typeface="Malgun Gothic"/>
              </a:defRPr>
            </a:pPr>
            <a:r>
              <a:rPr sz="1800" b="1">
                <a:solidFill>
                  <a:srgbClr val="173F40"/>
                </a:solidFill>
                <a:latin typeface="Malgun Gothic"/>
                <a:ea typeface="Malgun Gothic"/>
                <a:cs typeface="Malgun Gothic"/>
              </a:rPr>
              <a:t>데이터 보호</a:t>
            </a:r>
          </a:p>
        </p:txBody>
      </p:sp>
      <p:sp>
        <p:nvSpPr>
          <p:cNvPr id="49" name="직사각형 48">
            <a:extLst>
              <a:ext uri="{FF2B5EF4-FFF2-40B4-BE49-F238E27FC236}">
                <a16:creationId xmlns:a16="http://schemas.microsoft.com/office/drawing/2014/main" id="{59637DC0-78AC-4A63-A246-4B813976CD20}"/>
              </a:ext>
            </a:extLst>
          </p:cNvPr>
          <p:cNvSpPr>
            <a:spLocks noGrp="1"/>
          </p:cNvSpPr>
          <p:nvPr/>
        </p:nvSpPr>
        <p:spPr>
          <a:xfrm>
            <a:off x="8582025" y="3257550"/>
            <a:ext cx="1962150" cy="714375"/>
          </a:xfrm>
          <a:prstGeom prst="rect">
            <a:avLst/>
          </a:prstGeom>
          <a:noFill/>
          <a:ln w="0">
            <a:noFill/>
          </a:ln>
        </p:spPr>
        <p:txBody>
          <a:bodyPr/>
          <a:lstStyle>
            <a:defPPr>
              <a:defRPr sz="1425" b="0">
                <a:solidFill>
                  <a:srgbClr val="6C6050"/>
                </a:solidFill>
                <a:latin typeface="Malgun Gothic"/>
                <a:ea typeface="Malgun Gothic"/>
                <a:cs typeface="Malgun Gothic"/>
              </a:defRPr>
            </a:defPPr>
            <a:lvl1pPr>
              <a:buNone/>
              <a:defRPr sz="1425" b="0">
                <a:solidFill>
                  <a:srgbClr val="6C6050"/>
                </a:solidFill>
                <a:latin typeface="Malgun Gothic"/>
                <a:ea typeface="Malgun Gothic"/>
                <a:cs typeface="Malgun Gothic"/>
              </a:defRPr>
            </a:lvl1pPr>
            <a:lvl2pPr>
              <a:buNone/>
              <a:defRPr sz="1425" b="0">
                <a:solidFill>
                  <a:srgbClr val="6C6050"/>
                </a:solidFill>
                <a:latin typeface="Malgun Gothic"/>
                <a:ea typeface="Malgun Gothic"/>
                <a:cs typeface="Malgun Gothic"/>
              </a:defRPr>
            </a:lvl2pPr>
            <a:lvl3pPr>
              <a:buNone/>
              <a:defRPr sz="1425" b="0">
                <a:solidFill>
                  <a:srgbClr val="6C6050"/>
                </a:solidFill>
                <a:latin typeface="Malgun Gothic"/>
                <a:ea typeface="Malgun Gothic"/>
                <a:cs typeface="Malgun Gothic"/>
              </a:defRPr>
            </a:lvl3pPr>
            <a:lvl4pPr>
              <a:buNone/>
              <a:defRPr sz="1425" b="0">
                <a:solidFill>
                  <a:srgbClr val="6C6050"/>
                </a:solidFill>
                <a:latin typeface="Malgun Gothic"/>
                <a:ea typeface="Malgun Gothic"/>
                <a:cs typeface="Malgun Gothic"/>
              </a:defRPr>
            </a:lvl4pPr>
            <a:lvl5pPr>
              <a:buNone/>
              <a:defRPr sz="1425" b="0">
                <a:solidFill>
                  <a:srgbClr val="6C6050"/>
                </a:solidFill>
                <a:latin typeface="Malgun Gothic"/>
                <a:ea typeface="Malgun Gothic"/>
                <a:cs typeface="Malgun Gothic"/>
              </a:defRPr>
            </a:lvl5pPr>
            <a:lvl6pPr>
              <a:buNone/>
              <a:defRPr sz="1425" b="0">
                <a:solidFill>
                  <a:srgbClr val="6C6050"/>
                </a:solidFill>
                <a:latin typeface="Malgun Gothic"/>
                <a:ea typeface="Malgun Gothic"/>
                <a:cs typeface="Malgun Gothic"/>
              </a:defRPr>
            </a:lvl6pPr>
            <a:lvl7pPr>
              <a:buNone/>
              <a:defRPr sz="1425" b="0">
                <a:solidFill>
                  <a:srgbClr val="6C6050"/>
                </a:solidFill>
                <a:latin typeface="Malgun Gothic"/>
                <a:ea typeface="Malgun Gothic"/>
                <a:cs typeface="Malgun Gothic"/>
              </a:defRPr>
            </a:lvl7pPr>
            <a:lvl8pPr>
              <a:buNone/>
              <a:defRPr sz="1425" b="0">
                <a:solidFill>
                  <a:srgbClr val="6C6050"/>
                </a:solidFill>
                <a:latin typeface="Malgun Gothic"/>
                <a:ea typeface="Malgun Gothic"/>
                <a:cs typeface="Malgun Gothic"/>
              </a:defRPr>
            </a:lvl8pPr>
            <a:lvl9pPr>
              <a:buNone/>
              <a:defRPr sz="1425" b="0">
                <a:solidFill>
                  <a:srgbClr val="6C6050"/>
                </a:solidFill>
                <a:latin typeface="Malgun Gothic"/>
                <a:ea typeface="Malgun Gothic"/>
                <a:cs typeface="Malgun Gothic"/>
              </a:defRPr>
            </a:lvl9pPr>
          </a:lstStyle>
          <a:p>
            <a:pPr>
              <a:buNone/>
              <a:defRPr sz="1425" b="0">
                <a:solidFill>
                  <a:srgbClr val="6C6050"/>
                </a:solidFill>
                <a:latin typeface="Malgun Gothic"/>
                <a:ea typeface="Malgun Gothic"/>
                <a:cs typeface="Malgun Gothic"/>
              </a:defRPr>
            </a:pPr>
            <a:r>
              <a:rPr sz="1425" b="0">
                <a:solidFill>
                  <a:srgbClr val="6C6050"/>
                </a:solidFill>
                <a:latin typeface="Malgun Gothic"/>
                <a:ea typeface="Malgun Gothic"/>
                <a:cs typeface="Malgun Gothic"/>
              </a:rPr>
              <a:t>시작 전 마운트 검사</a:t>
            </a:r>
          </a:p>
        </p:txBody>
      </p:sp>
      <p:sp>
        <p:nvSpPr>
          <p:cNvPr id="50" name="직사각형 49">
            <a:extLst>
              <a:ext uri="{FF2B5EF4-FFF2-40B4-BE49-F238E27FC236}">
                <a16:creationId xmlns:a16="http://schemas.microsoft.com/office/drawing/2014/main" id="{DC8C8EB9-C311-4F8A-A3C8-8C68E92562D7}"/>
              </a:ext>
            </a:extLst>
          </p:cNvPr>
          <p:cNvSpPr>
            <a:spLocks noGrp="1"/>
          </p:cNvSpPr>
          <p:nvPr/>
        </p:nvSpPr>
        <p:spPr>
          <a:xfrm>
            <a:off x="1476375" y="4362450"/>
            <a:ext cx="47625" cy="914400"/>
          </a:xfrm>
          <a:prstGeom prst="rect">
            <a:avLst/>
          </a:prstGeom>
          <a:solidFill>
            <a:srgbClr val="008F90"/>
          </a:solidFill>
          <a:ln w="0">
            <a:noFill/>
          </a:ln>
        </p:spPr>
        <p:txBody>
          <a:bodyPr/>
          <a:lstStyle/>
          <a:p>
            <a:endParaRPr lang="ko-KR" altLang="en-US"/>
          </a:p>
        </p:txBody>
      </p:sp>
      <p:sp>
        <p:nvSpPr>
          <p:cNvPr id="51" name="직사각형 50">
            <a:extLst>
              <a:ext uri="{FF2B5EF4-FFF2-40B4-BE49-F238E27FC236}">
                <a16:creationId xmlns:a16="http://schemas.microsoft.com/office/drawing/2014/main" id="{9D945180-F4D4-4FF1-BB75-F5CC93F5E024}"/>
              </a:ext>
            </a:extLst>
          </p:cNvPr>
          <p:cNvSpPr>
            <a:spLocks noGrp="1"/>
          </p:cNvSpPr>
          <p:nvPr/>
        </p:nvSpPr>
        <p:spPr>
          <a:xfrm>
            <a:off x="1638300" y="43338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확인한 결과</a:t>
            </a:r>
          </a:p>
        </p:txBody>
      </p:sp>
      <p:sp>
        <p:nvSpPr>
          <p:cNvPr id="52" name="직사각형 51">
            <a:extLst>
              <a:ext uri="{FF2B5EF4-FFF2-40B4-BE49-F238E27FC236}">
                <a16:creationId xmlns:a16="http://schemas.microsoft.com/office/drawing/2014/main" id="{27AB9A50-BD3B-4712-A0DF-6A36C75A24D5}"/>
              </a:ext>
            </a:extLst>
          </p:cNvPr>
          <p:cNvSpPr>
            <a:spLocks noGrp="1"/>
          </p:cNvSpPr>
          <p:nvPr/>
        </p:nvSpPr>
        <p:spPr>
          <a:xfrm>
            <a:off x="1638300" y="47434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프로세스 재시작과 운영 상태 확인</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데이터 디스크 검사 작업 확인</a:t>
            </a:r>
          </a:p>
        </p:txBody>
      </p:sp>
      <p:sp>
        <p:nvSpPr>
          <p:cNvPr id="53" name="직사각형 52">
            <a:extLst>
              <a:ext uri="{FF2B5EF4-FFF2-40B4-BE49-F238E27FC236}">
                <a16:creationId xmlns:a16="http://schemas.microsoft.com/office/drawing/2014/main" id="{FE069F39-877D-49A6-8EEE-0115256A70B2}"/>
              </a:ext>
            </a:extLst>
          </p:cNvPr>
          <p:cNvSpPr>
            <a:spLocks noGrp="1"/>
          </p:cNvSpPr>
          <p:nvPr/>
        </p:nvSpPr>
        <p:spPr>
          <a:xfrm>
            <a:off x="6191250" y="4362450"/>
            <a:ext cx="47625" cy="914400"/>
          </a:xfrm>
          <a:prstGeom prst="rect">
            <a:avLst/>
          </a:prstGeom>
          <a:solidFill>
            <a:srgbClr val="008F90"/>
          </a:solidFill>
          <a:ln w="0">
            <a:noFill/>
          </a:ln>
        </p:spPr>
        <p:txBody>
          <a:bodyPr/>
          <a:lstStyle/>
          <a:p>
            <a:endParaRPr lang="ko-KR" altLang="en-US"/>
          </a:p>
        </p:txBody>
      </p:sp>
      <p:sp>
        <p:nvSpPr>
          <p:cNvPr id="54" name="직사각형 53">
            <a:extLst>
              <a:ext uri="{FF2B5EF4-FFF2-40B4-BE49-F238E27FC236}">
                <a16:creationId xmlns:a16="http://schemas.microsoft.com/office/drawing/2014/main" id="{A1B20845-E1B5-4A30-863E-564CB96E07F7}"/>
              </a:ext>
            </a:extLst>
          </p:cNvPr>
          <p:cNvSpPr>
            <a:spLocks noGrp="1"/>
          </p:cNvSpPr>
          <p:nvPr/>
        </p:nvSpPr>
        <p:spPr>
          <a:xfrm>
            <a:off x="6353175" y="43338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추가 검증</a:t>
            </a:r>
          </a:p>
        </p:txBody>
      </p:sp>
      <p:sp>
        <p:nvSpPr>
          <p:cNvPr id="55" name="직사각형 54">
            <a:extLst>
              <a:ext uri="{FF2B5EF4-FFF2-40B4-BE49-F238E27FC236}">
                <a16:creationId xmlns:a16="http://schemas.microsoft.com/office/drawing/2014/main" id="{9636D5FE-D179-405B-AB57-7BE53DA490D2}"/>
              </a:ext>
            </a:extLst>
          </p:cNvPr>
          <p:cNvSpPr>
            <a:spLocks noGrp="1"/>
          </p:cNvSpPr>
          <p:nvPr/>
        </p:nvSpPr>
        <p:spPr>
          <a:xfrm>
            <a:off x="6353175" y="47434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메모리 부족 재발 방지</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복제 상태와 장애 전환 동작</a:t>
            </a:r>
          </a:p>
        </p:txBody>
      </p:sp>
    </p:spTree>
    <p:extLst>
      <p:ext uri="{BB962C8B-B14F-4D97-AF65-F5344CB8AC3E}">
        <p14:creationId xmlns:p14="http://schemas.microsoft.com/office/powerpoint/2010/main" val="1953011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DA224CA7-5029-4341-BA12-200D338E214C}"/>
              </a:ext>
            </a:extLst>
          </p:cNvPr>
          <p:cNvSpPr>
            <a:spLocks noGrp="1"/>
          </p:cNvSpPr>
          <p:nvPr/>
        </p:nvSpPr>
        <p:spPr>
          <a:xfrm>
            <a:off x="0" y="0"/>
            <a:ext cx="12192000" cy="114300"/>
          </a:xfrm>
          <a:prstGeom prst="rect">
            <a:avLst/>
          </a:prstGeom>
          <a:noFill/>
          <a:ln w="0">
            <a:noFill/>
          </a:ln>
        </p:spPr>
        <p:txBody>
          <a:bodyPr/>
          <a:lstStyle/>
          <a:p>
            <a:endParaRPr lang="ko-KR" altLang="en-US"/>
          </a:p>
        </p:txBody>
      </p:sp>
      <p:sp>
        <p:nvSpPr>
          <p:cNvPr id="4" name="직사각형 3">
            <a:extLst>
              <a:ext uri="{FF2B5EF4-FFF2-40B4-BE49-F238E27FC236}">
                <a16:creationId xmlns:a16="http://schemas.microsoft.com/office/drawing/2014/main" id="{7426F031-50A1-40B2-B821-7DAA5BA273B3}"/>
              </a:ext>
            </a:extLst>
          </p:cNvPr>
          <p:cNvSpPr>
            <a:spLocks noGrp="1"/>
          </p:cNvSpPr>
          <p:nvPr/>
        </p:nvSpPr>
        <p:spPr>
          <a:xfrm>
            <a:off x="571500" y="6305550"/>
            <a:ext cx="11049000" cy="9525"/>
          </a:xfrm>
          <a:prstGeom prst="rect">
            <a:avLst/>
          </a:prstGeom>
          <a:noFill/>
          <a:ln w="0">
            <a:noFill/>
          </a:ln>
        </p:spPr>
        <p:txBody>
          <a:bodyPr/>
          <a:lstStyle/>
          <a:p>
            <a:endParaRPr lang="ko-KR" altLang="en-US"/>
          </a:p>
        </p:txBody>
      </p:sp>
      <p:sp>
        <p:nvSpPr>
          <p:cNvPr id="11" name="직사각형 10">
            <a:extLst>
              <a:ext uri="{FF2B5EF4-FFF2-40B4-BE49-F238E27FC236}">
                <a16:creationId xmlns:a16="http://schemas.microsoft.com/office/drawing/2014/main" id="{3231ADFE-4016-45E2-A004-1AAA971A8B01}"/>
              </a:ext>
            </a:extLst>
          </p:cNvPr>
          <p:cNvSpPr>
            <a:spLocks noGrp="1"/>
          </p:cNvSpPr>
          <p:nvPr/>
        </p:nvSpPr>
        <p:spPr>
          <a:xfrm>
            <a:off x="1420654" y="4417695"/>
            <a:ext cx="47434" cy="810768"/>
          </a:xfrm>
          <a:prstGeom prst="rect">
            <a:avLst/>
          </a:prstGeom>
          <a:solidFill>
            <a:srgbClr val="008584"/>
          </a:solidFill>
          <a:ln w="0">
            <a:noFill/>
          </a:ln>
        </p:spPr>
        <p:txBody>
          <a:bodyPr/>
          <a:lstStyle/>
          <a:p>
            <a:endParaRPr lang="ko-KR" altLang="en-US"/>
          </a:p>
        </p:txBody>
      </p:sp>
      <p:sp>
        <p:nvSpPr>
          <p:cNvPr id="14" name="직사각형 13">
            <a:extLst>
              <a:ext uri="{FF2B5EF4-FFF2-40B4-BE49-F238E27FC236}">
                <a16:creationId xmlns:a16="http://schemas.microsoft.com/office/drawing/2014/main" id="{EF4077D6-3783-4D65-B71C-D4B59E0B54F8}"/>
              </a:ext>
            </a:extLst>
          </p:cNvPr>
          <p:cNvSpPr>
            <a:spLocks noGrp="1"/>
          </p:cNvSpPr>
          <p:nvPr/>
        </p:nvSpPr>
        <p:spPr>
          <a:xfrm>
            <a:off x="6243161" y="4417695"/>
            <a:ext cx="47434" cy="810768"/>
          </a:xfrm>
          <a:prstGeom prst="rect">
            <a:avLst/>
          </a:prstGeom>
          <a:solidFill>
            <a:srgbClr val="008584"/>
          </a:solidFill>
          <a:ln w="0">
            <a:noFill/>
          </a:ln>
        </p:spPr>
        <p:txBody>
          <a:bodyPr/>
          <a:lstStyle/>
          <a:p>
            <a:endParaRPr lang="ko-KR" altLang="en-US"/>
          </a:p>
        </p:txBody>
      </p:sp>
      <p:pic>
        <p:nvPicPr>
          <p:cNvPr id="18" name="그림 17">
            <a:extLst>
              <a:ext uri="{FF2B5EF4-FFF2-40B4-BE49-F238E27FC236}">
                <a16:creationId xmlns:a16="http://schemas.microsoft.com/office/drawing/2014/main" id="{B4576F78-F3B4-4A76-AD80-20661E99E6A4}"/>
              </a:ext>
            </a:extLst>
          </p:cNvPr>
          <p:cNvPicPr>
            <a:picLocks noChangeAspect="1"/>
          </p:cNvPicPr>
          <p:nvPr/>
        </p:nvPicPr>
        <p:blipFill>
          <a:blip r:embed="rId3"/>
          <a:srcRect l="169" r="169"/>
          <a:stretch>
            <a:fillRect/>
          </a:stretch>
        </p:blipFill>
        <p:spPr>
          <a:xfrm>
            <a:off x="0" y="0"/>
            <a:ext cx="12192000" cy="6858000"/>
          </a:xfrm>
          <a:prstGeom prst="rect">
            <a:avLst/>
          </a:prstGeom>
        </p:spPr>
      </p:pic>
      <p:sp>
        <p:nvSpPr>
          <p:cNvPr id="19" name="직사각형 18">
            <a:extLst>
              <a:ext uri="{FF2B5EF4-FFF2-40B4-BE49-F238E27FC236}">
                <a16:creationId xmlns:a16="http://schemas.microsoft.com/office/drawing/2014/main" id="{FD47CE8A-A8E6-41FA-8E4D-741DCCE9327E}"/>
              </a:ext>
            </a:extLst>
          </p:cNvPr>
          <p:cNvSpPr>
            <a:spLocks noGrp="1"/>
          </p:cNvSpPr>
          <p:nvPr/>
        </p:nvSpPr>
        <p:spPr>
          <a:xfrm>
            <a:off x="2000250" y="1219200"/>
            <a:ext cx="6667500" cy="209550"/>
          </a:xfrm>
          <a:prstGeom prst="rect">
            <a:avLst/>
          </a:prstGeom>
          <a:noFill/>
          <a:ln w="0">
            <a:noFill/>
          </a:ln>
        </p:spPr>
        <p:txBody>
          <a:bodyPr/>
          <a:lstStyle>
            <a:defPPr>
              <a:defRPr sz="975" b="0">
                <a:solidFill>
                  <a:srgbClr val="008F90"/>
                </a:solidFill>
                <a:latin typeface="Malgun Gothic"/>
                <a:ea typeface="Malgun Gothic"/>
                <a:cs typeface="Malgun Gothic"/>
              </a:defRPr>
            </a:defPPr>
            <a:lvl1pPr>
              <a:buNone/>
              <a:defRPr sz="975" b="0">
                <a:solidFill>
                  <a:srgbClr val="008F90"/>
                </a:solidFill>
                <a:latin typeface="Malgun Gothic"/>
                <a:ea typeface="Malgun Gothic"/>
                <a:cs typeface="Malgun Gothic"/>
              </a:defRPr>
            </a:lvl1pPr>
            <a:lvl2pPr>
              <a:buNone/>
              <a:defRPr sz="975" b="0">
                <a:solidFill>
                  <a:srgbClr val="008F90"/>
                </a:solidFill>
                <a:latin typeface="Malgun Gothic"/>
                <a:ea typeface="Malgun Gothic"/>
                <a:cs typeface="Malgun Gothic"/>
              </a:defRPr>
            </a:lvl2pPr>
            <a:lvl3pPr>
              <a:buNone/>
              <a:defRPr sz="975" b="0">
                <a:solidFill>
                  <a:srgbClr val="008F90"/>
                </a:solidFill>
                <a:latin typeface="Malgun Gothic"/>
                <a:ea typeface="Malgun Gothic"/>
                <a:cs typeface="Malgun Gothic"/>
              </a:defRPr>
            </a:lvl3pPr>
            <a:lvl4pPr>
              <a:buNone/>
              <a:defRPr sz="975" b="0">
                <a:solidFill>
                  <a:srgbClr val="008F90"/>
                </a:solidFill>
                <a:latin typeface="Malgun Gothic"/>
                <a:ea typeface="Malgun Gothic"/>
                <a:cs typeface="Malgun Gothic"/>
              </a:defRPr>
            </a:lvl4pPr>
            <a:lvl5pPr>
              <a:buNone/>
              <a:defRPr sz="975" b="0">
                <a:solidFill>
                  <a:srgbClr val="008F90"/>
                </a:solidFill>
                <a:latin typeface="Malgun Gothic"/>
                <a:ea typeface="Malgun Gothic"/>
                <a:cs typeface="Malgun Gothic"/>
              </a:defRPr>
            </a:lvl5pPr>
            <a:lvl6pPr>
              <a:buNone/>
              <a:defRPr sz="975" b="0">
                <a:solidFill>
                  <a:srgbClr val="008F90"/>
                </a:solidFill>
                <a:latin typeface="Malgun Gothic"/>
                <a:ea typeface="Malgun Gothic"/>
                <a:cs typeface="Malgun Gothic"/>
              </a:defRPr>
            </a:lvl6pPr>
            <a:lvl7pPr>
              <a:buNone/>
              <a:defRPr sz="975" b="0">
                <a:solidFill>
                  <a:srgbClr val="008F90"/>
                </a:solidFill>
                <a:latin typeface="Malgun Gothic"/>
                <a:ea typeface="Malgun Gothic"/>
                <a:cs typeface="Malgun Gothic"/>
              </a:defRPr>
            </a:lvl7pPr>
            <a:lvl8pPr>
              <a:buNone/>
              <a:defRPr sz="975" b="0">
                <a:solidFill>
                  <a:srgbClr val="008F90"/>
                </a:solidFill>
                <a:latin typeface="Malgun Gothic"/>
                <a:ea typeface="Malgun Gothic"/>
                <a:cs typeface="Malgun Gothic"/>
              </a:defRPr>
            </a:lvl8pPr>
            <a:lvl9pPr>
              <a:buNone/>
              <a:defRPr sz="975" b="0">
                <a:solidFill>
                  <a:srgbClr val="008F90"/>
                </a:solidFill>
                <a:latin typeface="Malgun Gothic"/>
                <a:ea typeface="Malgun Gothic"/>
                <a:cs typeface="Malgun Gothic"/>
              </a:defRPr>
            </a:lvl9pPr>
          </a:lstStyle>
          <a:p>
            <a:pPr>
              <a:buNone/>
              <a:defRPr sz="975" b="0">
                <a:solidFill>
                  <a:srgbClr val="008F90"/>
                </a:solidFill>
                <a:latin typeface="Malgun Gothic"/>
                <a:ea typeface="Malgun Gothic"/>
                <a:cs typeface="Malgun Gothic"/>
              </a:defRPr>
            </a:pPr>
            <a:r>
              <a:rPr sz="975" b="0">
                <a:solidFill>
                  <a:srgbClr val="008F90"/>
                </a:solidFill>
                <a:latin typeface="Malgun Gothic"/>
                <a:ea typeface="Malgun Gothic"/>
                <a:cs typeface="Malgun Gothic"/>
              </a:rPr>
              <a:t>INFRASTRUCTURE</a:t>
            </a:r>
          </a:p>
        </p:txBody>
      </p:sp>
      <p:sp>
        <p:nvSpPr>
          <p:cNvPr id="20" name="직사각형 19">
            <a:extLst>
              <a:ext uri="{FF2B5EF4-FFF2-40B4-BE49-F238E27FC236}">
                <a16:creationId xmlns:a16="http://schemas.microsoft.com/office/drawing/2014/main" id="{66CFEA14-3B4E-44B7-9732-03C4D6EFE8E9}"/>
              </a:ext>
            </a:extLst>
          </p:cNvPr>
          <p:cNvSpPr>
            <a:spLocks noGrp="1"/>
          </p:cNvSpPr>
          <p:nvPr/>
        </p:nvSpPr>
        <p:spPr>
          <a:xfrm>
            <a:off x="1381125" y="1504950"/>
            <a:ext cx="9334500" cy="542925"/>
          </a:xfrm>
          <a:prstGeom prst="rect">
            <a:avLst/>
          </a:prstGeom>
          <a:noFill/>
          <a:ln w="0">
            <a:noFill/>
          </a:ln>
        </p:spPr>
        <p:txBody>
          <a:bodyPr/>
          <a:lstStyle>
            <a:defPPr>
              <a:defRPr sz="2850" b="1">
                <a:solidFill>
                  <a:srgbClr val="173F40"/>
                </a:solidFill>
                <a:latin typeface="Malgun Gothic"/>
                <a:ea typeface="Malgun Gothic"/>
                <a:cs typeface="Malgun Gothic"/>
              </a:defRPr>
            </a:defPPr>
            <a:lvl1pPr>
              <a:buNone/>
              <a:defRPr sz="2850" b="1">
                <a:solidFill>
                  <a:srgbClr val="173F40"/>
                </a:solidFill>
                <a:latin typeface="Malgun Gothic"/>
                <a:ea typeface="Malgun Gothic"/>
                <a:cs typeface="Malgun Gothic"/>
              </a:defRPr>
            </a:lvl1pPr>
            <a:lvl2pPr>
              <a:buNone/>
              <a:defRPr sz="2850" b="1">
                <a:solidFill>
                  <a:srgbClr val="173F40"/>
                </a:solidFill>
                <a:latin typeface="Malgun Gothic"/>
                <a:ea typeface="Malgun Gothic"/>
                <a:cs typeface="Malgun Gothic"/>
              </a:defRPr>
            </a:lvl2pPr>
            <a:lvl3pPr>
              <a:buNone/>
              <a:defRPr sz="2850" b="1">
                <a:solidFill>
                  <a:srgbClr val="173F40"/>
                </a:solidFill>
                <a:latin typeface="Malgun Gothic"/>
                <a:ea typeface="Malgun Gothic"/>
                <a:cs typeface="Malgun Gothic"/>
              </a:defRPr>
            </a:lvl3pPr>
            <a:lvl4pPr>
              <a:buNone/>
              <a:defRPr sz="2850" b="1">
                <a:solidFill>
                  <a:srgbClr val="173F40"/>
                </a:solidFill>
                <a:latin typeface="Malgun Gothic"/>
                <a:ea typeface="Malgun Gothic"/>
                <a:cs typeface="Malgun Gothic"/>
              </a:defRPr>
            </a:lvl4pPr>
            <a:lvl5pPr>
              <a:buNone/>
              <a:defRPr sz="2850" b="1">
                <a:solidFill>
                  <a:srgbClr val="173F40"/>
                </a:solidFill>
                <a:latin typeface="Malgun Gothic"/>
                <a:ea typeface="Malgun Gothic"/>
                <a:cs typeface="Malgun Gothic"/>
              </a:defRPr>
            </a:lvl5pPr>
            <a:lvl6pPr>
              <a:buNone/>
              <a:defRPr sz="2850" b="1">
                <a:solidFill>
                  <a:srgbClr val="173F40"/>
                </a:solidFill>
                <a:latin typeface="Malgun Gothic"/>
                <a:ea typeface="Malgun Gothic"/>
                <a:cs typeface="Malgun Gothic"/>
              </a:defRPr>
            </a:lvl6pPr>
            <a:lvl7pPr>
              <a:buNone/>
              <a:defRPr sz="2850" b="1">
                <a:solidFill>
                  <a:srgbClr val="173F40"/>
                </a:solidFill>
                <a:latin typeface="Malgun Gothic"/>
                <a:ea typeface="Malgun Gothic"/>
                <a:cs typeface="Malgun Gothic"/>
              </a:defRPr>
            </a:lvl7pPr>
            <a:lvl8pPr>
              <a:buNone/>
              <a:defRPr sz="2850" b="1">
                <a:solidFill>
                  <a:srgbClr val="173F40"/>
                </a:solidFill>
                <a:latin typeface="Malgun Gothic"/>
                <a:ea typeface="Malgun Gothic"/>
                <a:cs typeface="Malgun Gothic"/>
              </a:defRPr>
            </a:lvl8pPr>
            <a:lvl9pPr>
              <a:buNone/>
              <a:defRPr sz="2850" b="1">
                <a:solidFill>
                  <a:srgbClr val="173F40"/>
                </a:solidFill>
                <a:latin typeface="Malgun Gothic"/>
                <a:ea typeface="Malgun Gothic"/>
                <a:cs typeface="Malgun Gothic"/>
              </a:defRPr>
            </a:lvl9pPr>
          </a:lstStyle>
          <a:p>
            <a:pPr>
              <a:buNone/>
              <a:defRPr sz="2850" b="1">
                <a:solidFill>
                  <a:srgbClr val="173F40"/>
                </a:solidFill>
                <a:latin typeface="Malgun Gothic"/>
                <a:ea typeface="Malgun Gothic"/>
                <a:cs typeface="Malgun Gothic"/>
              </a:defRPr>
            </a:pPr>
            <a:r>
              <a:rPr sz="2850" b="1">
                <a:solidFill>
                  <a:srgbClr val="173F40"/>
                </a:solidFill>
                <a:latin typeface="Malgun Gothic"/>
                <a:ea typeface="Malgun Gothic"/>
                <a:cs typeface="Malgun Gothic"/>
              </a:rPr>
              <a:t>운영 자동화와 후속 검증</a:t>
            </a:r>
          </a:p>
        </p:txBody>
      </p:sp>
      <p:sp>
        <p:nvSpPr>
          <p:cNvPr id="21" name="직사각형 20">
            <a:extLst>
              <a:ext uri="{FF2B5EF4-FFF2-40B4-BE49-F238E27FC236}">
                <a16:creationId xmlns:a16="http://schemas.microsoft.com/office/drawing/2014/main" id="{C9B8A8E0-67E0-4B13-B2B7-B51903786D17}"/>
              </a:ext>
            </a:extLst>
          </p:cNvPr>
          <p:cNvSpPr>
            <a:spLocks noGrp="1"/>
          </p:cNvSpPr>
          <p:nvPr/>
        </p:nvSpPr>
        <p:spPr>
          <a:xfrm>
            <a:off x="1381125" y="2085975"/>
            <a:ext cx="9286875" cy="4762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반복 운영은 예약으로 관리하고, 확인 결과는 문서로 남김</a:t>
            </a:r>
          </a:p>
        </p:txBody>
      </p:sp>
      <p:sp>
        <p:nvSpPr>
          <p:cNvPr id="22" name="직사각형 21">
            <a:extLst>
              <a:ext uri="{FF2B5EF4-FFF2-40B4-BE49-F238E27FC236}">
                <a16:creationId xmlns:a16="http://schemas.microsoft.com/office/drawing/2014/main" id="{80FCB400-7FF4-4FE6-81D6-E9DD247E2DE7}"/>
              </a:ext>
            </a:extLst>
          </p:cNvPr>
          <p:cNvSpPr>
            <a:spLocks noGrp="1"/>
          </p:cNvSpPr>
          <p:nvPr/>
        </p:nvSpPr>
        <p:spPr>
          <a:xfrm>
            <a:off x="2381250" y="5886450"/>
            <a:ext cx="6286500" cy="238125"/>
          </a:xfrm>
          <a:prstGeom prst="rect">
            <a:avLst/>
          </a:prstGeom>
          <a:noFill/>
          <a:ln w="0">
            <a:noFill/>
          </a:ln>
        </p:spPr>
        <p:txBody>
          <a:bodyPr/>
          <a:lstStyle>
            <a:defPPr>
              <a:defRPr sz="975" b="0">
                <a:solidFill>
                  <a:srgbClr val="6C6050"/>
                </a:solidFill>
                <a:latin typeface="Malgun Gothic"/>
                <a:ea typeface="Malgun Gothic"/>
                <a:cs typeface="Malgun Gothic"/>
              </a:defRPr>
            </a:defPPr>
            <a:lvl1pPr>
              <a:buNone/>
              <a:defRPr sz="975" b="0">
                <a:solidFill>
                  <a:srgbClr val="6C6050"/>
                </a:solidFill>
                <a:latin typeface="Malgun Gothic"/>
                <a:ea typeface="Malgun Gothic"/>
                <a:cs typeface="Malgun Gothic"/>
              </a:defRPr>
            </a:lvl1pPr>
            <a:lvl2pPr>
              <a:buNone/>
              <a:defRPr sz="975" b="0">
                <a:solidFill>
                  <a:srgbClr val="6C6050"/>
                </a:solidFill>
                <a:latin typeface="Malgun Gothic"/>
                <a:ea typeface="Malgun Gothic"/>
                <a:cs typeface="Malgun Gothic"/>
              </a:defRPr>
            </a:lvl2pPr>
            <a:lvl3pPr>
              <a:buNone/>
              <a:defRPr sz="975" b="0">
                <a:solidFill>
                  <a:srgbClr val="6C6050"/>
                </a:solidFill>
                <a:latin typeface="Malgun Gothic"/>
                <a:ea typeface="Malgun Gothic"/>
                <a:cs typeface="Malgun Gothic"/>
              </a:defRPr>
            </a:lvl3pPr>
            <a:lvl4pPr>
              <a:buNone/>
              <a:defRPr sz="975" b="0">
                <a:solidFill>
                  <a:srgbClr val="6C6050"/>
                </a:solidFill>
                <a:latin typeface="Malgun Gothic"/>
                <a:ea typeface="Malgun Gothic"/>
                <a:cs typeface="Malgun Gothic"/>
              </a:defRPr>
            </a:lvl4pPr>
            <a:lvl5pPr>
              <a:buNone/>
              <a:defRPr sz="975" b="0">
                <a:solidFill>
                  <a:srgbClr val="6C6050"/>
                </a:solidFill>
                <a:latin typeface="Malgun Gothic"/>
                <a:ea typeface="Malgun Gothic"/>
                <a:cs typeface="Malgun Gothic"/>
              </a:defRPr>
            </a:lvl5pPr>
            <a:lvl6pPr>
              <a:buNone/>
              <a:defRPr sz="975" b="0">
                <a:solidFill>
                  <a:srgbClr val="6C6050"/>
                </a:solidFill>
                <a:latin typeface="Malgun Gothic"/>
                <a:ea typeface="Malgun Gothic"/>
                <a:cs typeface="Malgun Gothic"/>
              </a:defRPr>
            </a:lvl6pPr>
            <a:lvl7pPr>
              <a:buNone/>
              <a:defRPr sz="975" b="0">
                <a:solidFill>
                  <a:srgbClr val="6C6050"/>
                </a:solidFill>
                <a:latin typeface="Malgun Gothic"/>
                <a:ea typeface="Malgun Gothic"/>
                <a:cs typeface="Malgun Gothic"/>
              </a:defRPr>
            </a:lvl7pPr>
            <a:lvl8pPr>
              <a:buNone/>
              <a:defRPr sz="975" b="0">
                <a:solidFill>
                  <a:srgbClr val="6C6050"/>
                </a:solidFill>
                <a:latin typeface="Malgun Gothic"/>
                <a:ea typeface="Malgun Gothic"/>
                <a:cs typeface="Malgun Gothic"/>
              </a:defRPr>
            </a:lvl8pPr>
            <a:lvl9pPr>
              <a:buNone/>
              <a:defRPr sz="975" b="0">
                <a:solidFill>
                  <a:srgbClr val="6C6050"/>
                </a:solidFill>
                <a:latin typeface="Malgun Gothic"/>
                <a:ea typeface="Malgun Gothic"/>
                <a:cs typeface="Malgun Gothic"/>
              </a:defRPr>
            </a:lvl9pPr>
          </a:lstStyle>
          <a:p>
            <a:pPr>
              <a:buNone/>
              <a:defRPr sz="975" b="0">
                <a:solidFill>
                  <a:srgbClr val="6C6050"/>
                </a:solidFill>
                <a:latin typeface="Malgun Gothic"/>
                <a:ea typeface="Malgun Gothic"/>
                <a:cs typeface="Malgun Gothic"/>
              </a:defRPr>
            </a:pPr>
            <a:r>
              <a:rPr sz="975" b="0">
                <a:solidFill>
                  <a:srgbClr val="6C6050"/>
                </a:solidFill>
                <a:latin typeface="Malgun Gothic"/>
                <a:ea typeface="Malgun Gothic"/>
                <a:cs typeface="Malgun Gothic"/>
              </a:rPr>
              <a:t>AWS 인프라 구축 및 운영  ·  2026.10.18 기록 기준</a:t>
            </a:r>
          </a:p>
        </p:txBody>
      </p:sp>
      <p:sp>
        <p:nvSpPr>
          <p:cNvPr id="23" name="직사각형 22">
            <a:extLst>
              <a:ext uri="{FF2B5EF4-FFF2-40B4-BE49-F238E27FC236}">
                <a16:creationId xmlns:a16="http://schemas.microsoft.com/office/drawing/2014/main" id="{24BF088A-CDC3-4198-908B-817D6546FDD6}"/>
              </a:ext>
            </a:extLst>
          </p:cNvPr>
          <p:cNvSpPr>
            <a:spLocks noGrp="1"/>
          </p:cNvSpPr>
          <p:nvPr/>
        </p:nvSpPr>
        <p:spPr>
          <a:xfrm>
            <a:off x="9001125" y="5886450"/>
            <a:ext cx="476250" cy="238125"/>
          </a:xfrm>
          <a:prstGeom prst="rect">
            <a:avLst/>
          </a:prstGeom>
          <a:noFill/>
          <a:ln w="0">
            <a:noFill/>
          </a:ln>
        </p:spPr>
        <p:txBody>
          <a:bodyPr/>
          <a:lstStyle>
            <a:defPPr>
              <a:defRPr sz="1050" b="0">
                <a:solidFill>
                  <a:srgbClr val="008F90"/>
                </a:solidFill>
                <a:latin typeface="Malgun Gothic"/>
                <a:ea typeface="Malgun Gothic"/>
                <a:cs typeface="Malgun Gothic"/>
              </a:defRPr>
            </a:defPPr>
            <a:lvl1pPr>
              <a:buNone/>
              <a:defRPr sz="1050" b="0">
                <a:solidFill>
                  <a:srgbClr val="008F90"/>
                </a:solidFill>
                <a:latin typeface="Malgun Gothic"/>
                <a:ea typeface="Malgun Gothic"/>
                <a:cs typeface="Malgun Gothic"/>
              </a:defRPr>
            </a:lvl1pPr>
            <a:lvl2pPr>
              <a:buNone/>
              <a:defRPr sz="1050" b="0">
                <a:solidFill>
                  <a:srgbClr val="008F90"/>
                </a:solidFill>
                <a:latin typeface="Malgun Gothic"/>
                <a:ea typeface="Malgun Gothic"/>
                <a:cs typeface="Malgun Gothic"/>
              </a:defRPr>
            </a:lvl2pPr>
            <a:lvl3pPr>
              <a:buNone/>
              <a:defRPr sz="1050" b="0">
                <a:solidFill>
                  <a:srgbClr val="008F90"/>
                </a:solidFill>
                <a:latin typeface="Malgun Gothic"/>
                <a:ea typeface="Malgun Gothic"/>
                <a:cs typeface="Malgun Gothic"/>
              </a:defRPr>
            </a:lvl3pPr>
            <a:lvl4pPr>
              <a:buNone/>
              <a:defRPr sz="1050" b="0">
                <a:solidFill>
                  <a:srgbClr val="008F90"/>
                </a:solidFill>
                <a:latin typeface="Malgun Gothic"/>
                <a:ea typeface="Malgun Gothic"/>
                <a:cs typeface="Malgun Gothic"/>
              </a:defRPr>
            </a:lvl4pPr>
            <a:lvl5pPr>
              <a:buNone/>
              <a:defRPr sz="1050" b="0">
                <a:solidFill>
                  <a:srgbClr val="008F90"/>
                </a:solidFill>
                <a:latin typeface="Malgun Gothic"/>
                <a:ea typeface="Malgun Gothic"/>
                <a:cs typeface="Malgun Gothic"/>
              </a:defRPr>
            </a:lvl5pPr>
            <a:lvl6pPr>
              <a:buNone/>
              <a:defRPr sz="1050" b="0">
                <a:solidFill>
                  <a:srgbClr val="008F90"/>
                </a:solidFill>
                <a:latin typeface="Malgun Gothic"/>
                <a:ea typeface="Malgun Gothic"/>
                <a:cs typeface="Malgun Gothic"/>
              </a:defRPr>
            </a:lvl6pPr>
            <a:lvl7pPr>
              <a:buNone/>
              <a:defRPr sz="1050" b="0">
                <a:solidFill>
                  <a:srgbClr val="008F90"/>
                </a:solidFill>
                <a:latin typeface="Malgun Gothic"/>
                <a:ea typeface="Malgun Gothic"/>
                <a:cs typeface="Malgun Gothic"/>
              </a:defRPr>
            </a:lvl7pPr>
            <a:lvl8pPr>
              <a:buNone/>
              <a:defRPr sz="1050" b="0">
                <a:solidFill>
                  <a:srgbClr val="008F90"/>
                </a:solidFill>
                <a:latin typeface="Malgun Gothic"/>
                <a:ea typeface="Malgun Gothic"/>
                <a:cs typeface="Malgun Gothic"/>
              </a:defRPr>
            </a:lvl8pPr>
            <a:lvl9pPr>
              <a:buNone/>
              <a:defRPr sz="1050" b="0">
                <a:solidFill>
                  <a:srgbClr val="008F90"/>
                </a:solidFill>
                <a:latin typeface="Malgun Gothic"/>
                <a:ea typeface="Malgun Gothic"/>
                <a:cs typeface="Malgun Gothic"/>
              </a:defRPr>
            </a:lvl9pPr>
          </a:lstStyle>
          <a:p>
            <a:pPr>
              <a:buNone/>
              <a:defRPr sz="1050" b="0">
                <a:solidFill>
                  <a:srgbClr val="008F90"/>
                </a:solidFill>
                <a:latin typeface="Malgun Gothic"/>
                <a:ea typeface="Malgun Gothic"/>
                <a:cs typeface="Malgun Gothic"/>
              </a:defRPr>
            </a:pPr>
            <a:r>
              <a:rPr sz="1050" b="0">
                <a:solidFill>
                  <a:srgbClr val="008F90"/>
                </a:solidFill>
                <a:latin typeface="Malgun Gothic"/>
                <a:ea typeface="Malgun Gothic"/>
                <a:cs typeface="Malgun Gothic"/>
              </a:rPr>
              <a:t>11</a:t>
            </a:r>
          </a:p>
        </p:txBody>
      </p:sp>
      <p:sp>
        <p:nvSpPr>
          <p:cNvPr id="24" name="직사각형 23">
            <a:extLst>
              <a:ext uri="{FF2B5EF4-FFF2-40B4-BE49-F238E27FC236}">
                <a16:creationId xmlns:a16="http://schemas.microsoft.com/office/drawing/2014/main" id="{5EE44674-4C94-4FA2-BC19-483D7AA9B1B2}"/>
              </a:ext>
            </a:extLst>
          </p:cNvPr>
          <p:cNvSpPr>
            <a:spLocks noGrp="1"/>
          </p:cNvSpPr>
          <p:nvPr/>
        </p:nvSpPr>
        <p:spPr>
          <a:xfrm>
            <a:off x="1476375" y="2762250"/>
            <a:ext cx="47625" cy="914400"/>
          </a:xfrm>
          <a:prstGeom prst="rect">
            <a:avLst/>
          </a:prstGeom>
          <a:solidFill>
            <a:srgbClr val="008F90"/>
          </a:solidFill>
          <a:ln w="0">
            <a:noFill/>
          </a:ln>
        </p:spPr>
        <p:txBody>
          <a:bodyPr/>
          <a:lstStyle/>
          <a:p>
            <a:endParaRPr lang="ko-KR" altLang="en-US"/>
          </a:p>
        </p:txBody>
      </p:sp>
      <p:sp>
        <p:nvSpPr>
          <p:cNvPr id="25" name="직사각형 24">
            <a:extLst>
              <a:ext uri="{FF2B5EF4-FFF2-40B4-BE49-F238E27FC236}">
                <a16:creationId xmlns:a16="http://schemas.microsoft.com/office/drawing/2014/main" id="{240A7FB2-90AC-47DD-A4D9-21C64BB59797}"/>
              </a:ext>
            </a:extLst>
          </p:cNvPr>
          <p:cNvSpPr>
            <a:spLocks noGrp="1"/>
          </p:cNvSpPr>
          <p:nvPr/>
        </p:nvSpPr>
        <p:spPr>
          <a:xfrm>
            <a:off x="1638300" y="27336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정기 운영</a:t>
            </a:r>
          </a:p>
        </p:txBody>
      </p:sp>
      <p:sp>
        <p:nvSpPr>
          <p:cNvPr id="26" name="직사각형 25">
            <a:extLst>
              <a:ext uri="{FF2B5EF4-FFF2-40B4-BE49-F238E27FC236}">
                <a16:creationId xmlns:a16="http://schemas.microsoft.com/office/drawing/2014/main" id="{32AEC043-DC57-4140-8A9E-C8E2D72FB3BC}"/>
              </a:ext>
            </a:extLst>
          </p:cNvPr>
          <p:cNvSpPr>
            <a:spLocks noGrp="1"/>
          </p:cNvSpPr>
          <p:nvPr/>
        </p:nvSpPr>
        <p:spPr>
          <a:xfrm>
            <a:off x="1638300" y="31432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평일 08:30 시작 · 매일 22:00 중지</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예약 대상과 수동 제어 대상 구분</a:t>
            </a:r>
          </a:p>
        </p:txBody>
      </p:sp>
      <p:sp>
        <p:nvSpPr>
          <p:cNvPr id="27" name="직사각형 26">
            <a:extLst>
              <a:ext uri="{FF2B5EF4-FFF2-40B4-BE49-F238E27FC236}">
                <a16:creationId xmlns:a16="http://schemas.microsoft.com/office/drawing/2014/main" id="{FB17EC2D-EEBB-4B35-AAF0-1E9C8A07370F}"/>
              </a:ext>
            </a:extLst>
          </p:cNvPr>
          <p:cNvSpPr>
            <a:spLocks noGrp="1"/>
          </p:cNvSpPr>
          <p:nvPr/>
        </p:nvSpPr>
        <p:spPr>
          <a:xfrm>
            <a:off x="6191250" y="2762250"/>
            <a:ext cx="47625" cy="914400"/>
          </a:xfrm>
          <a:prstGeom prst="rect">
            <a:avLst/>
          </a:prstGeom>
          <a:solidFill>
            <a:srgbClr val="008F90"/>
          </a:solidFill>
          <a:ln w="0">
            <a:noFill/>
          </a:ln>
        </p:spPr>
        <p:txBody>
          <a:bodyPr/>
          <a:lstStyle/>
          <a:p>
            <a:endParaRPr lang="ko-KR" altLang="en-US"/>
          </a:p>
        </p:txBody>
      </p:sp>
      <p:sp>
        <p:nvSpPr>
          <p:cNvPr id="28" name="직사각형 27">
            <a:extLst>
              <a:ext uri="{FF2B5EF4-FFF2-40B4-BE49-F238E27FC236}">
                <a16:creationId xmlns:a16="http://schemas.microsoft.com/office/drawing/2014/main" id="{05BDD9E3-224C-4CFE-8860-3F4B6E199D24}"/>
              </a:ext>
            </a:extLst>
          </p:cNvPr>
          <p:cNvSpPr>
            <a:spLocks noGrp="1"/>
          </p:cNvSpPr>
          <p:nvPr/>
        </p:nvSpPr>
        <p:spPr>
          <a:xfrm>
            <a:off x="6353175" y="2733675"/>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자원 점검</a:t>
            </a:r>
          </a:p>
        </p:txBody>
      </p:sp>
      <p:sp>
        <p:nvSpPr>
          <p:cNvPr id="29" name="직사각형 28">
            <a:extLst>
              <a:ext uri="{FF2B5EF4-FFF2-40B4-BE49-F238E27FC236}">
                <a16:creationId xmlns:a16="http://schemas.microsoft.com/office/drawing/2014/main" id="{74B35BF2-B6DF-4324-84AC-2DBAB362601C}"/>
              </a:ext>
            </a:extLst>
          </p:cNvPr>
          <p:cNvSpPr>
            <a:spLocks noGrp="1"/>
          </p:cNvSpPr>
          <p:nvPr/>
        </p:nvSpPr>
        <p:spPr>
          <a:xfrm>
            <a:off x="6353175" y="3143250"/>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CPU · RAM · 디스크 상태 확인</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운영 기록과 장애 로그 보관</a:t>
            </a:r>
          </a:p>
        </p:txBody>
      </p:sp>
      <p:sp>
        <p:nvSpPr>
          <p:cNvPr id="30" name="직사각형 29">
            <a:extLst>
              <a:ext uri="{FF2B5EF4-FFF2-40B4-BE49-F238E27FC236}">
                <a16:creationId xmlns:a16="http://schemas.microsoft.com/office/drawing/2014/main" id="{9D619515-9C2B-4C61-B76C-BC25612C9886}"/>
              </a:ext>
            </a:extLst>
          </p:cNvPr>
          <p:cNvSpPr>
            <a:spLocks noGrp="1"/>
          </p:cNvSpPr>
          <p:nvPr/>
        </p:nvSpPr>
        <p:spPr>
          <a:xfrm>
            <a:off x="1476375" y="4143375"/>
            <a:ext cx="47625" cy="914400"/>
          </a:xfrm>
          <a:prstGeom prst="rect">
            <a:avLst/>
          </a:prstGeom>
          <a:solidFill>
            <a:srgbClr val="008F90"/>
          </a:solidFill>
          <a:ln w="0">
            <a:noFill/>
          </a:ln>
        </p:spPr>
        <p:txBody>
          <a:bodyPr/>
          <a:lstStyle/>
          <a:p>
            <a:endParaRPr lang="ko-KR" altLang="en-US"/>
          </a:p>
        </p:txBody>
      </p:sp>
      <p:sp>
        <p:nvSpPr>
          <p:cNvPr id="31" name="직사각형 30">
            <a:extLst>
              <a:ext uri="{FF2B5EF4-FFF2-40B4-BE49-F238E27FC236}">
                <a16:creationId xmlns:a16="http://schemas.microsoft.com/office/drawing/2014/main" id="{9550581D-EF89-40A4-A21C-D916FBCCC963}"/>
              </a:ext>
            </a:extLst>
          </p:cNvPr>
          <p:cNvSpPr>
            <a:spLocks noGrp="1"/>
          </p:cNvSpPr>
          <p:nvPr/>
        </p:nvSpPr>
        <p:spPr>
          <a:xfrm>
            <a:off x="1638300" y="4114800"/>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코드와 문서 관리</a:t>
            </a:r>
          </a:p>
        </p:txBody>
      </p:sp>
      <p:sp>
        <p:nvSpPr>
          <p:cNvPr id="32" name="직사각형 31">
            <a:extLst>
              <a:ext uri="{FF2B5EF4-FFF2-40B4-BE49-F238E27FC236}">
                <a16:creationId xmlns:a16="http://schemas.microsoft.com/office/drawing/2014/main" id="{A1E7F8D4-AC7D-400B-AC8E-F9654B91178D}"/>
              </a:ext>
            </a:extLst>
          </p:cNvPr>
          <p:cNvSpPr>
            <a:spLocks noGrp="1"/>
          </p:cNvSpPr>
          <p:nvPr/>
        </p:nvSpPr>
        <p:spPr>
          <a:xfrm>
            <a:off x="1638300" y="4524375"/>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서버 설정을 배포 코드에 반영</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구성 변경과 검증 결과 기록</a:t>
            </a:r>
          </a:p>
        </p:txBody>
      </p:sp>
      <p:sp>
        <p:nvSpPr>
          <p:cNvPr id="33" name="직사각형 32">
            <a:extLst>
              <a:ext uri="{FF2B5EF4-FFF2-40B4-BE49-F238E27FC236}">
                <a16:creationId xmlns:a16="http://schemas.microsoft.com/office/drawing/2014/main" id="{D5B19AC0-8E72-41E1-938D-25961874C232}"/>
              </a:ext>
            </a:extLst>
          </p:cNvPr>
          <p:cNvSpPr>
            <a:spLocks noGrp="1"/>
          </p:cNvSpPr>
          <p:nvPr/>
        </p:nvSpPr>
        <p:spPr>
          <a:xfrm>
            <a:off x="6191250" y="4143375"/>
            <a:ext cx="47625" cy="914400"/>
          </a:xfrm>
          <a:prstGeom prst="rect">
            <a:avLst/>
          </a:prstGeom>
          <a:solidFill>
            <a:srgbClr val="008F90"/>
          </a:solidFill>
          <a:ln w="0">
            <a:noFill/>
          </a:ln>
        </p:spPr>
        <p:txBody>
          <a:bodyPr/>
          <a:lstStyle/>
          <a:p>
            <a:endParaRPr lang="ko-KR" altLang="en-US"/>
          </a:p>
        </p:txBody>
      </p:sp>
      <p:sp>
        <p:nvSpPr>
          <p:cNvPr id="34" name="직사각형 33">
            <a:extLst>
              <a:ext uri="{FF2B5EF4-FFF2-40B4-BE49-F238E27FC236}">
                <a16:creationId xmlns:a16="http://schemas.microsoft.com/office/drawing/2014/main" id="{1B302218-F892-46CD-92B1-74B56A72AAE4}"/>
              </a:ext>
            </a:extLst>
          </p:cNvPr>
          <p:cNvSpPr>
            <a:spLocks noGrp="1"/>
          </p:cNvSpPr>
          <p:nvPr/>
        </p:nvSpPr>
        <p:spPr>
          <a:xfrm>
            <a:off x="6353175" y="4114800"/>
            <a:ext cx="4029075" cy="352425"/>
          </a:xfrm>
          <a:prstGeom prst="rect">
            <a:avLst/>
          </a:prstGeom>
          <a:noFill/>
          <a:ln w="0">
            <a:noFill/>
          </a:ln>
        </p:spPr>
        <p:txBody>
          <a:bodyPr/>
          <a:lstStyle>
            <a:defPPr>
              <a:defRPr sz="1950" b="1">
                <a:solidFill>
                  <a:srgbClr val="008F90"/>
                </a:solidFill>
                <a:latin typeface="Malgun Gothic"/>
                <a:ea typeface="Malgun Gothic"/>
                <a:cs typeface="Malgun Gothic"/>
              </a:defRPr>
            </a:defPPr>
            <a:lvl1pPr>
              <a:buNone/>
              <a:defRPr sz="1950" b="1">
                <a:solidFill>
                  <a:srgbClr val="008F90"/>
                </a:solidFill>
                <a:latin typeface="Malgun Gothic"/>
                <a:ea typeface="Malgun Gothic"/>
                <a:cs typeface="Malgun Gothic"/>
              </a:defRPr>
            </a:lvl1pPr>
            <a:lvl2pPr>
              <a:buNone/>
              <a:defRPr sz="1950" b="1">
                <a:solidFill>
                  <a:srgbClr val="008F90"/>
                </a:solidFill>
                <a:latin typeface="Malgun Gothic"/>
                <a:ea typeface="Malgun Gothic"/>
                <a:cs typeface="Malgun Gothic"/>
              </a:defRPr>
            </a:lvl2pPr>
            <a:lvl3pPr>
              <a:buNone/>
              <a:defRPr sz="1950" b="1">
                <a:solidFill>
                  <a:srgbClr val="008F90"/>
                </a:solidFill>
                <a:latin typeface="Malgun Gothic"/>
                <a:ea typeface="Malgun Gothic"/>
                <a:cs typeface="Malgun Gothic"/>
              </a:defRPr>
            </a:lvl3pPr>
            <a:lvl4pPr>
              <a:buNone/>
              <a:defRPr sz="1950" b="1">
                <a:solidFill>
                  <a:srgbClr val="008F90"/>
                </a:solidFill>
                <a:latin typeface="Malgun Gothic"/>
                <a:ea typeface="Malgun Gothic"/>
                <a:cs typeface="Malgun Gothic"/>
              </a:defRPr>
            </a:lvl4pPr>
            <a:lvl5pPr>
              <a:buNone/>
              <a:defRPr sz="1950" b="1">
                <a:solidFill>
                  <a:srgbClr val="008F90"/>
                </a:solidFill>
                <a:latin typeface="Malgun Gothic"/>
                <a:ea typeface="Malgun Gothic"/>
                <a:cs typeface="Malgun Gothic"/>
              </a:defRPr>
            </a:lvl5pPr>
            <a:lvl6pPr>
              <a:buNone/>
              <a:defRPr sz="1950" b="1">
                <a:solidFill>
                  <a:srgbClr val="008F90"/>
                </a:solidFill>
                <a:latin typeface="Malgun Gothic"/>
                <a:ea typeface="Malgun Gothic"/>
                <a:cs typeface="Malgun Gothic"/>
              </a:defRPr>
            </a:lvl6pPr>
            <a:lvl7pPr>
              <a:buNone/>
              <a:defRPr sz="1950" b="1">
                <a:solidFill>
                  <a:srgbClr val="008F90"/>
                </a:solidFill>
                <a:latin typeface="Malgun Gothic"/>
                <a:ea typeface="Malgun Gothic"/>
                <a:cs typeface="Malgun Gothic"/>
              </a:defRPr>
            </a:lvl7pPr>
            <a:lvl8pPr>
              <a:buNone/>
              <a:defRPr sz="1950" b="1">
                <a:solidFill>
                  <a:srgbClr val="008F90"/>
                </a:solidFill>
                <a:latin typeface="Malgun Gothic"/>
                <a:ea typeface="Malgun Gothic"/>
                <a:cs typeface="Malgun Gothic"/>
              </a:defRPr>
            </a:lvl8pPr>
            <a:lvl9pPr>
              <a:buNone/>
              <a:defRPr sz="1950" b="1">
                <a:solidFill>
                  <a:srgbClr val="008F90"/>
                </a:solidFill>
                <a:latin typeface="Malgun Gothic"/>
                <a:ea typeface="Malgun Gothic"/>
                <a:cs typeface="Malgun Gothic"/>
              </a:defRPr>
            </a:lvl9pPr>
          </a:lstStyle>
          <a:p>
            <a:pPr>
              <a:buNone/>
              <a:defRPr sz="1950" b="1">
                <a:solidFill>
                  <a:srgbClr val="008F90"/>
                </a:solidFill>
                <a:latin typeface="Malgun Gothic"/>
                <a:ea typeface="Malgun Gothic"/>
                <a:cs typeface="Malgun Gothic"/>
              </a:defRPr>
            </a:pPr>
            <a:r>
              <a:rPr sz="1950" b="1">
                <a:solidFill>
                  <a:srgbClr val="008F90"/>
                </a:solidFill>
                <a:latin typeface="Malgun Gothic"/>
                <a:ea typeface="Malgun Gothic"/>
                <a:cs typeface="Malgun Gothic"/>
              </a:rPr>
              <a:t>후속 검증</a:t>
            </a:r>
          </a:p>
        </p:txBody>
      </p:sp>
      <p:sp>
        <p:nvSpPr>
          <p:cNvPr id="35" name="직사각형 34">
            <a:extLst>
              <a:ext uri="{FF2B5EF4-FFF2-40B4-BE49-F238E27FC236}">
                <a16:creationId xmlns:a16="http://schemas.microsoft.com/office/drawing/2014/main" id="{2F632EF3-A065-4C62-A576-3568CB7B1E72}"/>
              </a:ext>
            </a:extLst>
          </p:cNvPr>
          <p:cNvSpPr>
            <a:spLocks noGrp="1"/>
          </p:cNvSpPr>
          <p:nvPr/>
        </p:nvSpPr>
        <p:spPr>
          <a:xfrm>
            <a:off x="6353175" y="4524375"/>
            <a:ext cx="4029075" cy="666750"/>
          </a:xfrm>
          <a:prstGeom prst="rect">
            <a:avLst/>
          </a:prstGeom>
          <a:noFill/>
          <a:ln w="0">
            <a:noFill/>
          </a:ln>
        </p:spPr>
        <p:txBody>
          <a:bodyPr/>
          <a:lstStyle>
            <a:defPPr>
              <a:defRPr sz="1575" b="0">
                <a:solidFill>
                  <a:srgbClr val="6C6050"/>
                </a:solidFill>
                <a:latin typeface="Malgun Gothic"/>
                <a:ea typeface="Malgun Gothic"/>
                <a:cs typeface="Malgun Gothic"/>
              </a:defRPr>
            </a:defPPr>
            <a:lvl1pPr>
              <a:buNone/>
              <a:defRPr sz="1575" b="0">
                <a:solidFill>
                  <a:srgbClr val="6C6050"/>
                </a:solidFill>
                <a:latin typeface="Malgun Gothic"/>
                <a:ea typeface="Malgun Gothic"/>
                <a:cs typeface="Malgun Gothic"/>
              </a:defRPr>
            </a:lvl1pPr>
            <a:lvl2pPr>
              <a:buNone/>
              <a:defRPr sz="1575" b="0">
                <a:solidFill>
                  <a:srgbClr val="6C6050"/>
                </a:solidFill>
                <a:latin typeface="Malgun Gothic"/>
                <a:ea typeface="Malgun Gothic"/>
                <a:cs typeface="Malgun Gothic"/>
              </a:defRPr>
            </a:lvl2pPr>
            <a:lvl3pPr>
              <a:buNone/>
              <a:defRPr sz="1575" b="0">
                <a:solidFill>
                  <a:srgbClr val="6C6050"/>
                </a:solidFill>
                <a:latin typeface="Malgun Gothic"/>
                <a:ea typeface="Malgun Gothic"/>
                <a:cs typeface="Malgun Gothic"/>
              </a:defRPr>
            </a:lvl3pPr>
            <a:lvl4pPr>
              <a:buNone/>
              <a:defRPr sz="1575" b="0">
                <a:solidFill>
                  <a:srgbClr val="6C6050"/>
                </a:solidFill>
                <a:latin typeface="Malgun Gothic"/>
                <a:ea typeface="Malgun Gothic"/>
                <a:cs typeface="Malgun Gothic"/>
              </a:defRPr>
            </a:lvl4pPr>
            <a:lvl5pPr>
              <a:buNone/>
              <a:defRPr sz="1575" b="0">
                <a:solidFill>
                  <a:srgbClr val="6C6050"/>
                </a:solidFill>
                <a:latin typeface="Malgun Gothic"/>
                <a:ea typeface="Malgun Gothic"/>
                <a:cs typeface="Malgun Gothic"/>
              </a:defRPr>
            </a:lvl5pPr>
            <a:lvl6pPr>
              <a:buNone/>
              <a:defRPr sz="1575" b="0">
                <a:solidFill>
                  <a:srgbClr val="6C6050"/>
                </a:solidFill>
                <a:latin typeface="Malgun Gothic"/>
                <a:ea typeface="Malgun Gothic"/>
                <a:cs typeface="Malgun Gothic"/>
              </a:defRPr>
            </a:lvl6pPr>
            <a:lvl7pPr>
              <a:buNone/>
              <a:defRPr sz="1575" b="0">
                <a:solidFill>
                  <a:srgbClr val="6C6050"/>
                </a:solidFill>
                <a:latin typeface="Malgun Gothic"/>
                <a:ea typeface="Malgun Gothic"/>
                <a:cs typeface="Malgun Gothic"/>
              </a:defRPr>
            </a:lvl7pPr>
            <a:lvl8pPr>
              <a:buNone/>
              <a:defRPr sz="1575" b="0">
                <a:solidFill>
                  <a:srgbClr val="6C6050"/>
                </a:solidFill>
                <a:latin typeface="Malgun Gothic"/>
                <a:ea typeface="Malgun Gothic"/>
                <a:cs typeface="Malgun Gothic"/>
              </a:defRPr>
            </a:lvl8pPr>
            <a:lvl9pPr>
              <a:buNone/>
              <a:defRPr sz="1575" b="0">
                <a:solidFill>
                  <a:srgbClr val="6C6050"/>
                </a:solidFill>
                <a:latin typeface="Malgun Gothic"/>
                <a:ea typeface="Malgun Gothic"/>
                <a:cs typeface="Malgun Gothic"/>
              </a:defRPr>
            </a:lvl9pPr>
          </a:lstStyle>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도메인 설정 재배포·갱신 확인</a:t>
            </a:r>
          </a:p>
          <a:p>
            <a:pPr>
              <a:buNone/>
              <a:defRPr sz="1575" b="0">
                <a:solidFill>
                  <a:srgbClr val="6C6050"/>
                </a:solidFill>
                <a:latin typeface="Malgun Gothic"/>
                <a:ea typeface="Malgun Gothic"/>
                <a:cs typeface="Malgun Gothic"/>
              </a:defRPr>
            </a:pPr>
            <a:r>
              <a:rPr sz="1575" b="0">
                <a:solidFill>
                  <a:srgbClr val="6C6050"/>
                </a:solidFill>
                <a:latin typeface="Malgun Gothic"/>
                <a:ea typeface="Malgun Gothic"/>
                <a:cs typeface="Malgun Gothic"/>
              </a:rPr>
              <a:t>MySQL 복제·메모리 상태 점검</a:t>
            </a:r>
          </a:p>
        </p:txBody>
      </p:sp>
    </p:spTree>
    <p:extLst>
      <p:ext uri="{BB962C8B-B14F-4D97-AF65-F5344CB8AC3E}">
        <p14:creationId xmlns:p14="http://schemas.microsoft.com/office/powerpoint/2010/main" val="1681852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748C-8930-B050-4FF7-426D3662DAB0}"/>
            </a:ext>
          </a:extLst>
        </p:cNvPr>
        <p:cNvGrpSpPr/>
        <p:nvPr/>
      </p:nvGrpSpPr>
      <p:grpSpPr>
        <a:xfrm>
          <a:off x="0" y="0"/>
          <a:ext cx="0" cy="0"/>
          <a:chOff x="0" y="0"/>
          <a:chExt cx="0" cy="0"/>
        </a:xfrm>
      </p:grpSpPr>
      <p:pic>
        <p:nvPicPr>
          <p:cNvPr id="7" name="그림 6">
            <a:extLst>
              <a:ext uri="{FF2B5EF4-FFF2-40B4-BE49-F238E27FC236}">
                <a16:creationId xmlns:a16="http://schemas.microsoft.com/office/drawing/2014/main" id="{6FEB7949-25CD-8C0A-468E-5A6F3B3BF14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text">
            <a:extLst>
              <a:ext uri="{FF2B5EF4-FFF2-40B4-BE49-F238E27FC236}">
                <a16:creationId xmlns:a16="http://schemas.microsoft.com/office/drawing/2014/main" id="{803C86BA-42B4-1953-CB28-9171F77AA8D6}"/>
              </a:ext>
            </a:extLst>
          </p:cNvPr>
          <p:cNvSpPr>
            <a:spLocks noGrp="1"/>
          </p:cNvSpPr>
          <p:nvPr/>
        </p:nvSpPr>
        <p:spPr>
          <a:xfrm>
            <a:off x="2190750" y="1905000"/>
            <a:ext cx="1905000" cy="514350"/>
          </a:xfrm>
          <a:prstGeom prst="rect">
            <a:avLst/>
          </a:prstGeom>
          <a:noFill/>
          <a:ln w="0">
            <a:noFill/>
          </a:ln>
        </p:spPr>
        <p:txBody>
          <a:bodyPr wrap="none" lIns="0" tIns="0" rIns="0" bIns="0" anchor="t">
            <a:noAutofit/>
          </a:bodyPr>
          <a:lstStyle>
            <a:defPPr algn="l">
              <a:defRPr sz="2850" b="1">
                <a:solidFill>
                  <a:srgbClr val="C5AB85"/>
                </a:solidFill>
                <a:latin typeface="Apple SD Gothic Neo"/>
                <a:ea typeface="Apple SD Gothic Neo"/>
                <a:cs typeface="Apple SD Gothic Neo"/>
              </a:defRPr>
            </a:defPPr>
          </a:lstStyle>
          <a:p>
            <a:pPr algn="l">
              <a:defRPr sz="2850" b="1">
                <a:solidFill>
                  <a:srgbClr val="C5AB85"/>
                </a:solidFill>
                <a:latin typeface="Apple SD Gothic Neo"/>
                <a:ea typeface="Apple SD Gothic Neo"/>
                <a:cs typeface="Apple SD Gothic Neo"/>
              </a:defRPr>
            </a:pPr>
            <a:r>
              <a:rPr sz="2850" dirty="0">
                <a:solidFill>
                  <a:srgbClr val="C5AB85"/>
                </a:solidFill>
                <a:latin typeface="NanumGothic" panose="020D0604000000000000" pitchFamily="34" charset="-127"/>
                <a:ea typeface="NanumGothic" panose="020D0604000000000000" pitchFamily="34" charset="-127"/>
                <a:cs typeface="Apple SD Gothic Neo"/>
              </a:rPr>
              <a:t>03</a:t>
            </a:r>
          </a:p>
        </p:txBody>
      </p:sp>
      <p:sp>
        <p:nvSpPr>
          <p:cNvPr id="3" name="section-title">
            <a:extLst>
              <a:ext uri="{FF2B5EF4-FFF2-40B4-BE49-F238E27FC236}">
                <a16:creationId xmlns:a16="http://schemas.microsoft.com/office/drawing/2014/main" id="{49E0A2CF-1A73-175B-42B7-F2199DC1DFFB}"/>
              </a:ext>
            </a:extLst>
          </p:cNvPr>
          <p:cNvSpPr>
            <a:spLocks noGrp="1"/>
          </p:cNvSpPr>
          <p:nvPr/>
        </p:nvSpPr>
        <p:spPr>
          <a:xfrm>
            <a:off x="2190750" y="2800350"/>
            <a:ext cx="7620000" cy="857250"/>
          </a:xfrm>
          <a:prstGeom prst="rect">
            <a:avLst/>
          </a:prstGeom>
          <a:noFill/>
          <a:ln w="0">
            <a:noFill/>
          </a:ln>
        </p:spPr>
        <p:txBody>
          <a:bodyPr wrap="none" lIns="0" tIns="0" rIns="0" bIns="0" anchor="t">
            <a:noAutofit/>
          </a:bodyPr>
          <a:lstStyle>
            <a:defPPr algn="l">
              <a:defRPr sz="4800" b="1">
                <a:solidFill>
                  <a:srgbClr val="FFFCF7"/>
                </a:solidFill>
                <a:latin typeface="Apple SD Gothic Neo"/>
                <a:ea typeface="Apple SD Gothic Neo"/>
                <a:cs typeface="Apple SD Gothic Neo"/>
              </a:defRPr>
            </a:defPPr>
          </a:lstStyle>
          <a:p>
            <a:pPr algn="l">
              <a:defRPr sz="4800" b="1">
                <a:solidFill>
                  <a:srgbClr val="FFFCF7"/>
                </a:solidFill>
                <a:latin typeface="Apple SD Gothic Neo"/>
                <a:ea typeface="Apple SD Gothic Neo"/>
                <a:cs typeface="Apple SD Gothic Neo"/>
              </a:defRPr>
            </a:pPr>
            <a:r>
              <a:rPr lang="ko-KR" altLang="en-US" sz="4800" dirty="0">
                <a:solidFill>
                  <a:srgbClr val="FFFCF7"/>
                </a:solidFill>
                <a:latin typeface="NanumGothic" panose="020D0604000000000000" pitchFamily="34" charset="-127"/>
                <a:ea typeface="NanumGothic" panose="020D0604000000000000" pitchFamily="34" charset="-127"/>
                <a:cs typeface="Apple SD Gothic Neo"/>
              </a:rPr>
              <a:t>플랫폼</a:t>
            </a:r>
            <a:endParaRPr sz="4800" dirty="0">
              <a:solidFill>
                <a:srgbClr val="FFFCF7"/>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3E113B4D-3504-1BAD-9B96-B76B89EC7568}"/>
              </a:ext>
            </a:extLst>
          </p:cNvPr>
          <p:cNvSpPr>
            <a:spLocks noGrp="1"/>
          </p:cNvSpPr>
          <p:nvPr/>
        </p:nvSpPr>
        <p:spPr>
          <a:xfrm>
            <a:off x="2190750" y="3810000"/>
            <a:ext cx="7620000" cy="723900"/>
          </a:xfrm>
          <a:prstGeom prst="rect">
            <a:avLst/>
          </a:prstGeom>
          <a:noFill/>
          <a:ln w="0">
            <a:noFill/>
          </a:ln>
        </p:spPr>
        <p:txBody>
          <a:bodyPr wrap="none" lIns="0" tIns="0" rIns="0" bIns="0" anchor="t">
            <a:noAutofit/>
          </a:bodyPr>
          <a:lstStyle>
            <a:defPPr algn="l">
              <a:defRPr sz="2100" b="0">
                <a:solidFill>
                  <a:srgbClr val="EED9B5"/>
                </a:solidFill>
                <a:latin typeface="Apple SD Gothic Neo"/>
                <a:ea typeface="Apple SD Gothic Neo"/>
                <a:cs typeface="Apple SD Gothic Neo"/>
              </a:defRPr>
            </a:defPPr>
          </a:lstStyle>
          <a:p>
            <a:pPr algn="l">
              <a:defRPr sz="2100" b="0">
                <a:solidFill>
                  <a:srgbClr val="EED9B5"/>
                </a:solidFill>
                <a:latin typeface="Apple SD Gothic Neo"/>
                <a:ea typeface="Apple SD Gothic Neo"/>
                <a:cs typeface="Apple SD Gothic Neo"/>
              </a:defRPr>
            </a:pPr>
            <a:r>
              <a:rPr sz="2100" dirty="0" err="1">
                <a:solidFill>
                  <a:srgbClr val="EED9B5"/>
                </a:solidFill>
                <a:latin typeface="NanumGothic" panose="020D0604000000000000" pitchFamily="34" charset="-127"/>
                <a:ea typeface="NanumGothic" panose="020D0604000000000000" pitchFamily="34" charset="-127"/>
                <a:cs typeface="Apple SD Gothic Neo"/>
              </a:rPr>
              <a:t>반복해서</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구축하고</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운영하는</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서버</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환경</a:t>
            </a:r>
            <a:endParaRPr sz="2100" dirty="0">
              <a:solidFill>
                <a:srgbClr val="EED9B5"/>
              </a:solidFill>
              <a:latin typeface="NanumGothic" panose="020D0604000000000000" pitchFamily="34" charset="-127"/>
              <a:ea typeface="NanumGothic" panose="020D0604000000000000" pitchFamily="34" charset="-127"/>
              <a:cs typeface="Apple SD Gothic Neo"/>
            </a:endParaRPr>
          </a:p>
        </p:txBody>
      </p:sp>
      <p:sp>
        <p:nvSpPr>
          <p:cNvPr id="5" name="text">
            <a:extLst>
              <a:ext uri="{FF2B5EF4-FFF2-40B4-BE49-F238E27FC236}">
                <a16:creationId xmlns:a16="http://schemas.microsoft.com/office/drawing/2014/main" id="{F6B63AB2-9324-477B-0C56-35AC711D4532}"/>
              </a:ext>
            </a:extLst>
          </p:cNvPr>
          <p:cNvSpPr>
            <a:spLocks noGrp="1"/>
          </p:cNvSpPr>
          <p:nvPr/>
        </p:nvSpPr>
        <p:spPr>
          <a:xfrm>
            <a:off x="2476500" y="4953000"/>
            <a:ext cx="5238750" cy="171450"/>
          </a:xfrm>
          <a:prstGeom prst="rect">
            <a:avLst/>
          </a:prstGeom>
          <a:noFill/>
          <a:ln w="0">
            <a:noFill/>
          </a:ln>
        </p:spPr>
        <p:txBody>
          <a:bodyPr wrap="none" lIns="0" tIns="0" rIns="0" bIns="0" anchor="t">
            <a:noAutofit/>
          </a:bodyPr>
          <a:lstStyle>
            <a:defPPr algn="l">
              <a:defRPr sz="825" b="0">
                <a:solidFill>
                  <a:srgbClr val="EED9B5"/>
                </a:solidFill>
                <a:latin typeface="Apple SD Gothic Neo"/>
                <a:ea typeface="Apple SD Gothic Neo"/>
                <a:cs typeface="Apple SD Gothic Neo"/>
              </a:defRPr>
            </a:defPPr>
          </a:lstStyle>
          <a:p>
            <a:pPr algn="l">
              <a:defRPr sz="825" b="0">
                <a:solidFill>
                  <a:srgbClr val="EED9B5"/>
                </a:solidFill>
                <a:latin typeface="Apple SD Gothic Neo"/>
                <a:ea typeface="Apple SD Gothic Neo"/>
                <a:cs typeface="Apple SD Gothic Neo"/>
              </a:defRPr>
            </a:pPr>
            <a:r>
              <a:rPr sz="825" dirty="0">
                <a:solidFill>
                  <a:srgbClr val="EED9B5"/>
                </a:solidFill>
                <a:latin typeface="NanumGothic" panose="020D0604000000000000" pitchFamily="34" charset="-127"/>
                <a:ea typeface="NanumGothic" panose="020D0604000000000000" pitchFamily="34" charset="-127"/>
                <a:cs typeface="Apple SD Gothic Neo"/>
              </a:rPr>
              <a:t>PLAYDATA METAVERSE</a:t>
            </a:r>
          </a:p>
        </p:txBody>
      </p:sp>
      <p:sp>
        <p:nvSpPr>
          <p:cNvPr id="6" name="text">
            <a:extLst>
              <a:ext uri="{FF2B5EF4-FFF2-40B4-BE49-F238E27FC236}">
                <a16:creationId xmlns:a16="http://schemas.microsoft.com/office/drawing/2014/main" id="{A7D0C7F1-4E43-02FD-4034-4F9D61B04ED6}"/>
              </a:ext>
            </a:extLst>
          </p:cNvPr>
          <p:cNvSpPr>
            <a:spLocks noGrp="1"/>
          </p:cNvSpPr>
          <p:nvPr/>
        </p:nvSpPr>
        <p:spPr>
          <a:xfrm>
            <a:off x="9239250" y="4857750"/>
            <a:ext cx="285750" cy="209550"/>
          </a:xfrm>
          <a:prstGeom prst="rect">
            <a:avLst/>
          </a:prstGeom>
          <a:noFill/>
          <a:ln w="0">
            <a:noFill/>
          </a:ln>
        </p:spPr>
        <p:txBody>
          <a:bodyPr wrap="none" lIns="0" tIns="0" rIns="0" bIns="0" anchor="t">
            <a:noAutofit/>
          </a:bodyPr>
          <a:lstStyle>
            <a:defPPr algn="r">
              <a:defRPr sz="1125" b="0">
                <a:solidFill>
                  <a:srgbClr val="EED9B5"/>
                </a:solidFill>
                <a:latin typeface="Apple SD Gothic Neo"/>
                <a:ea typeface="Apple SD Gothic Neo"/>
                <a:cs typeface="Apple SD Gothic Neo"/>
              </a:defRPr>
            </a:defPPr>
          </a:lstStyle>
          <a:p>
            <a:pPr algn="r">
              <a:defRPr sz="1125" b="0">
                <a:solidFill>
                  <a:srgbClr val="EED9B5"/>
                </a:solidFill>
                <a:latin typeface="Apple SD Gothic Neo"/>
                <a:ea typeface="Apple SD Gothic Neo"/>
                <a:cs typeface="Apple SD Gothic Neo"/>
              </a:defRPr>
            </a:pPr>
            <a:r>
              <a:rPr sz="1125" dirty="0">
                <a:solidFill>
                  <a:srgbClr val="EED9B5"/>
                </a:solidFill>
                <a:latin typeface="NanumGothic" panose="020D0604000000000000" pitchFamily="34" charset="-127"/>
                <a:ea typeface="NanumGothic" panose="020D0604000000000000" pitchFamily="34" charset="-127"/>
                <a:cs typeface="Apple SD Gothic Neo"/>
              </a:rPr>
              <a:t>07</a:t>
            </a:r>
          </a:p>
        </p:txBody>
      </p:sp>
    </p:spTree>
    <p:extLst>
      <p:ext uri="{BB962C8B-B14F-4D97-AF65-F5344CB8AC3E}">
        <p14:creationId xmlns:p14="http://schemas.microsoft.com/office/powerpoint/2010/main" val="4105563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28002D17-1C0A-4F38-90AD-E8BD258CC94C}"/>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3018BFB7-895D-4C74-BAD2-BE5E5AE60988}"/>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맵 소개</a:t>
            </a:r>
          </a:p>
        </p:txBody>
      </p:sp>
      <p:sp>
        <p:nvSpPr>
          <p:cNvPr id="3" name="직사각형 2">
            <a:extLst>
              <a:ext uri="{FF2B5EF4-FFF2-40B4-BE49-F238E27FC236}">
                <a16:creationId xmlns:a16="http://schemas.microsoft.com/office/drawing/2014/main" id="{26AD33AD-84B6-470B-8B50-06581D4C3536}"/>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18층 캠퍼스에서 소통하고, 옥상에서 쉬어갑니다</a:t>
            </a:r>
          </a:p>
        </p:txBody>
      </p:sp>
      <p:sp>
        <p:nvSpPr>
          <p:cNvPr id="4" name="직사각형 3">
            <a:extLst>
              <a:ext uri="{FF2B5EF4-FFF2-40B4-BE49-F238E27FC236}">
                <a16:creationId xmlns:a16="http://schemas.microsoft.com/office/drawing/2014/main" id="{38A7D268-CE4F-4EA0-9CEA-4F8BF95F183D}"/>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11</a:t>
            </a:r>
          </a:p>
        </p:txBody>
      </p:sp>
      <p:sp>
        <p:nvSpPr>
          <p:cNvPr id="5" name="직사각형 4">
            <a:extLst>
              <a:ext uri="{FF2B5EF4-FFF2-40B4-BE49-F238E27FC236}">
                <a16:creationId xmlns:a16="http://schemas.microsoft.com/office/drawing/2014/main" id="{82C5B122-BF94-405B-BA32-84CA726B73B1}"/>
              </a:ext>
            </a:extLst>
          </p:cNvPr>
          <p:cNvSpPr>
            <a:spLocks noGrp="1"/>
          </p:cNvSpPr>
          <p:nvPr/>
        </p:nvSpPr>
        <p:spPr>
          <a:xfrm>
            <a:off x="138112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18층 캠퍼스 전체 맵</a:t>
            </a:r>
          </a:p>
        </p:txBody>
      </p:sp>
      <p:sp>
        <p:nvSpPr>
          <p:cNvPr id="6" name="직사각형 5">
            <a:extLst>
              <a:ext uri="{FF2B5EF4-FFF2-40B4-BE49-F238E27FC236}">
                <a16:creationId xmlns:a16="http://schemas.microsoft.com/office/drawing/2014/main" id="{AD57A102-B1E5-493D-84C0-16A598F0C9F4}"/>
              </a:ext>
            </a:extLst>
          </p:cNvPr>
          <p:cNvSpPr>
            <a:spLocks noGrp="1"/>
          </p:cNvSpPr>
          <p:nvPr/>
        </p:nvSpPr>
        <p:spPr>
          <a:xfrm>
            <a:off x="623887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옥상 전체 맵</a:t>
            </a:r>
          </a:p>
        </p:txBody>
      </p:sp>
      <p:pic>
        <p:nvPicPr>
          <p:cNvPr id="7" name="그림 6">
            <a:extLst>
              <a:ext uri="{FF2B5EF4-FFF2-40B4-BE49-F238E27FC236}">
                <a16:creationId xmlns:a16="http://schemas.microsoft.com/office/drawing/2014/main" id="{20C40CAB-CE19-46D9-B262-F5C4F288E18F}"/>
              </a:ext>
            </a:extLst>
          </p:cNvPr>
          <p:cNvPicPr>
            <a:picLocks noChangeAspect="1"/>
          </p:cNvPicPr>
          <p:nvPr/>
        </p:nvPicPr>
        <p:blipFill>
          <a:blip r:embed="rId3"/>
          <a:stretch/>
        </p:blipFill>
        <p:spPr>
          <a:xfrm>
            <a:off x="1387007" y="2667000"/>
            <a:ext cx="4560236" cy="2762250"/>
          </a:xfrm>
          <a:prstGeom prst="rect">
            <a:avLst/>
          </a:prstGeom>
        </p:spPr>
      </p:pic>
      <p:pic>
        <p:nvPicPr>
          <p:cNvPr id="8" name="그림 7">
            <a:extLst>
              <a:ext uri="{FF2B5EF4-FFF2-40B4-BE49-F238E27FC236}">
                <a16:creationId xmlns:a16="http://schemas.microsoft.com/office/drawing/2014/main" id="{A1BC0651-CADB-44B3-8948-41E6971EB9EE}"/>
              </a:ext>
            </a:extLst>
          </p:cNvPr>
          <p:cNvPicPr>
            <a:picLocks noChangeAspect="1"/>
          </p:cNvPicPr>
          <p:nvPr/>
        </p:nvPicPr>
        <p:blipFill>
          <a:blip r:embed="rId4"/>
          <a:stretch/>
        </p:blipFill>
        <p:spPr>
          <a:xfrm>
            <a:off x="6572113" y="2667000"/>
            <a:ext cx="3905523" cy="2762250"/>
          </a:xfrm>
          <a:prstGeom prst="rect">
            <a:avLst/>
          </a:prstGeom>
        </p:spPr>
      </p:pic>
    </p:spTree>
    <p:extLst>
      <p:ext uri="{BB962C8B-B14F-4D97-AF65-F5344CB8AC3E}">
        <p14:creationId xmlns:p14="http://schemas.microsoft.com/office/powerpoint/2010/main" val="3900506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A6D942E7-7EC3-4ABE-8732-4B7A1BA2E290}"/>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6C140DEF-C664-42EC-8D80-5BD01D11DF61}"/>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회원가입과 캐릭터 설정</a:t>
            </a:r>
          </a:p>
        </p:txBody>
      </p:sp>
      <p:sp>
        <p:nvSpPr>
          <p:cNvPr id="3" name="직사각형 2">
            <a:extLst>
              <a:ext uri="{FF2B5EF4-FFF2-40B4-BE49-F238E27FC236}">
                <a16:creationId xmlns:a16="http://schemas.microsoft.com/office/drawing/2014/main" id="{A2F2B5E1-D3F6-4D62-85D3-704821CE819B}"/>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계정 생성과 초기 설정을 마치면 캠퍼스에 입장합니다</a:t>
            </a:r>
          </a:p>
        </p:txBody>
      </p:sp>
      <p:sp>
        <p:nvSpPr>
          <p:cNvPr id="4" name="직사각형 3">
            <a:extLst>
              <a:ext uri="{FF2B5EF4-FFF2-40B4-BE49-F238E27FC236}">
                <a16:creationId xmlns:a16="http://schemas.microsoft.com/office/drawing/2014/main" id="{BF076D0A-727A-4ED6-8831-FE6AB5256243}"/>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12</a:t>
            </a:r>
          </a:p>
        </p:txBody>
      </p:sp>
      <p:pic>
        <p:nvPicPr>
          <p:cNvPr id="5" name="그림 4">
            <a:extLst>
              <a:ext uri="{FF2B5EF4-FFF2-40B4-BE49-F238E27FC236}">
                <a16:creationId xmlns:a16="http://schemas.microsoft.com/office/drawing/2014/main" id="{8192DDFC-5C43-4DEA-903B-6829D2033569}"/>
              </a:ext>
            </a:extLst>
          </p:cNvPr>
          <p:cNvPicPr>
            <a:picLocks noChangeAspect="1"/>
          </p:cNvPicPr>
          <p:nvPr/>
        </p:nvPicPr>
        <p:blipFill>
          <a:blip r:embed="rId3"/>
          <a:stretch/>
        </p:blipFill>
        <p:spPr>
          <a:xfrm>
            <a:off x="1738481" y="2305050"/>
            <a:ext cx="1666539" cy="3219450"/>
          </a:xfrm>
          <a:prstGeom prst="rect">
            <a:avLst/>
          </a:prstGeom>
        </p:spPr>
      </p:pic>
      <p:pic>
        <p:nvPicPr>
          <p:cNvPr id="6" name="그림 5">
            <a:extLst>
              <a:ext uri="{FF2B5EF4-FFF2-40B4-BE49-F238E27FC236}">
                <a16:creationId xmlns:a16="http://schemas.microsoft.com/office/drawing/2014/main" id="{24E99ABC-D930-4578-857C-362A5EE7588C}"/>
              </a:ext>
            </a:extLst>
          </p:cNvPr>
          <p:cNvPicPr>
            <a:picLocks noChangeAspect="1"/>
          </p:cNvPicPr>
          <p:nvPr/>
        </p:nvPicPr>
        <p:blipFill>
          <a:blip r:embed="rId4"/>
          <a:stretch/>
        </p:blipFill>
        <p:spPr>
          <a:xfrm>
            <a:off x="3857625" y="3002756"/>
            <a:ext cx="1762125" cy="1938338"/>
          </a:xfrm>
          <a:prstGeom prst="rect">
            <a:avLst/>
          </a:prstGeom>
        </p:spPr>
      </p:pic>
      <p:sp>
        <p:nvSpPr>
          <p:cNvPr id="7" name="직사각형 6">
            <a:extLst>
              <a:ext uri="{FF2B5EF4-FFF2-40B4-BE49-F238E27FC236}">
                <a16:creationId xmlns:a16="http://schemas.microsoft.com/office/drawing/2014/main" id="{7AE307EC-620C-4A9B-BEBA-DB7C0CADCED6}"/>
              </a:ext>
            </a:extLst>
          </p:cNvPr>
          <p:cNvSpPr>
            <a:spLocks noGrp="1"/>
          </p:cNvSpPr>
          <p:nvPr/>
        </p:nvSpPr>
        <p:spPr>
          <a:xfrm>
            <a:off x="5857875" y="24765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계정과 소속 정보 입력</a:t>
            </a:r>
          </a:p>
        </p:txBody>
      </p:sp>
      <p:sp>
        <p:nvSpPr>
          <p:cNvPr id="8" name="직사각형 7">
            <a:extLst>
              <a:ext uri="{FF2B5EF4-FFF2-40B4-BE49-F238E27FC236}">
                <a16:creationId xmlns:a16="http://schemas.microsoft.com/office/drawing/2014/main" id="{2B2800A1-D5C2-49E4-A7DF-02B639718701}"/>
              </a:ext>
            </a:extLst>
          </p:cNvPr>
          <p:cNvSpPr>
            <a:spLocks noGrp="1"/>
          </p:cNvSpPr>
          <p:nvPr/>
        </p:nvSpPr>
        <p:spPr>
          <a:xfrm>
            <a:off x="5857875" y="2924175"/>
            <a:ext cx="4667250" cy="66675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아이디와 비밀번호를 입력하고</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과정과 기수를 선택합니다</a:t>
            </a:r>
          </a:p>
        </p:txBody>
      </p:sp>
      <p:sp>
        <p:nvSpPr>
          <p:cNvPr id="9" name="직사각형 8">
            <a:extLst>
              <a:ext uri="{FF2B5EF4-FFF2-40B4-BE49-F238E27FC236}">
                <a16:creationId xmlns:a16="http://schemas.microsoft.com/office/drawing/2014/main" id="{E6AF87F5-A881-47CB-AF22-629C71E8D6EB}"/>
              </a:ext>
            </a:extLst>
          </p:cNvPr>
          <p:cNvSpPr>
            <a:spLocks noGrp="1"/>
          </p:cNvSpPr>
          <p:nvPr/>
        </p:nvSpPr>
        <p:spPr>
          <a:xfrm>
            <a:off x="5857875" y="390525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닉네임과 아바타 설정</a:t>
            </a:r>
          </a:p>
        </p:txBody>
      </p:sp>
      <p:sp>
        <p:nvSpPr>
          <p:cNvPr id="10" name="직사각형 9">
            <a:extLst>
              <a:ext uri="{FF2B5EF4-FFF2-40B4-BE49-F238E27FC236}">
                <a16:creationId xmlns:a16="http://schemas.microsoft.com/office/drawing/2014/main" id="{3C037376-1EC2-419D-BB93-6234EE30808E}"/>
              </a:ext>
            </a:extLst>
          </p:cNvPr>
          <p:cNvSpPr>
            <a:spLocks noGrp="1"/>
          </p:cNvSpPr>
          <p:nvPr/>
        </p:nvSpPr>
        <p:spPr>
          <a:xfrm>
            <a:off x="5857875" y="4352925"/>
            <a:ext cx="4667250" cy="76200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닉네임과 과정에 맞는 캐릭터를 정해</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캠퍼스에서 사용할 프로필을 완성합니다</a:t>
            </a:r>
          </a:p>
        </p:txBody>
      </p:sp>
    </p:spTree>
    <p:extLst>
      <p:ext uri="{BB962C8B-B14F-4D97-AF65-F5344CB8AC3E}">
        <p14:creationId xmlns:p14="http://schemas.microsoft.com/office/powerpoint/2010/main" val="3090259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5B8A01C9-2484-4C40-970F-8E93914D0825}"/>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D2D49DD3-8A91-4BFC-ADCE-CBD521AC87F1}"/>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안내서와 설정</a:t>
            </a:r>
          </a:p>
        </p:txBody>
      </p:sp>
      <p:sp>
        <p:nvSpPr>
          <p:cNvPr id="3" name="직사각형 2">
            <a:extLst>
              <a:ext uri="{FF2B5EF4-FFF2-40B4-BE49-F238E27FC236}">
                <a16:creationId xmlns:a16="http://schemas.microsoft.com/office/drawing/2014/main" id="{BB8E8BCE-6668-485E-B970-FBFD34B2FAA0}"/>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안내서로 사용법을 익히고, 설정에서 화면 표시를 조절합니다</a:t>
            </a:r>
          </a:p>
        </p:txBody>
      </p:sp>
      <p:sp>
        <p:nvSpPr>
          <p:cNvPr id="4" name="직사각형 3">
            <a:extLst>
              <a:ext uri="{FF2B5EF4-FFF2-40B4-BE49-F238E27FC236}">
                <a16:creationId xmlns:a16="http://schemas.microsoft.com/office/drawing/2014/main" id="{AC8BC69A-6840-46A0-ABFF-6CCAD366008B}"/>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13</a:t>
            </a:r>
          </a:p>
        </p:txBody>
      </p:sp>
      <p:sp>
        <p:nvSpPr>
          <p:cNvPr id="5" name="직사각형 4">
            <a:extLst>
              <a:ext uri="{FF2B5EF4-FFF2-40B4-BE49-F238E27FC236}">
                <a16:creationId xmlns:a16="http://schemas.microsoft.com/office/drawing/2014/main" id="{A1246AAD-6A58-4216-B01B-A0E3D911C61A}"/>
              </a:ext>
            </a:extLst>
          </p:cNvPr>
          <p:cNvSpPr>
            <a:spLocks noGrp="1"/>
          </p:cNvSpPr>
          <p:nvPr/>
        </p:nvSpPr>
        <p:spPr>
          <a:xfrm>
            <a:off x="1381125" y="230505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첫 방문 안내서</a:t>
            </a:r>
          </a:p>
        </p:txBody>
      </p:sp>
      <p:sp>
        <p:nvSpPr>
          <p:cNvPr id="6" name="직사각형 5">
            <a:extLst>
              <a:ext uri="{FF2B5EF4-FFF2-40B4-BE49-F238E27FC236}">
                <a16:creationId xmlns:a16="http://schemas.microsoft.com/office/drawing/2014/main" id="{7243EEF1-75D2-44B6-990C-C9AD003CD3A7}"/>
              </a:ext>
            </a:extLst>
          </p:cNvPr>
          <p:cNvSpPr>
            <a:spLocks noGrp="1"/>
          </p:cNvSpPr>
          <p:nvPr/>
        </p:nvSpPr>
        <p:spPr>
          <a:xfrm>
            <a:off x="7143750" y="2305050"/>
            <a:ext cx="3381375"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화면 표시 설정</a:t>
            </a:r>
          </a:p>
        </p:txBody>
      </p:sp>
      <p:pic>
        <p:nvPicPr>
          <p:cNvPr id="7" name="그림 6">
            <a:extLst>
              <a:ext uri="{FF2B5EF4-FFF2-40B4-BE49-F238E27FC236}">
                <a16:creationId xmlns:a16="http://schemas.microsoft.com/office/drawing/2014/main" id="{1D015ADE-019C-4D70-8B63-F58634BEB92E}"/>
              </a:ext>
            </a:extLst>
          </p:cNvPr>
          <p:cNvPicPr>
            <a:picLocks noChangeAspect="1"/>
          </p:cNvPicPr>
          <p:nvPr/>
        </p:nvPicPr>
        <p:blipFill>
          <a:blip r:embed="rId3"/>
          <a:stretch/>
        </p:blipFill>
        <p:spPr>
          <a:xfrm>
            <a:off x="2128242" y="2647950"/>
            <a:ext cx="3839766" cy="2571750"/>
          </a:xfrm>
          <a:prstGeom prst="rect">
            <a:avLst/>
          </a:prstGeom>
        </p:spPr>
      </p:pic>
      <p:pic>
        <p:nvPicPr>
          <p:cNvPr id="8" name="그림 7">
            <a:extLst>
              <a:ext uri="{FF2B5EF4-FFF2-40B4-BE49-F238E27FC236}">
                <a16:creationId xmlns:a16="http://schemas.microsoft.com/office/drawing/2014/main" id="{A282BEAD-33F0-4951-93AE-54CE4473A051}"/>
              </a:ext>
            </a:extLst>
          </p:cNvPr>
          <p:cNvPicPr>
            <a:picLocks noChangeAspect="1"/>
          </p:cNvPicPr>
          <p:nvPr/>
        </p:nvPicPr>
        <p:blipFill>
          <a:blip r:embed="rId4"/>
          <a:stretch/>
        </p:blipFill>
        <p:spPr>
          <a:xfrm>
            <a:off x="7659118" y="2647950"/>
            <a:ext cx="1636263" cy="2571750"/>
          </a:xfrm>
          <a:prstGeom prst="rect">
            <a:avLst/>
          </a:prstGeom>
        </p:spPr>
      </p:pic>
      <p:sp>
        <p:nvSpPr>
          <p:cNvPr id="9" name="직사각형 8">
            <a:extLst>
              <a:ext uri="{FF2B5EF4-FFF2-40B4-BE49-F238E27FC236}">
                <a16:creationId xmlns:a16="http://schemas.microsoft.com/office/drawing/2014/main" id="{8BF9B4DB-0D62-4AAC-A284-46E6B05C8CAD}"/>
              </a:ext>
            </a:extLst>
          </p:cNvPr>
          <p:cNvSpPr>
            <a:spLocks noGrp="1"/>
          </p:cNvSpPr>
          <p:nvPr/>
        </p:nvSpPr>
        <p:spPr>
          <a:xfrm>
            <a:off x="1381125" y="5286375"/>
            <a:ext cx="5334000" cy="304800"/>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사진과 조작 키 안내, 단계 이동과 다시 보기</a:t>
            </a:r>
          </a:p>
        </p:txBody>
      </p:sp>
      <p:sp>
        <p:nvSpPr>
          <p:cNvPr id="10" name="직사각형 9">
            <a:extLst>
              <a:ext uri="{FF2B5EF4-FFF2-40B4-BE49-F238E27FC236}">
                <a16:creationId xmlns:a16="http://schemas.microsoft.com/office/drawing/2014/main" id="{7E2B1818-6303-4321-9D1C-0ED10A45D71F}"/>
              </a:ext>
            </a:extLst>
          </p:cNvPr>
          <p:cNvSpPr>
            <a:spLocks noGrp="1"/>
          </p:cNvSpPr>
          <p:nvPr/>
        </p:nvSpPr>
        <p:spPr>
          <a:xfrm>
            <a:off x="7143750" y="5286375"/>
            <a:ext cx="3429000" cy="304800"/>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닉네임·채팅·말풍선 표시 조절</a:t>
            </a:r>
          </a:p>
        </p:txBody>
      </p:sp>
    </p:spTree>
    <p:extLst>
      <p:ext uri="{BB962C8B-B14F-4D97-AF65-F5344CB8AC3E}">
        <p14:creationId xmlns:p14="http://schemas.microsoft.com/office/powerpoint/2010/main" val="2616222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92B89783-F8CC-4673-A45B-EC1493952212}"/>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5BDEE0E5-F9F8-479A-8C47-A25EF70BDB81}"/>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게시판: 구내식당 메뉴와 점메추</a:t>
            </a:r>
          </a:p>
        </p:txBody>
      </p:sp>
      <p:sp>
        <p:nvSpPr>
          <p:cNvPr id="3" name="직사각형 2">
            <a:extLst>
              <a:ext uri="{FF2B5EF4-FFF2-40B4-BE49-F238E27FC236}">
                <a16:creationId xmlns:a16="http://schemas.microsoft.com/office/drawing/2014/main" id="{386FFC0B-1CFB-4A11-B344-756AECE75782}"/>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오늘의 식단을 확인하고, 점메추 룰렛으로 점심을 고릅니다</a:t>
            </a:r>
          </a:p>
        </p:txBody>
      </p:sp>
      <p:sp>
        <p:nvSpPr>
          <p:cNvPr id="4" name="직사각형 3">
            <a:extLst>
              <a:ext uri="{FF2B5EF4-FFF2-40B4-BE49-F238E27FC236}">
                <a16:creationId xmlns:a16="http://schemas.microsoft.com/office/drawing/2014/main" id="{9B8EDD98-A758-4EEC-A759-365F0C6CE3DF}"/>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14</a:t>
            </a:r>
          </a:p>
        </p:txBody>
      </p:sp>
      <p:sp>
        <p:nvSpPr>
          <p:cNvPr id="5" name="직사각형 4">
            <a:extLst>
              <a:ext uri="{FF2B5EF4-FFF2-40B4-BE49-F238E27FC236}">
                <a16:creationId xmlns:a16="http://schemas.microsoft.com/office/drawing/2014/main" id="{5A01A320-4FBD-40C2-A826-F6AEC6636DFE}"/>
              </a:ext>
            </a:extLst>
          </p:cNvPr>
          <p:cNvSpPr>
            <a:spLocks noGrp="1"/>
          </p:cNvSpPr>
          <p:nvPr/>
        </p:nvSpPr>
        <p:spPr>
          <a:xfrm>
            <a:off x="138112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구내식당 메뉴</a:t>
            </a:r>
          </a:p>
        </p:txBody>
      </p:sp>
      <p:sp>
        <p:nvSpPr>
          <p:cNvPr id="6" name="직사각형 5">
            <a:extLst>
              <a:ext uri="{FF2B5EF4-FFF2-40B4-BE49-F238E27FC236}">
                <a16:creationId xmlns:a16="http://schemas.microsoft.com/office/drawing/2014/main" id="{05FAEDCD-27C2-4F85-BEA6-9D959CD25FFD}"/>
              </a:ext>
            </a:extLst>
          </p:cNvPr>
          <p:cNvSpPr>
            <a:spLocks noGrp="1"/>
          </p:cNvSpPr>
          <p:nvPr/>
        </p:nvSpPr>
        <p:spPr>
          <a:xfrm>
            <a:off x="623887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점메추 룰렛</a:t>
            </a:r>
          </a:p>
        </p:txBody>
      </p:sp>
      <p:pic>
        <p:nvPicPr>
          <p:cNvPr id="7" name="그림 6">
            <a:extLst>
              <a:ext uri="{FF2B5EF4-FFF2-40B4-BE49-F238E27FC236}">
                <a16:creationId xmlns:a16="http://schemas.microsoft.com/office/drawing/2014/main" id="{B495D37B-E23C-4809-B20D-4651B4830EF0}"/>
              </a:ext>
            </a:extLst>
          </p:cNvPr>
          <p:cNvPicPr>
            <a:picLocks noChangeAspect="1"/>
          </p:cNvPicPr>
          <p:nvPr/>
        </p:nvPicPr>
        <p:blipFill>
          <a:blip r:embed="rId3"/>
          <a:stretch/>
        </p:blipFill>
        <p:spPr>
          <a:xfrm>
            <a:off x="2172433" y="2667000"/>
            <a:ext cx="2989385" cy="2571750"/>
          </a:xfrm>
          <a:prstGeom prst="rect">
            <a:avLst/>
          </a:prstGeom>
        </p:spPr>
      </p:pic>
      <p:pic>
        <p:nvPicPr>
          <p:cNvPr id="8" name="그림 7">
            <a:extLst>
              <a:ext uri="{FF2B5EF4-FFF2-40B4-BE49-F238E27FC236}">
                <a16:creationId xmlns:a16="http://schemas.microsoft.com/office/drawing/2014/main" id="{9F0D9BDF-7078-4023-8DD7-4A4192925A83}"/>
              </a:ext>
            </a:extLst>
          </p:cNvPr>
          <p:cNvPicPr>
            <a:picLocks noChangeAspect="1"/>
          </p:cNvPicPr>
          <p:nvPr/>
        </p:nvPicPr>
        <p:blipFill>
          <a:blip r:embed="rId4"/>
          <a:stretch/>
        </p:blipFill>
        <p:spPr>
          <a:xfrm>
            <a:off x="6775024" y="2667000"/>
            <a:ext cx="3499701" cy="2571750"/>
          </a:xfrm>
          <a:prstGeom prst="rect">
            <a:avLst/>
          </a:prstGeom>
        </p:spPr>
      </p:pic>
      <p:sp>
        <p:nvSpPr>
          <p:cNvPr id="9" name="직사각형 8">
            <a:extLst>
              <a:ext uri="{FF2B5EF4-FFF2-40B4-BE49-F238E27FC236}">
                <a16:creationId xmlns:a16="http://schemas.microsoft.com/office/drawing/2014/main" id="{5CDD3930-E569-4384-8AD8-E020467968F8}"/>
              </a:ext>
            </a:extLst>
          </p:cNvPr>
          <p:cNvSpPr>
            <a:spLocks noGrp="1"/>
          </p:cNvSpPr>
          <p:nvPr/>
        </p:nvSpPr>
        <p:spPr>
          <a:xfrm>
            <a:off x="1381125" y="5238750"/>
            <a:ext cx="457200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오늘의 메뉴 사진과 갱신 시간 확인</a:t>
            </a:r>
          </a:p>
        </p:txBody>
      </p:sp>
      <p:sp>
        <p:nvSpPr>
          <p:cNvPr id="10" name="직사각형 9">
            <a:extLst>
              <a:ext uri="{FF2B5EF4-FFF2-40B4-BE49-F238E27FC236}">
                <a16:creationId xmlns:a16="http://schemas.microsoft.com/office/drawing/2014/main" id="{4F1CE6EF-409E-4AE9-AADA-877787F7D822}"/>
              </a:ext>
            </a:extLst>
          </p:cNvPr>
          <p:cNvSpPr>
            <a:spLocks noGrp="1"/>
          </p:cNvSpPr>
          <p:nvPr/>
        </p:nvSpPr>
        <p:spPr>
          <a:xfrm>
            <a:off x="6238875" y="5238750"/>
            <a:ext cx="457200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음식 분류별 추천과 다시 돌리기</a:t>
            </a:r>
          </a:p>
        </p:txBody>
      </p:sp>
    </p:spTree>
    <p:extLst>
      <p:ext uri="{BB962C8B-B14F-4D97-AF65-F5344CB8AC3E}">
        <p14:creationId xmlns:p14="http://schemas.microsoft.com/office/powerpoint/2010/main" val="2393505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7F015AD3-1F6F-4F26-9519-581DE65235C9}"/>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FB547F6C-A7BE-40AE-9368-84181C2219C3}"/>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게시판: 커뮤니티</a:t>
            </a:r>
          </a:p>
        </p:txBody>
      </p:sp>
      <p:sp>
        <p:nvSpPr>
          <p:cNvPr id="3" name="직사각형 2">
            <a:extLst>
              <a:ext uri="{FF2B5EF4-FFF2-40B4-BE49-F238E27FC236}">
                <a16:creationId xmlns:a16="http://schemas.microsoft.com/office/drawing/2014/main" id="{AC952742-48AE-4232-86A8-9DB990AD8149}"/>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카테고리별 글을 찾고, 게시글과 댓글로 정보를 나눕니다</a:t>
            </a:r>
          </a:p>
        </p:txBody>
      </p:sp>
      <p:sp>
        <p:nvSpPr>
          <p:cNvPr id="4" name="직사각형 3">
            <a:extLst>
              <a:ext uri="{FF2B5EF4-FFF2-40B4-BE49-F238E27FC236}">
                <a16:creationId xmlns:a16="http://schemas.microsoft.com/office/drawing/2014/main" id="{087B9251-FACD-495F-AC80-D2384FB715BC}"/>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15</a:t>
            </a:r>
          </a:p>
        </p:txBody>
      </p:sp>
      <p:sp>
        <p:nvSpPr>
          <p:cNvPr id="6" name="직사각형 5">
            <a:extLst>
              <a:ext uri="{FF2B5EF4-FFF2-40B4-BE49-F238E27FC236}">
                <a16:creationId xmlns:a16="http://schemas.microsoft.com/office/drawing/2014/main" id="{7ED91B2F-6DFD-481C-9636-8C4E1E9843CB}"/>
              </a:ext>
            </a:extLst>
          </p:cNvPr>
          <p:cNvSpPr>
            <a:spLocks noGrp="1"/>
          </p:cNvSpPr>
          <p:nvPr/>
        </p:nvSpPr>
        <p:spPr>
          <a:xfrm>
            <a:off x="7429500" y="2524125"/>
            <a:ext cx="3190875"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글 조회와 검색</a:t>
            </a:r>
          </a:p>
        </p:txBody>
      </p:sp>
      <p:sp>
        <p:nvSpPr>
          <p:cNvPr id="7" name="직사각형 6">
            <a:extLst>
              <a:ext uri="{FF2B5EF4-FFF2-40B4-BE49-F238E27FC236}">
                <a16:creationId xmlns:a16="http://schemas.microsoft.com/office/drawing/2014/main" id="{DCC80949-AFAE-456D-875B-DA6E2D823DB3}"/>
              </a:ext>
            </a:extLst>
          </p:cNvPr>
          <p:cNvSpPr>
            <a:spLocks noGrp="1"/>
          </p:cNvSpPr>
          <p:nvPr/>
        </p:nvSpPr>
        <p:spPr>
          <a:xfrm>
            <a:off x="7429500" y="2952750"/>
            <a:ext cx="3190875" cy="809625"/>
          </a:xfrm>
          <a:prstGeom prst="rect">
            <a:avLst/>
          </a:prstGeom>
          <a:noFill/>
          <a:ln w="0">
            <a:noFill/>
          </a:ln>
        </p:spPr>
        <p:txBody>
          <a:bodyPr lIns="0" tIns="0" rIns="0" bIns="0" anchor="ctr"/>
          <a:lstStyle>
            <a:defPPr>
              <a:defRPr sz="1800" b="0">
                <a:solidFill>
                  <a:srgbClr val="796F5E"/>
                </a:solidFill>
                <a:latin typeface="NanumGothic"/>
                <a:ea typeface="NanumGothic"/>
                <a:cs typeface="NanumGothic"/>
              </a:defRPr>
            </a:defPPr>
          </a:lstStyle>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공지·자유·IT 등 카테고리</a:t>
            </a:r>
          </a:p>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키워드 검색과 페이지 이동</a:t>
            </a:r>
          </a:p>
        </p:txBody>
      </p:sp>
      <p:sp>
        <p:nvSpPr>
          <p:cNvPr id="8" name="직사각형 7">
            <a:extLst>
              <a:ext uri="{FF2B5EF4-FFF2-40B4-BE49-F238E27FC236}">
                <a16:creationId xmlns:a16="http://schemas.microsoft.com/office/drawing/2014/main" id="{E2AD6496-13F9-4C81-92C6-98C1CBCEB154}"/>
              </a:ext>
            </a:extLst>
          </p:cNvPr>
          <p:cNvSpPr>
            <a:spLocks noGrp="1"/>
          </p:cNvSpPr>
          <p:nvPr/>
        </p:nvSpPr>
        <p:spPr>
          <a:xfrm>
            <a:off x="7429500" y="4048125"/>
            <a:ext cx="3190875"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게시글과 댓글</a:t>
            </a:r>
          </a:p>
        </p:txBody>
      </p:sp>
      <p:sp>
        <p:nvSpPr>
          <p:cNvPr id="9" name="직사각형 8">
            <a:extLst>
              <a:ext uri="{FF2B5EF4-FFF2-40B4-BE49-F238E27FC236}">
                <a16:creationId xmlns:a16="http://schemas.microsoft.com/office/drawing/2014/main" id="{0A4FE9EE-F31D-40F5-BD3A-3192078EFCA1}"/>
              </a:ext>
            </a:extLst>
          </p:cNvPr>
          <p:cNvSpPr>
            <a:spLocks noGrp="1"/>
          </p:cNvSpPr>
          <p:nvPr/>
        </p:nvSpPr>
        <p:spPr>
          <a:xfrm>
            <a:off x="7429500" y="4476750"/>
            <a:ext cx="3190875" cy="809625"/>
          </a:xfrm>
          <a:prstGeom prst="rect">
            <a:avLst/>
          </a:prstGeom>
          <a:noFill/>
          <a:ln w="0">
            <a:noFill/>
          </a:ln>
        </p:spPr>
        <p:txBody>
          <a:bodyPr lIns="0" tIns="0" rIns="0" bIns="0" anchor="ctr"/>
          <a:lstStyle>
            <a:defPPr>
              <a:defRPr sz="1800" b="0">
                <a:solidFill>
                  <a:srgbClr val="796F5E"/>
                </a:solidFill>
                <a:latin typeface="NanumGothic"/>
                <a:ea typeface="NanumGothic"/>
                <a:cs typeface="NanumGothic"/>
              </a:defRPr>
            </a:defPPr>
          </a:lstStyle>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글·댓글·대댓글 작성</a:t>
            </a:r>
          </a:p>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본인 글의 수정과 삭제</a:t>
            </a:r>
          </a:p>
        </p:txBody>
      </p:sp>
      <p:pic>
        <p:nvPicPr>
          <p:cNvPr id="11" name="그림 10">
            <a:extLst>
              <a:ext uri="{FF2B5EF4-FFF2-40B4-BE49-F238E27FC236}">
                <a16:creationId xmlns:a16="http://schemas.microsoft.com/office/drawing/2014/main" id="{38BF3420-2AD7-4311-A138-3C7B069D370F}"/>
              </a:ext>
            </a:extLst>
          </p:cNvPr>
          <p:cNvPicPr>
            <a:picLocks noChangeAspect="1"/>
          </p:cNvPicPr>
          <p:nvPr/>
        </p:nvPicPr>
        <p:blipFill>
          <a:blip r:embed="rId3"/>
          <a:stretch/>
        </p:blipFill>
        <p:spPr>
          <a:xfrm>
            <a:off x="1676077" y="2381250"/>
            <a:ext cx="5125096" cy="3143250"/>
          </a:xfrm>
          <a:prstGeom prst="rect">
            <a:avLst/>
          </a:prstGeom>
        </p:spPr>
      </p:pic>
    </p:spTree>
    <p:extLst>
      <p:ext uri="{BB962C8B-B14F-4D97-AF65-F5344CB8AC3E}">
        <p14:creationId xmlns:p14="http://schemas.microsoft.com/office/powerpoint/2010/main" val="870595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29D02047-43FE-4AAF-A612-7EA70801AC2F}"/>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AE10E19A-7AAC-44D5-AF0A-A834C32CC625}"/>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채팅창과 쪽지함</a:t>
            </a:r>
          </a:p>
        </p:txBody>
      </p:sp>
      <p:sp>
        <p:nvSpPr>
          <p:cNvPr id="3" name="직사각형 2">
            <a:extLst>
              <a:ext uri="{FF2B5EF4-FFF2-40B4-BE49-F238E27FC236}">
                <a16:creationId xmlns:a16="http://schemas.microsoft.com/office/drawing/2014/main" id="{BBB71986-6936-4E69-BA49-72865DB59505}"/>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전체 채팅으로 함께 대화하고, 쪽지함으로 개인 메시지를 주고받습니다</a:t>
            </a:r>
          </a:p>
        </p:txBody>
      </p:sp>
      <p:sp>
        <p:nvSpPr>
          <p:cNvPr id="4" name="직사각형 3">
            <a:extLst>
              <a:ext uri="{FF2B5EF4-FFF2-40B4-BE49-F238E27FC236}">
                <a16:creationId xmlns:a16="http://schemas.microsoft.com/office/drawing/2014/main" id="{873D8ECD-8384-4929-AEA0-A5F6B6090E6D}"/>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16</a:t>
            </a:r>
          </a:p>
        </p:txBody>
      </p:sp>
      <p:pic>
        <p:nvPicPr>
          <p:cNvPr id="5" name="그림 4">
            <a:extLst>
              <a:ext uri="{FF2B5EF4-FFF2-40B4-BE49-F238E27FC236}">
                <a16:creationId xmlns:a16="http://schemas.microsoft.com/office/drawing/2014/main" id="{DD6344D3-13C2-498E-B479-B9891843BA30}"/>
              </a:ext>
            </a:extLst>
          </p:cNvPr>
          <p:cNvPicPr>
            <a:picLocks noChangeAspect="1"/>
          </p:cNvPicPr>
          <p:nvPr/>
        </p:nvPicPr>
        <p:blipFill>
          <a:blip r:embed="rId3"/>
          <a:stretch/>
        </p:blipFill>
        <p:spPr>
          <a:xfrm>
            <a:off x="2014245" y="2628900"/>
            <a:ext cx="3210510" cy="2524125"/>
          </a:xfrm>
          <a:prstGeom prst="rect">
            <a:avLst/>
          </a:prstGeom>
        </p:spPr>
      </p:pic>
      <p:pic>
        <p:nvPicPr>
          <p:cNvPr id="6" name="그림 5">
            <a:extLst>
              <a:ext uri="{FF2B5EF4-FFF2-40B4-BE49-F238E27FC236}">
                <a16:creationId xmlns:a16="http://schemas.microsoft.com/office/drawing/2014/main" id="{A8A13B4C-3EC2-42A1-99B1-C93651ED5C6D}"/>
              </a:ext>
            </a:extLst>
          </p:cNvPr>
          <p:cNvPicPr>
            <a:picLocks noChangeAspect="1"/>
          </p:cNvPicPr>
          <p:nvPr/>
        </p:nvPicPr>
        <p:blipFill>
          <a:blip r:embed="rId4"/>
          <a:stretch/>
        </p:blipFill>
        <p:spPr>
          <a:xfrm>
            <a:off x="6647427" y="2628900"/>
            <a:ext cx="3754897" cy="2524125"/>
          </a:xfrm>
          <a:prstGeom prst="rect">
            <a:avLst/>
          </a:prstGeom>
        </p:spPr>
      </p:pic>
      <p:sp>
        <p:nvSpPr>
          <p:cNvPr id="7" name="직사각형 6">
            <a:extLst>
              <a:ext uri="{FF2B5EF4-FFF2-40B4-BE49-F238E27FC236}">
                <a16:creationId xmlns:a16="http://schemas.microsoft.com/office/drawing/2014/main" id="{BF2F73A7-D2D1-4C9C-A912-63E227C4748F}"/>
              </a:ext>
            </a:extLst>
          </p:cNvPr>
          <p:cNvSpPr>
            <a:spLocks noGrp="1"/>
          </p:cNvSpPr>
          <p:nvPr/>
        </p:nvSpPr>
        <p:spPr>
          <a:xfrm>
            <a:off x="138112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전체 채팅과 말풍선</a:t>
            </a:r>
          </a:p>
        </p:txBody>
      </p:sp>
      <p:sp>
        <p:nvSpPr>
          <p:cNvPr id="8" name="직사각형 7">
            <a:extLst>
              <a:ext uri="{FF2B5EF4-FFF2-40B4-BE49-F238E27FC236}">
                <a16:creationId xmlns:a16="http://schemas.microsoft.com/office/drawing/2014/main" id="{088C712D-0AF6-41A8-AA0C-8E0BCEFB7D81}"/>
              </a:ext>
            </a:extLst>
          </p:cNvPr>
          <p:cNvSpPr>
            <a:spLocks noGrp="1"/>
          </p:cNvSpPr>
          <p:nvPr/>
        </p:nvSpPr>
        <p:spPr>
          <a:xfrm>
            <a:off x="623887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쪽지함과 1:1 대화</a:t>
            </a:r>
          </a:p>
        </p:txBody>
      </p:sp>
      <p:sp>
        <p:nvSpPr>
          <p:cNvPr id="9" name="직사각형 8">
            <a:extLst>
              <a:ext uri="{FF2B5EF4-FFF2-40B4-BE49-F238E27FC236}">
                <a16:creationId xmlns:a16="http://schemas.microsoft.com/office/drawing/2014/main" id="{3172FB01-370C-420A-B663-3E91CDCC5072}"/>
              </a:ext>
            </a:extLst>
          </p:cNvPr>
          <p:cNvSpPr>
            <a:spLocks noGrp="1"/>
          </p:cNvSpPr>
          <p:nvPr/>
        </p:nvSpPr>
        <p:spPr>
          <a:xfrm>
            <a:off x="1381125" y="5238750"/>
            <a:ext cx="4619625" cy="342900"/>
          </a:xfrm>
          <a:prstGeom prst="rect">
            <a:avLst/>
          </a:prstGeom>
          <a:noFill/>
          <a:ln w="0">
            <a:noFill/>
          </a:ln>
        </p:spPr>
        <p:txBody>
          <a:bodyPr lIns="0" tIns="0" rIns="0" bIns="0" anchor="ctr"/>
          <a:lstStyle>
            <a:defPPr>
              <a:defRPr sz="1500" b="0">
                <a:solidFill>
                  <a:srgbClr val="796F5E"/>
                </a:solidFill>
                <a:latin typeface="NanumGothic"/>
                <a:ea typeface="NanumGothic"/>
                <a:cs typeface="NanumGothic"/>
              </a:defRPr>
            </a:defPPr>
          </a:lstStyle>
          <a:p>
            <a:pPr>
              <a:buNone/>
              <a:defRPr sz="1500" b="0">
                <a:solidFill>
                  <a:srgbClr val="796F5E"/>
                </a:solidFill>
                <a:latin typeface="NanumGothic"/>
                <a:ea typeface="NanumGothic"/>
                <a:cs typeface="NanumGothic"/>
              </a:defRPr>
            </a:pPr>
            <a:r>
              <a:rPr sz="1500" b="0">
                <a:solidFill>
                  <a:srgbClr val="796F5E"/>
                </a:solidFill>
                <a:latin typeface="NanumGothic"/>
                <a:ea typeface="NanumGothic"/>
                <a:cs typeface="NanumGothic"/>
              </a:rPr>
              <a:t>Enter로 입력·전송, 캐릭터 말풍선 표시</a:t>
            </a:r>
          </a:p>
        </p:txBody>
      </p:sp>
      <p:sp>
        <p:nvSpPr>
          <p:cNvPr id="10" name="직사각형 9">
            <a:extLst>
              <a:ext uri="{FF2B5EF4-FFF2-40B4-BE49-F238E27FC236}">
                <a16:creationId xmlns:a16="http://schemas.microsoft.com/office/drawing/2014/main" id="{53FE0A2A-08B2-40BA-B1D0-BDD153120243}"/>
              </a:ext>
            </a:extLst>
          </p:cNvPr>
          <p:cNvSpPr>
            <a:spLocks noGrp="1"/>
          </p:cNvSpPr>
          <p:nvPr/>
        </p:nvSpPr>
        <p:spPr>
          <a:xfrm>
            <a:off x="6238875" y="5238750"/>
            <a:ext cx="4619625" cy="342900"/>
          </a:xfrm>
          <a:prstGeom prst="rect">
            <a:avLst/>
          </a:prstGeom>
          <a:noFill/>
          <a:ln w="0">
            <a:noFill/>
          </a:ln>
        </p:spPr>
        <p:txBody>
          <a:bodyPr lIns="0" tIns="0" rIns="0" bIns="0" anchor="ctr"/>
          <a:lstStyle>
            <a:defPPr>
              <a:defRPr sz="1500" b="0">
                <a:solidFill>
                  <a:srgbClr val="796F5E"/>
                </a:solidFill>
                <a:latin typeface="NanumGothic"/>
                <a:ea typeface="NanumGothic"/>
                <a:cs typeface="NanumGothic"/>
              </a:defRPr>
            </a:defPPr>
          </a:lstStyle>
          <a:p>
            <a:pPr>
              <a:buNone/>
              <a:defRPr sz="1500" b="0">
                <a:solidFill>
                  <a:srgbClr val="796F5E"/>
                </a:solidFill>
                <a:latin typeface="NanumGothic"/>
                <a:ea typeface="NanumGothic"/>
                <a:cs typeface="NanumGothic"/>
              </a:defRPr>
            </a:pPr>
            <a:r>
              <a:rPr sz="1500" b="0">
                <a:solidFill>
                  <a:srgbClr val="796F5E"/>
                </a:solidFill>
                <a:latin typeface="NanumGothic"/>
                <a:ea typeface="NanumGothic"/>
                <a:cs typeface="NanumGothic"/>
              </a:rPr>
              <a:t>닉네임 검색, 대화 내역과 미확인 쪽지</a:t>
            </a:r>
          </a:p>
        </p:txBody>
      </p:sp>
    </p:spTree>
    <p:extLst>
      <p:ext uri="{BB962C8B-B14F-4D97-AF65-F5344CB8AC3E}">
        <p14:creationId xmlns:p14="http://schemas.microsoft.com/office/powerpoint/2010/main" val="592892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FEA1EE7E-0219-4DE5-8BCE-84D7EF8BEB66}"/>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C03626D8-5484-45FE-8A95-D2816E11CAFE}"/>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실시간 위치 공유와 이동 기록</a:t>
            </a:r>
          </a:p>
        </p:txBody>
      </p:sp>
      <p:sp>
        <p:nvSpPr>
          <p:cNvPr id="3" name="직사각형 2">
            <a:extLst>
              <a:ext uri="{FF2B5EF4-FFF2-40B4-BE49-F238E27FC236}">
                <a16:creationId xmlns:a16="http://schemas.microsoft.com/office/drawing/2014/main" id="{0A2AE70A-E3F7-4678-8ED0-C76DD1238219}"/>
              </a:ext>
            </a:extLst>
          </p:cNvPr>
          <p:cNvSpPr>
            <a:spLocks noGrp="1"/>
          </p:cNvSpPr>
          <p:nvPr/>
        </p:nvSpPr>
        <p:spPr>
          <a:xfrm>
            <a:off x="1381125" y="2476500"/>
            <a:ext cx="4191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실시간 위치 공유</a:t>
            </a:r>
          </a:p>
        </p:txBody>
      </p:sp>
      <p:sp>
        <p:nvSpPr>
          <p:cNvPr id="4" name="직사각형 3">
            <a:extLst>
              <a:ext uri="{FF2B5EF4-FFF2-40B4-BE49-F238E27FC236}">
                <a16:creationId xmlns:a16="http://schemas.microsoft.com/office/drawing/2014/main" id="{351410F6-E88A-46E8-AE9A-8BAF606A036D}"/>
              </a:ext>
            </a:extLst>
          </p:cNvPr>
          <p:cNvSpPr>
            <a:spLocks noGrp="1"/>
          </p:cNvSpPr>
          <p:nvPr/>
        </p:nvSpPr>
        <p:spPr>
          <a:xfrm>
            <a:off x="1381125" y="2952750"/>
            <a:ext cx="4191000" cy="428625"/>
          </a:xfrm>
          <a:prstGeom prst="rect">
            <a:avLst/>
          </a:prstGeom>
          <a:noFill/>
          <a:ln w="0">
            <a:noFill/>
          </a:ln>
        </p:spPr>
        <p:txBody>
          <a:bodyPr lIns="0" tIns="0" rIns="0" bIns="0" anchor="ctr"/>
          <a:lstStyle>
            <a:defPPr>
              <a:defRPr sz="2100" b="1">
                <a:solidFill>
                  <a:srgbClr val="183F3E"/>
                </a:solidFill>
                <a:latin typeface="NanumGothic"/>
                <a:ea typeface="NanumGothic"/>
                <a:cs typeface="NanumGothic"/>
              </a:defRPr>
            </a:defPPr>
          </a:lstStyle>
          <a:p>
            <a:pPr>
              <a:buNone/>
              <a:defRPr sz="2100" b="1">
                <a:solidFill>
                  <a:srgbClr val="183F3E"/>
                </a:solidFill>
                <a:latin typeface="NanumGothic"/>
                <a:ea typeface="NanumGothic"/>
                <a:cs typeface="NanumGothic"/>
              </a:defRPr>
            </a:pPr>
            <a:r>
              <a:rPr sz="2100" b="1">
                <a:solidFill>
                  <a:srgbClr val="183F3E"/>
                </a:solidFill>
                <a:latin typeface="NanumGothic"/>
                <a:ea typeface="NanumGothic"/>
                <a:cs typeface="NanumGothic"/>
              </a:rPr>
              <a:t>같은 맵에서 움직임 공유</a:t>
            </a:r>
          </a:p>
        </p:txBody>
      </p:sp>
      <p:sp>
        <p:nvSpPr>
          <p:cNvPr id="5" name="직사각형 4">
            <a:extLst>
              <a:ext uri="{FF2B5EF4-FFF2-40B4-BE49-F238E27FC236}">
                <a16:creationId xmlns:a16="http://schemas.microsoft.com/office/drawing/2014/main" id="{01ED8D5B-ECE8-440E-A60A-504B9552DC25}"/>
              </a:ext>
            </a:extLst>
          </p:cNvPr>
          <p:cNvSpPr>
            <a:spLocks noGrp="1"/>
          </p:cNvSpPr>
          <p:nvPr/>
        </p:nvSpPr>
        <p:spPr>
          <a:xfrm>
            <a:off x="1381125" y="3667125"/>
            <a:ext cx="4238625" cy="133350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서버가 이동과 충돌을 판정</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WebSocket으로 위치와 방향 전달</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같은 층의 사용자 화면에 반영</a:t>
            </a:r>
          </a:p>
        </p:txBody>
      </p:sp>
      <p:sp>
        <p:nvSpPr>
          <p:cNvPr id="6" name="직사각형 5">
            <a:extLst>
              <a:ext uri="{FF2B5EF4-FFF2-40B4-BE49-F238E27FC236}">
                <a16:creationId xmlns:a16="http://schemas.microsoft.com/office/drawing/2014/main" id="{29C1E21A-267F-46A8-9EB7-E36E91EAEAA8}"/>
              </a:ext>
            </a:extLst>
          </p:cNvPr>
          <p:cNvSpPr>
            <a:spLocks noGrp="1"/>
          </p:cNvSpPr>
          <p:nvPr/>
        </p:nvSpPr>
        <p:spPr>
          <a:xfrm>
            <a:off x="6477000" y="2476500"/>
            <a:ext cx="4191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이동 기록과 위치 복원</a:t>
            </a:r>
          </a:p>
        </p:txBody>
      </p:sp>
      <p:sp>
        <p:nvSpPr>
          <p:cNvPr id="7" name="직사각형 6">
            <a:extLst>
              <a:ext uri="{FF2B5EF4-FFF2-40B4-BE49-F238E27FC236}">
                <a16:creationId xmlns:a16="http://schemas.microsoft.com/office/drawing/2014/main" id="{325B1E8C-D5E4-48FE-AA34-82AD8BF11212}"/>
              </a:ext>
            </a:extLst>
          </p:cNvPr>
          <p:cNvSpPr>
            <a:spLocks noGrp="1"/>
          </p:cNvSpPr>
          <p:nvPr/>
        </p:nvSpPr>
        <p:spPr>
          <a:xfrm>
            <a:off x="6477000" y="2952750"/>
            <a:ext cx="4191000" cy="428625"/>
          </a:xfrm>
          <a:prstGeom prst="rect">
            <a:avLst/>
          </a:prstGeom>
          <a:noFill/>
          <a:ln w="0">
            <a:noFill/>
          </a:ln>
        </p:spPr>
        <p:txBody>
          <a:bodyPr lIns="0" tIns="0" rIns="0" bIns="0" anchor="ctr"/>
          <a:lstStyle>
            <a:defPPr>
              <a:defRPr sz="2100" b="1">
                <a:solidFill>
                  <a:srgbClr val="183F3E"/>
                </a:solidFill>
                <a:latin typeface="NanumGothic"/>
                <a:ea typeface="NanumGothic"/>
                <a:cs typeface="NanumGothic"/>
              </a:defRPr>
            </a:defPPr>
          </a:lstStyle>
          <a:p>
            <a:pPr>
              <a:buNone/>
              <a:defRPr sz="2100" b="1">
                <a:solidFill>
                  <a:srgbClr val="183F3E"/>
                </a:solidFill>
                <a:latin typeface="NanumGothic"/>
                <a:ea typeface="NanumGothic"/>
                <a:cs typeface="NanumGothic"/>
              </a:defRPr>
            </a:pPr>
            <a:r>
              <a:rPr sz="2100" b="1">
                <a:solidFill>
                  <a:srgbClr val="183F3E"/>
                </a:solidFill>
                <a:latin typeface="NanumGothic"/>
                <a:ea typeface="NanumGothic"/>
                <a:cs typeface="NanumGothic"/>
              </a:rPr>
              <a:t>약 5초마다 DB 저장</a:t>
            </a:r>
          </a:p>
        </p:txBody>
      </p:sp>
      <p:sp>
        <p:nvSpPr>
          <p:cNvPr id="8" name="직사각형 7">
            <a:extLst>
              <a:ext uri="{FF2B5EF4-FFF2-40B4-BE49-F238E27FC236}">
                <a16:creationId xmlns:a16="http://schemas.microsoft.com/office/drawing/2014/main" id="{35DD6D43-AC68-49A5-8217-2EBEA7D3D13D}"/>
              </a:ext>
            </a:extLst>
          </p:cNvPr>
          <p:cNvSpPr>
            <a:spLocks noGrp="1"/>
          </p:cNvSpPr>
          <p:nvPr/>
        </p:nvSpPr>
        <p:spPr>
          <a:xfrm>
            <a:off x="6477000" y="3667125"/>
            <a:ext cx="4238625" cy="133350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변경된 사용자의 최신 위치 저장</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층 이동·종료 때는 즉시 저장</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재접속 시 마지막 위치 복원</a:t>
            </a:r>
          </a:p>
        </p:txBody>
      </p:sp>
      <p:sp>
        <p:nvSpPr>
          <p:cNvPr id="9" name="직사각형 8">
            <a:extLst>
              <a:ext uri="{FF2B5EF4-FFF2-40B4-BE49-F238E27FC236}">
                <a16:creationId xmlns:a16="http://schemas.microsoft.com/office/drawing/2014/main" id="{A51E85BE-D841-4133-B926-2DB398BAC9F8}"/>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위치는 실시간으로 공유하고, 변경된 최신 위치는 약 5초마다 저장합니다</a:t>
            </a:r>
          </a:p>
        </p:txBody>
      </p:sp>
      <p:sp>
        <p:nvSpPr>
          <p:cNvPr id="10" name="직사각형 9">
            <a:extLst>
              <a:ext uri="{FF2B5EF4-FFF2-40B4-BE49-F238E27FC236}">
                <a16:creationId xmlns:a16="http://schemas.microsoft.com/office/drawing/2014/main" id="{AF2A100C-9702-4118-9723-96CACA35AE4E}"/>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17</a:t>
            </a:r>
          </a:p>
        </p:txBody>
      </p:sp>
    </p:spTree>
    <p:extLst>
      <p:ext uri="{BB962C8B-B14F-4D97-AF65-F5344CB8AC3E}">
        <p14:creationId xmlns:p14="http://schemas.microsoft.com/office/powerpoint/2010/main" val="1246546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929DC5CF-6BBF-4602-9971-51CA20B1F122}"/>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B973F3F1-9B4F-4BD0-B712-F94A8E1728E3}"/>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캠퍼스와 옥상 맵 이동</a:t>
            </a:r>
          </a:p>
        </p:txBody>
      </p:sp>
      <p:sp>
        <p:nvSpPr>
          <p:cNvPr id="3" name="직사각형 2">
            <a:extLst>
              <a:ext uri="{FF2B5EF4-FFF2-40B4-BE49-F238E27FC236}">
                <a16:creationId xmlns:a16="http://schemas.microsoft.com/office/drawing/2014/main" id="{BEB97AB3-89F9-469D-B952-8EE9A9097E49}"/>
              </a:ext>
            </a:extLst>
          </p:cNvPr>
          <p:cNvSpPr>
            <a:spLocks noGrp="1"/>
          </p:cNvSpPr>
          <p:nvPr/>
        </p:nvSpPr>
        <p:spPr>
          <a:xfrm>
            <a:off x="138112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계단 이동</a:t>
            </a:r>
          </a:p>
        </p:txBody>
      </p:sp>
      <p:sp>
        <p:nvSpPr>
          <p:cNvPr id="4" name="직사각형 3">
            <a:extLst>
              <a:ext uri="{FF2B5EF4-FFF2-40B4-BE49-F238E27FC236}">
                <a16:creationId xmlns:a16="http://schemas.microsoft.com/office/drawing/2014/main" id="{C8929AC0-C40B-4A6A-818F-334F73566B3E}"/>
              </a:ext>
            </a:extLst>
          </p:cNvPr>
          <p:cNvSpPr>
            <a:spLocks noGrp="1"/>
          </p:cNvSpPr>
          <p:nvPr/>
        </p:nvSpPr>
        <p:spPr>
          <a:xfrm>
            <a:off x="6238875" y="2286000"/>
            <a:ext cx="4572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소화기·포털 이동</a:t>
            </a:r>
          </a:p>
        </p:txBody>
      </p:sp>
      <p:sp>
        <p:nvSpPr>
          <p:cNvPr id="5" name="직사각형 4">
            <a:extLst>
              <a:ext uri="{FF2B5EF4-FFF2-40B4-BE49-F238E27FC236}">
                <a16:creationId xmlns:a16="http://schemas.microsoft.com/office/drawing/2014/main" id="{C1868EDF-97E4-44C0-B2BF-81767C994C5B}"/>
              </a:ext>
            </a:extLst>
          </p:cNvPr>
          <p:cNvSpPr>
            <a:spLocks noGrp="1"/>
          </p:cNvSpPr>
          <p:nvPr/>
        </p:nvSpPr>
        <p:spPr>
          <a:xfrm>
            <a:off x="1381125" y="2647950"/>
            <a:ext cx="1666875" cy="219075"/>
          </a:xfrm>
          <a:prstGeom prst="rect">
            <a:avLst/>
          </a:prstGeom>
          <a:noFill/>
          <a:ln w="0">
            <a:noFill/>
          </a:ln>
        </p:spPr>
        <p:txBody>
          <a:bodyPr lIns="0" tIns="0" rIns="0" bIns="0" anchor="ctr"/>
          <a:lstStyle>
            <a:defPPr>
              <a:defRPr sz="1425" b="1">
                <a:solidFill>
                  <a:srgbClr val="098C8E"/>
                </a:solidFill>
                <a:latin typeface="NanumGothic"/>
                <a:ea typeface="NanumGothic"/>
                <a:cs typeface="NanumGothic"/>
              </a:defRPr>
            </a:defPPr>
          </a:lstStyle>
          <a:p>
            <a:pPr>
              <a:buNone/>
              <a:defRPr sz="1425" b="1">
                <a:solidFill>
                  <a:srgbClr val="098C8E"/>
                </a:solidFill>
                <a:latin typeface="NanumGothic"/>
                <a:ea typeface="NanumGothic"/>
                <a:cs typeface="NanumGothic"/>
              </a:defRPr>
            </a:pPr>
            <a:r>
              <a:rPr sz="1425" b="1">
                <a:solidFill>
                  <a:srgbClr val="098C8E"/>
                </a:solidFill>
                <a:latin typeface="NanumGothic"/>
                <a:ea typeface="NanumGothic"/>
                <a:cs typeface="NanumGothic"/>
              </a:rPr>
              <a:t>18층 계단</a:t>
            </a:r>
          </a:p>
        </p:txBody>
      </p:sp>
      <p:pic>
        <p:nvPicPr>
          <p:cNvPr id="6" name="그림 5">
            <a:extLst>
              <a:ext uri="{FF2B5EF4-FFF2-40B4-BE49-F238E27FC236}">
                <a16:creationId xmlns:a16="http://schemas.microsoft.com/office/drawing/2014/main" id="{DF88026D-272A-4677-922F-FD11AC233E48}"/>
              </a:ext>
            </a:extLst>
          </p:cNvPr>
          <p:cNvPicPr>
            <a:picLocks noChangeAspect="1"/>
          </p:cNvPicPr>
          <p:nvPr/>
        </p:nvPicPr>
        <p:blipFill>
          <a:blip r:embed="rId3"/>
          <a:stretch/>
        </p:blipFill>
        <p:spPr>
          <a:xfrm>
            <a:off x="1433513" y="2876550"/>
            <a:ext cx="1562100" cy="952500"/>
          </a:xfrm>
          <a:prstGeom prst="rect">
            <a:avLst/>
          </a:prstGeom>
        </p:spPr>
      </p:pic>
      <p:sp>
        <p:nvSpPr>
          <p:cNvPr id="7" name="직사각형 6">
            <a:extLst>
              <a:ext uri="{FF2B5EF4-FFF2-40B4-BE49-F238E27FC236}">
                <a16:creationId xmlns:a16="http://schemas.microsoft.com/office/drawing/2014/main" id="{45E7769C-35AC-4910-A54C-110DE59BD457}"/>
              </a:ext>
            </a:extLst>
          </p:cNvPr>
          <p:cNvSpPr>
            <a:spLocks noGrp="1"/>
          </p:cNvSpPr>
          <p:nvPr/>
        </p:nvSpPr>
        <p:spPr>
          <a:xfrm>
            <a:off x="1381125" y="3876675"/>
            <a:ext cx="1666875" cy="219075"/>
          </a:xfrm>
          <a:prstGeom prst="rect">
            <a:avLst/>
          </a:prstGeom>
          <a:noFill/>
          <a:ln w="0">
            <a:noFill/>
          </a:ln>
        </p:spPr>
        <p:txBody>
          <a:bodyPr lIns="0" tIns="0" rIns="0" bIns="0" anchor="ctr"/>
          <a:lstStyle>
            <a:defPPr>
              <a:defRPr sz="1425" b="1">
                <a:solidFill>
                  <a:srgbClr val="098C8E"/>
                </a:solidFill>
                <a:latin typeface="NanumGothic"/>
                <a:ea typeface="NanumGothic"/>
                <a:cs typeface="NanumGothic"/>
              </a:defRPr>
            </a:defPPr>
          </a:lstStyle>
          <a:p>
            <a:pPr>
              <a:buNone/>
              <a:defRPr sz="1425" b="1">
                <a:solidFill>
                  <a:srgbClr val="098C8E"/>
                </a:solidFill>
                <a:latin typeface="NanumGothic"/>
                <a:ea typeface="NanumGothic"/>
                <a:cs typeface="NanumGothic"/>
              </a:defRPr>
            </a:pPr>
            <a:r>
              <a:rPr sz="1425" b="1">
                <a:solidFill>
                  <a:srgbClr val="098C8E"/>
                </a:solidFill>
                <a:latin typeface="NanumGothic"/>
                <a:ea typeface="NanumGothic"/>
                <a:cs typeface="NanumGothic"/>
              </a:rPr>
              <a:t>옥상 계단</a:t>
            </a:r>
          </a:p>
        </p:txBody>
      </p:sp>
      <p:pic>
        <p:nvPicPr>
          <p:cNvPr id="8" name="그림 7">
            <a:extLst>
              <a:ext uri="{FF2B5EF4-FFF2-40B4-BE49-F238E27FC236}">
                <a16:creationId xmlns:a16="http://schemas.microsoft.com/office/drawing/2014/main" id="{72E6631A-71B7-4DD1-8EEC-F40CB10D0797}"/>
              </a:ext>
            </a:extLst>
          </p:cNvPr>
          <p:cNvPicPr>
            <a:picLocks noChangeAspect="1"/>
          </p:cNvPicPr>
          <p:nvPr/>
        </p:nvPicPr>
        <p:blipFill>
          <a:blip r:embed="rId4"/>
          <a:stretch/>
        </p:blipFill>
        <p:spPr>
          <a:xfrm>
            <a:off x="1417760" y="4105275"/>
            <a:ext cx="1593606" cy="952500"/>
          </a:xfrm>
          <a:prstGeom prst="rect">
            <a:avLst/>
          </a:prstGeom>
        </p:spPr>
      </p:pic>
      <p:pic>
        <p:nvPicPr>
          <p:cNvPr id="9" name="그림 8">
            <a:extLst>
              <a:ext uri="{FF2B5EF4-FFF2-40B4-BE49-F238E27FC236}">
                <a16:creationId xmlns:a16="http://schemas.microsoft.com/office/drawing/2014/main" id="{959AA06B-A3A7-446E-B217-38D1EF631302}"/>
              </a:ext>
            </a:extLst>
          </p:cNvPr>
          <p:cNvPicPr>
            <a:picLocks noChangeAspect="1"/>
          </p:cNvPicPr>
          <p:nvPr/>
        </p:nvPicPr>
        <p:blipFill>
          <a:blip r:embed="rId5"/>
          <a:stretch/>
        </p:blipFill>
        <p:spPr>
          <a:xfrm>
            <a:off x="3143250" y="2760650"/>
            <a:ext cx="2714625" cy="2184425"/>
          </a:xfrm>
          <a:prstGeom prst="rect">
            <a:avLst/>
          </a:prstGeom>
        </p:spPr>
      </p:pic>
      <p:sp>
        <p:nvSpPr>
          <p:cNvPr id="10" name="직사각형 9">
            <a:extLst>
              <a:ext uri="{FF2B5EF4-FFF2-40B4-BE49-F238E27FC236}">
                <a16:creationId xmlns:a16="http://schemas.microsoft.com/office/drawing/2014/main" id="{7BC4B0E3-AAAC-4A46-B7DA-4776DE433097}"/>
              </a:ext>
            </a:extLst>
          </p:cNvPr>
          <p:cNvSpPr>
            <a:spLocks noGrp="1"/>
          </p:cNvSpPr>
          <p:nvPr/>
        </p:nvSpPr>
        <p:spPr>
          <a:xfrm>
            <a:off x="6238875" y="2647950"/>
            <a:ext cx="1666875" cy="219075"/>
          </a:xfrm>
          <a:prstGeom prst="rect">
            <a:avLst/>
          </a:prstGeom>
          <a:noFill/>
          <a:ln w="0">
            <a:noFill/>
          </a:ln>
        </p:spPr>
        <p:txBody>
          <a:bodyPr lIns="0" tIns="0" rIns="0" bIns="0" anchor="ctr"/>
          <a:lstStyle>
            <a:defPPr>
              <a:defRPr sz="1425" b="1">
                <a:solidFill>
                  <a:srgbClr val="098C8E"/>
                </a:solidFill>
                <a:latin typeface="NanumGothic"/>
                <a:ea typeface="NanumGothic"/>
                <a:cs typeface="NanumGothic"/>
              </a:defRPr>
            </a:defPPr>
          </a:lstStyle>
          <a:p>
            <a:pPr>
              <a:buNone/>
              <a:defRPr sz="1425" b="1">
                <a:solidFill>
                  <a:srgbClr val="098C8E"/>
                </a:solidFill>
                <a:latin typeface="NanumGothic"/>
                <a:ea typeface="NanumGothic"/>
                <a:cs typeface="NanumGothic"/>
              </a:defRPr>
            </a:pPr>
            <a:r>
              <a:rPr sz="1425" b="1">
                <a:solidFill>
                  <a:srgbClr val="098C8E"/>
                </a:solidFill>
                <a:latin typeface="NanumGothic"/>
                <a:ea typeface="NanumGothic"/>
                <a:cs typeface="NanumGothic"/>
              </a:rPr>
              <a:t>18층 소화기</a:t>
            </a:r>
          </a:p>
        </p:txBody>
      </p:sp>
      <p:pic>
        <p:nvPicPr>
          <p:cNvPr id="11" name="그림 10">
            <a:extLst>
              <a:ext uri="{FF2B5EF4-FFF2-40B4-BE49-F238E27FC236}">
                <a16:creationId xmlns:a16="http://schemas.microsoft.com/office/drawing/2014/main" id="{B01755FD-2190-4E7B-AFE2-E1E29746DEB0}"/>
              </a:ext>
            </a:extLst>
          </p:cNvPr>
          <p:cNvPicPr>
            <a:picLocks noChangeAspect="1"/>
          </p:cNvPicPr>
          <p:nvPr/>
        </p:nvPicPr>
        <p:blipFill>
          <a:blip r:embed="rId6"/>
          <a:stretch/>
        </p:blipFill>
        <p:spPr>
          <a:xfrm>
            <a:off x="6284668" y="2876550"/>
            <a:ext cx="1575288" cy="952500"/>
          </a:xfrm>
          <a:prstGeom prst="rect">
            <a:avLst/>
          </a:prstGeom>
        </p:spPr>
      </p:pic>
      <p:sp>
        <p:nvSpPr>
          <p:cNvPr id="12" name="직사각형 11">
            <a:extLst>
              <a:ext uri="{FF2B5EF4-FFF2-40B4-BE49-F238E27FC236}">
                <a16:creationId xmlns:a16="http://schemas.microsoft.com/office/drawing/2014/main" id="{7903A41E-AE25-4D23-ABBA-697ECD1DE35C}"/>
              </a:ext>
            </a:extLst>
          </p:cNvPr>
          <p:cNvSpPr>
            <a:spLocks noGrp="1"/>
          </p:cNvSpPr>
          <p:nvPr/>
        </p:nvSpPr>
        <p:spPr>
          <a:xfrm>
            <a:off x="6238875" y="3876675"/>
            <a:ext cx="1666875" cy="219075"/>
          </a:xfrm>
          <a:prstGeom prst="rect">
            <a:avLst/>
          </a:prstGeom>
          <a:noFill/>
          <a:ln w="0">
            <a:noFill/>
          </a:ln>
        </p:spPr>
        <p:txBody>
          <a:bodyPr lIns="0" tIns="0" rIns="0" bIns="0" anchor="ctr"/>
          <a:lstStyle>
            <a:defPPr>
              <a:defRPr sz="1425" b="1">
                <a:solidFill>
                  <a:srgbClr val="098C8E"/>
                </a:solidFill>
                <a:latin typeface="NanumGothic"/>
                <a:ea typeface="NanumGothic"/>
                <a:cs typeface="NanumGothic"/>
              </a:defRPr>
            </a:defPPr>
          </a:lstStyle>
          <a:p>
            <a:pPr>
              <a:buNone/>
              <a:defRPr sz="1425" b="1">
                <a:solidFill>
                  <a:srgbClr val="098C8E"/>
                </a:solidFill>
                <a:latin typeface="NanumGothic"/>
                <a:ea typeface="NanumGothic"/>
                <a:cs typeface="NanumGothic"/>
              </a:defRPr>
            </a:pPr>
            <a:r>
              <a:rPr sz="1425" b="1">
                <a:solidFill>
                  <a:srgbClr val="098C8E"/>
                </a:solidFill>
                <a:latin typeface="NanumGothic"/>
                <a:ea typeface="NanumGothic"/>
                <a:cs typeface="NanumGothic"/>
              </a:rPr>
              <a:t>옥상 포털</a:t>
            </a:r>
          </a:p>
        </p:txBody>
      </p:sp>
      <p:pic>
        <p:nvPicPr>
          <p:cNvPr id="13" name="그림 12">
            <a:extLst>
              <a:ext uri="{FF2B5EF4-FFF2-40B4-BE49-F238E27FC236}">
                <a16:creationId xmlns:a16="http://schemas.microsoft.com/office/drawing/2014/main" id="{4BDC52D4-8501-45C8-8272-FEA2DACFFE28}"/>
              </a:ext>
            </a:extLst>
          </p:cNvPr>
          <p:cNvPicPr>
            <a:picLocks noChangeAspect="1"/>
          </p:cNvPicPr>
          <p:nvPr/>
        </p:nvPicPr>
        <p:blipFill>
          <a:blip r:embed="rId7"/>
          <a:stretch/>
        </p:blipFill>
        <p:spPr>
          <a:xfrm>
            <a:off x="6281558" y="4105275"/>
            <a:ext cx="1581509" cy="952500"/>
          </a:xfrm>
          <a:prstGeom prst="rect">
            <a:avLst/>
          </a:prstGeom>
        </p:spPr>
      </p:pic>
      <p:pic>
        <p:nvPicPr>
          <p:cNvPr id="14" name="그림 13">
            <a:extLst>
              <a:ext uri="{FF2B5EF4-FFF2-40B4-BE49-F238E27FC236}">
                <a16:creationId xmlns:a16="http://schemas.microsoft.com/office/drawing/2014/main" id="{D40E973C-DE1A-437A-A472-A17F573A1B5D}"/>
              </a:ext>
            </a:extLst>
          </p:cNvPr>
          <p:cNvPicPr>
            <a:picLocks noChangeAspect="1"/>
          </p:cNvPicPr>
          <p:nvPr/>
        </p:nvPicPr>
        <p:blipFill>
          <a:blip r:embed="rId8"/>
          <a:stretch/>
        </p:blipFill>
        <p:spPr>
          <a:xfrm>
            <a:off x="8001000" y="2760650"/>
            <a:ext cx="2714625" cy="2184425"/>
          </a:xfrm>
          <a:prstGeom prst="rect">
            <a:avLst/>
          </a:prstGeom>
        </p:spPr>
      </p:pic>
      <p:sp>
        <p:nvSpPr>
          <p:cNvPr id="15" name="직사각형 14">
            <a:extLst>
              <a:ext uri="{FF2B5EF4-FFF2-40B4-BE49-F238E27FC236}">
                <a16:creationId xmlns:a16="http://schemas.microsoft.com/office/drawing/2014/main" id="{AC978D21-F4BC-4F71-BADE-EAB8A4DE5655}"/>
              </a:ext>
            </a:extLst>
          </p:cNvPr>
          <p:cNvSpPr>
            <a:spLocks noGrp="1"/>
          </p:cNvSpPr>
          <p:nvPr/>
        </p:nvSpPr>
        <p:spPr>
          <a:xfrm>
            <a:off x="1381125" y="5133975"/>
            <a:ext cx="4572000" cy="457200"/>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상담실 B 옆 계단을 걷거나 E 입력</a:t>
            </a:r>
          </a:p>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옥상 입구 계단을 이용해 18층으로 복귀</a:t>
            </a:r>
          </a:p>
        </p:txBody>
      </p:sp>
      <p:sp>
        <p:nvSpPr>
          <p:cNvPr id="16" name="직사각형 15">
            <a:extLst>
              <a:ext uri="{FF2B5EF4-FFF2-40B4-BE49-F238E27FC236}">
                <a16:creationId xmlns:a16="http://schemas.microsoft.com/office/drawing/2014/main" id="{4B375025-D08A-427F-A66D-4761DEB2B618}"/>
              </a:ext>
            </a:extLst>
          </p:cNvPr>
          <p:cNvSpPr>
            <a:spLocks noGrp="1"/>
          </p:cNvSpPr>
          <p:nvPr/>
        </p:nvSpPr>
        <p:spPr>
          <a:xfrm>
            <a:off x="6238875" y="5133975"/>
            <a:ext cx="4572000" cy="457200"/>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라운지 2 소화기에서 E 입력 후 ‘예’ 선택</a:t>
            </a:r>
          </a:p>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옥상 왼편 포털에서도 E 후 ‘예’로 복귀</a:t>
            </a:r>
          </a:p>
        </p:txBody>
      </p:sp>
      <p:sp>
        <p:nvSpPr>
          <p:cNvPr id="17" name="직사각형 16">
            <a:extLst>
              <a:ext uri="{FF2B5EF4-FFF2-40B4-BE49-F238E27FC236}">
                <a16:creationId xmlns:a16="http://schemas.microsoft.com/office/drawing/2014/main" id="{0DE8CB69-42B4-47C9-B407-43F98F9CD2FC}"/>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계단과 소화기·포털로 18층 캠퍼스와 옥상을 오갑니다</a:t>
            </a:r>
          </a:p>
        </p:txBody>
      </p:sp>
      <p:sp>
        <p:nvSpPr>
          <p:cNvPr id="18" name="직사각형 17">
            <a:extLst>
              <a:ext uri="{FF2B5EF4-FFF2-40B4-BE49-F238E27FC236}">
                <a16:creationId xmlns:a16="http://schemas.microsoft.com/office/drawing/2014/main" id="{F25A4892-B921-497B-A6DE-E04FE242AE40}"/>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18</a:t>
            </a:r>
          </a:p>
        </p:txBody>
      </p:sp>
    </p:spTree>
    <p:extLst>
      <p:ext uri="{BB962C8B-B14F-4D97-AF65-F5344CB8AC3E}">
        <p14:creationId xmlns:p14="http://schemas.microsoft.com/office/powerpoint/2010/main" val="2313202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70C341C3-9CB4-44B8-8EA7-77E24A46E92B}"/>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51353940-8A81-4E25-A5FB-78DF2A327791}"/>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옥상 휴식 콘텐츠</a:t>
            </a:r>
          </a:p>
        </p:txBody>
      </p:sp>
      <p:sp>
        <p:nvSpPr>
          <p:cNvPr id="3" name="직사각형 2">
            <a:extLst>
              <a:ext uri="{FF2B5EF4-FFF2-40B4-BE49-F238E27FC236}">
                <a16:creationId xmlns:a16="http://schemas.microsoft.com/office/drawing/2014/main" id="{51AAB4C3-A67F-41DE-8ED3-1AF580CD03FC}"/>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부스 가까이에서 E를 누르면 휴식 콘텐츠를 이용할 수 있습니다</a:t>
            </a:r>
          </a:p>
        </p:txBody>
      </p:sp>
      <p:sp>
        <p:nvSpPr>
          <p:cNvPr id="4" name="직사각형 3">
            <a:extLst>
              <a:ext uri="{FF2B5EF4-FFF2-40B4-BE49-F238E27FC236}">
                <a16:creationId xmlns:a16="http://schemas.microsoft.com/office/drawing/2014/main" id="{737A9248-F6D3-41F6-8B39-E5CD3A13E3AC}"/>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19</a:t>
            </a:r>
          </a:p>
        </p:txBody>
      </p:sp>
      <p:pic>
        <p:nvPicPr>
          <p:cNvPr id="5" name="그림 4">
            <a:extLst>
              <a:ext uri="{FF2B5EF4-FFF2-40B4-BE49-F238E27FC236}">
                <a16:creationId xmlns:a16="http://schemas.microsoft.com/office/drawing/2014/main" id="{A9003437-5C76-4CD4-A380-E7BD38C406C5}"/>
              </a:ext>
            </a:extLst>
          </p:cNvPr>
          <p:cNvPicPr>
            <a:picLocks noChangeAspect="1"/>
          </p:cNvPicPr>
          <p:nvPr/>
        </p:nvPicPr>
        <p:blipFill>
          <a:blip r:embed="rId3"/>
          <a:stretch/>
        </p:blipFill>
        <p:spPr>
          <a:xfrm>
            <a:off x="1974328" y="2647950"/>
            <a:ext cx="3385595" cy="2571750"/>
          </a:xfrm>
          <a:prstGeom prst="rect">
            <a:avLst/>
          </a:prstGeom>
        </p:spPr>
      </p:pic>
      <p:pic>
        <p:nvPicPr>
          <p:cNvPr id="6" name="그림 5">
            <a:extLst>
              <a:ext uri="{FF2B5EF4-FFF2-40B4-BE49-F238E27FC236}">
                <a16:creationId xmlns:a16="http://schemas.microsoft.com/office/drawing/2014/main" id="{9C2A3B50-17F9-4E24-876C-C0AD00A0EA59}"/>
              </a:ext>
            </a:extLst>
          </p:cNvPr>
          <p:cNvPicPr>
            <a:picLocks noChangeAspect="1"/>
          </p:cNvPicPr>
          <p:nvPr/>
        </p:nvPicPr>
        <p:blipFill>
          <a:blip r:embed="rId4"/>
          <a:stretch/>
        </p:blipFill>
        <p:spPr>
          <a:xfrm>
            <a:off x="6238875" y="2647950"/>
            <a:ext cx="4572000" cy="2571750"/>
          </a:xfrm>
          <a:prstGeom prst="rect">
            <a:avLst/>
          </a:prstGeom>
        </p:spPr>
      </p:pic>
      <p:sp>
        <p:nvSpPr>
          <p:cNvPr id="7" name="직사각형 6">
            <a:extLst>
              <a:ext uri="{FF2B5EF4-FFF2-40B4-BE49-F238E27FC236}">
                <a16:creationId xmlns:a16="http://schemas.microsoft.com/office/drawing/2014/main" id="{1091C1A0-1A3C-4B8A-A97B-3F0DAB601637}"/>
              </a:ext>
            </a:extLst>
          </p:cNvPr>
          <p:cNvSpPr>
            <a:spLocks noGrp="1"/>
          </p:cNvSpPr>
          <p:nvPr/>
        </p:nvSpPr>
        <p:spPr>
          <a:xfrm>
            <a:off x="138112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게임 목록</a:t>
            </a:r>
          </a:p>
        </p:txBody>
      </p:sp>
      <p:sp>
        <p:nvSpPr>
          <p:cNvPr id="8" name="직사각형 7">
            <a:extLst>
              <a:ext uri="{FF2B5EF4-FFF2-40B4-BE49-F238E27FC236}">
                <a16:creationId xmlns:a16="http://schemas.microsoft.com/office/drawing/2014/main" id="{9EFE4C1F-1BC3-4699-A82E-4AD8B1356B70}"/>
              </a:ext>
            </a:extLst>
          </p:cNvPr>
          <p:cNvSpPr>
            <a:spLocks noGrp="1"/>
          </p:cNvSpPr>
          <p:nvPr/>
        </p:nvSpPr>
        <p:spPr>
          <a:xfrm>
            <a:off x="623887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옥상 부스</a:t>
            </a:r>
          </a:p>
        </p:txBody>
      </p:sp>
      <p:sp>
        <p:nvSpPr>
          <p:cNvPr id="9" name="직사각형 8">
            <a:extLst>
              <a:ext uri="{FF2B5EF4-FFF2-40B4-BE49-F238E27FC236}">
                <a16:creationId xmlns:a16="http://schemas.microsoft.com/office/drawing/2014/main" id="{C715D38F-5480-49D1-BED1-9B1E1C83DCCB}"/>
              </a:ext>
            </a:extLst>
          </p:cNvPr>
          <p:cNvSpPr>
            <a:spLocks noGrp="1"/>
          </p:cNvSpPr>
          <p:nvPr/>
        </p:nvSpPr>
        <p:spPr>
          <a:xfrm>
            <a:off x="1381125" y="5238750"/>
            <a:ext cx="457200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게임 16종과 심리 테스트 연결</a:t>
            </a:r>
          </a:p>
        </p:txBody>
      </p:sp>
      <p:sp>
        <p:nvSpPr>
          <p:cNvPr id="10" name="직사각형 9">
            <a:extLst>
              <a:ext uri="{FF2B5EF4-FFF2-40B4-BE49-F238E27FC236}">
                <a16:creationId xmlns:a16="http://schemas.microsoft.com/office/drawing/2014/main" id="{0E94380D-9132-4658-A86B-CC2FF06A6C56}"/>
              </a:ext>
            </a:extLst>
          </p:cNvPr>
          <p:cNvSpPr>
            <a:spLocks noGrp="1"/>
          </p:cNvSpPr>
          <p:nvPr/>
        </p:nvSpPr>
        <p:spPr>
          <a:xfrm>
            <a:off x="6238875" y="5238750"/>
            <a:ext cx="457200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유튜브를 별도 창으로 열고 맵으로 복귀</a:t>
            </a:r>
          </a:p>
        </p:txBody>
      </p:sp>
    </p:spTree>
    <p:extLst>
      <p:ext uri="{BB962C8B-B14F-4D97-AF65-F5344CB8AC3E}">
        <p14:creationId xmlns:p14="http://schemas.microsoft.com/office/powerpoint/2010/main" val="1246513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A239DFFC-89CB-4B3B-8577-D24DB4FBA308}"/>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2B4F0A7A-45C2-4155-AF95-4029E8807423}"/>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점프와 찌르기 상호작용</a:t>
            </a:r>
          </a:p>
        </p:txBody>
      </p:sp>
      <p:sp>
        <p:nvSpPr>
          <p:cNvPr id="3" name="직사각형 2">
            <a:extLst>
              <a:ext uri="{FF2B5EF4-FFF2-40B4-BE49-F238E27FC236}">
                <a16:creationId xmlns:a16="http://schemas.microsoft.com/office/drawing/2014/main" id="{799B4513-F2A2-4C3E-8E55-1E6D841EFC3A}"/>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캐릭터 동작을 주변 사용자와 공유하며 가볍게 교류합니다</a:t>
            </a:r>
          </a:p>
        </p:txBody>
      </p:sp>
      <p:sp>
        <p:nvSpPr>
          <p:cNvPr id="4" name="직사각형 3">
            <a:extLst>
              <a:ext uri="{FF2B5EF4-FFF2-40B4-BE49-F238E27FC236}">
                <a16:creationId xmlns:a16="http://schemas.microsoft.com/office/drawing/2014/main" id="{67C3D7A6-E78A-4176-AE0C-E56175783CC7}"/>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20</a:t>
            </a:r>
          </a:p>
        </p:txBody>
      </p:sp>
      <p:pic>
        <p:nvPicPr>
          <p:cNvPr id="5" name="그림 4">
            <a:extLst>
              <a:ext uri="{FF2B5EF4-FFF2-40B4-BE49-F238E27FC236}">
                <a16:creationId xmlns:a16="http://schemas.microsoft.com/office/drawing/2014/main" id="{94AED67F-BBC9-4D67-8BBA-E7FF50B1CFA4}"/>
              </a:ext>
            </a:extLst>
          </p:cNvPr>
          <p:cNvPicPr>
            <a:picLocks noChangeAspect="1"/>
          </p:cNvPicPr>
          <p:nvPr/>
        </p:nvPicPr>
        <p:blipFill>
          <a:blip r:embed="rId3"/>
          <a:stretch/>
        </p:blipFill>
        <p:spPr>
          <a:xfrm>
            <a:off x="1862667" y="2638425"/>
            <a:ext cx="3608917" cy="2619375"/>
          </a:xfrm>
          <a:prstGeom prst="rect">
            <a:avLst/>
          </a:prstGeom>
        </p:spPr>
      </p:pic>
      <p:pic>
        <p:nvPicPr>
          <p:cNvPr id="6" name="그림 5">
            <a:extLst>
              <a:ext uri="{FF2B5EF4-FFF2-40B4-BE49-F238E27FC236}">
                <a16:creationId xmlns:a16="http://schemas.microsoft.com/office/drawing/2014/main" id="{3A5E4B45-7E20-46BA-8896-0A00483478F2}"/>
              </a:ext>
            </a:extLst>
          </p:cNvPr>
          <p:cNvPicPr>
            <a:picLocks noChangeAspect="1"/>
          </p:cNvPicPr>
          <p:nvPr/>
        </p:nvPicPr>
        <p:blipFill>
          <a:blip r:embed="rId4"/>
          <a:stretch/>
        </p:blipFill>
        <p:spPr>
          <a:xfrm>
            <a:off x="6424433" y="2638425"/>
            <a:ext cx="4200884" cy="2619375"/>
          </a:xfrm>
          <a:prstGeom prst="rect">
            <a:avLst/>
          </a:prstGeom>
        </p:spPr>
      </p:pic>
      <p:sp>
        <p:nvSpPr>
          <p:cNvPr id="7" name="직사각형 6">
            <a:extLst>
              <a:ext uri="{FF2B5EF4-FFF2-40B4-BE49-F238E27FC236}">
                <a16:creationId xmlns:a16="http://schemas.microsoft.com/office/drawing/2014/main" id="{367B4AD7-C498-432B-B53C-D5C9EEA2F6FD}"/>
              </a:ext>
            </a:extLst>
          </p:cNvPr>
          <p:cNvSpPr>
            <a:spLocks noGrp="1"/>
          </p:cNvSpPr>
          <p:nvPr/>
        </p:nvSpPr>
        <p:spPr>
          <a:xfrm>
            <a:off x="138112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Space 점프</a:t>
            </a:r>
          </a:p>
        </p:txBody>
      </p:sp>
      <p:sp>
        <p:nvSpPr>
          <p:cNvPr id="8" name="직사각형 7">
            <a:extLst>
              <a:ext uri="{FF2B5EF4-FFF2-40B4-BE49-F238E27FC236}">
                <a16:creationId xmlns:a16="http://schemas.microsoft.com/office/drawing/2014/main" id="{7D3B140A-0E0C-41F2-A406-8E20B9F06D4A}"/>
              </a:ext>
            </a:extLst>
          </p:cNvPr>
          <p:cNvSpPr>
            <a:spLocks noGrp="1"/>
          </p:cNvSpPr>
          <p:nvPr/>
        </p:nvSpPr>
        <p:spPr>
          <a:xfrm>
            <a:off x="6238875" y="2286000"/>
            <a:ext cx="428625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Z 찌르기</a:t>
            </a:r>
          </a:p>
        </p:txBody>
      </p:sp>
      <p:sp>
        <p:nvSpPr>
          <p:cNvPr id="9" name="직사각형 8">
            <a:extLst>
              <a:ext uri="{FF2B5EF4-FFF2-40B4-BE49-F238E27FC236}">
                <a16:creationId xmlns:a16="http://schemas.microsoft.com/office/drawing/2014/main" id="{F4F7C1AE-6447-4F40-9F9A-28FF9FC2DFD3}"/>
              </a:ext>
            </a:extLst>
          </p:cNvPr>
          <p:cNvSpPr>
            <a:spLocks noGrp="1"/>
          </p:cNvSpPr>
          <p:nvPr/>
        </p:nvSpPr>
        <p:spPr>
          <a:xfrm>
            <a:off x="1381125" y="5238750"/>
            <a:ext cx="457200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이동 중 점프, 점프와 착지 동작 표시</a:t>
            </a:r>
          </a:p>
        </p:txBody>
      </p:sp>
      <p:sp>
        <p:nvSpPr>
          <p:cNvPr id="10" name="직사각형 9">
            <a:extLst>
              <a:ext uri="{FF2B5EF4-FFF2-40B4-BE49-F238E27FC236}">
                <a16:creationId xmlns:a16="http://schemas.microsoft.com/office/drawing/2014/main" id="{7674ECE6-286C-4E4E-B119-BEDFF21D9D78}"/>
              </a:ext>
            </a:extLst>
          </p:cNvPr>
          <p:cNvSpPr>
            <a:spLocks noGrp="1"/>
          </p:cNvSpPr>
          <p:nvPr/>
        </p:nvSpPr>
        <p:spPr>
          <a:xfrm>
            <a:off x="6238875" y="5238750"/>
            <a:ext cx="4667250" cy="333375"/>
          </a:xfrm>
          <a:prstGeom prst="rect">
            <a:avLst/>
          </a:prstGeom>
          <a:noFill/>
          <a:ln w="0">
            <a:noFill/>
          </a:ln>
        </p:spPr>
        <p:txBody>
          <a:bodyPr lIns="0" tIns="0" rIns="0" bIns="0" anchor="ctr"/>
          <a:lstStyle>
            <a:defPPr>
              <a:defRPr sz="1575" b="0">
                <a:solidFill>
                  <a:srgbClr val="796F5E"/>
                </a:solidFill>
                <a:latin typeface="NanumGothic"/>
                <a:ea typeface="NanumGothic"/>
                <a:cs typeface="NanumGothic"/>
              </a:defRPr>
            </a:defPPr>
          </a:lstStyle>
          <a:p>
            <a:pPr>
              <a:buNone/>
              <a:defRPr sz="1575" b="0">
                <a:solidFill>
                  <a:srgbClr val="796F5E"/>
                </a:solidFill>
                <a:latin typeface="NanumGothic"/>
                <a:ea typeface="NanumGothic"/>
                <a:cs typeface="NanumGothic"/>
              </a:defRPr>
            </a:pPr>
            <a:r>
              <a:rPr sz="1575" b="0">
                <a:solidFill>
                  <a:srgbClr val="796F5E"/>
                </a:solidFill>
                <a:latin typeface="NanumGothic"/>
                <a:ea typeface="NanumGothic"/>
                <a:cs typeface="NanumGothic"/>
              </a:rPr>
              <a:t>단일·연속 동작과 거리·방향 판정</a:t>
            </a:r>
          </a:p>
        </p:txBody>
      </p:sp>
    </p:spTree>
    <p:extLst>
      <p:ext uri="{BB962C8B-B14F-4D97-AF65-F5344CB8AC3E}">
        <p14:creationId xmlns:p14="http://schemas.microsoft.com/office/powerpoint/2010/main" val="387840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2AEC2B65-A316-47B5-B741-3A2A1F113348}"/>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E8AC9059-9BBF-4F06-8D9C-55C5E5D429DD}"/>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a:solidFill>
                  <a:srgbClr val="183F3E"/>
                </a:solidFill>
                <a:latin typeface="NanumGothic"/>
                <a:ea typeface="NanumGothic"/>
                <a:cs typeface="NanumGothic"/>
              </a:rPr>
              <a:t>플랫폼 화면과 서버 구조</a:t>
            </a:r>
          </a:p>
        </p:txBody>
      </p:sp>
      <p:sp>
        <p:nvSpPr>
          <p:cNvPr id="3" name="직사각형 2">
            <a:extLst>
              <a:ext uri="{FF2B5EF4-FFF2-40B4-BE49-F238E27FC236}">
                <a16:creationId xmlns:a16="http://schemas.microsoft.com/office/drawing/2014/main" id="{2739E223-401B-444D-BD8F-DD1132BEA5F4}"/>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프론트는 화면과 요청을 담당하고, 백엔드는 인증과 상태를 관리합니다</a:t>
            </a:r>
          </a:p>
        </p:txBody>
      </p:sp>
      <p:sp>
        <p:nvSpPr>
          <p:cNvPr id="4" name="직사각형 3">
            <a:extLst>
              <a:ext uri="{FF2B5EF4-FFF2-40B4-BE49-F238E27FC236}">
                <a16:creationId xmlns:a16="http://schemas.microsoft.com/office/drawing/2014/main" id="{CD917D4B-0AED-4FAF-90DD-4DB3D14AB7F8}"/>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21</a:t>
            </a:r>
          </a:p>
        </p:txBody>
      </p:sp>
      <p:sp>
        <p:nvSpPr>
          <p:cNvPr id="5" name="직사각형 4">
            <a:extLst>
              <a:ext uri="{FF2B5EF4-FFF2-40B4-BE49-F238E27FC236}">
                <a16:creationId xmlns:a16="http://schemas.microsoft.com/office/drawing/2014/main" id="{F9E797B9-7F33-45CA-92B7-8437340680E0}"/>
              </a:ext>
            </a:extLst>
          </p:cNvPr>
          <p:cNvSpPr>
            <a:spLocks noGrp="1"/>
          </p:cNvSpPr>
          <p:nvPr/>
        </p:nvSpPr>
        <p:spPr>
          <a:xfrm>
            <a:off x="1381125" y="2476500"/>
            <a:ext cx="4191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Frontend</a:t>
            </a:r>
          </a:p>
        </p:txBody>
      </p:sp>
      <p:sp>
        <p:nvSpPr>
          <p:cNvPr id="6" name="직사각형 5">
            <a:extLst>
              <a:ext uri="{FF2B5EF4-FFF2-40B4-BE49-F238E27FC236}">
                <a16:creationId xmlns:a16="http://schemas.microsoft.com/office/drawing/2014/main" id="{935D6FE7-54B1-469F-BD83-1E6E59EFF1BC}"/>
              </a:ext>
            </a:extLst>
          </p:cNvPr>
          <p:cNvSpPr>
            <a:spLocks noGrp="1"/>
          </p:cNvSpPr>
          <p:nvPr/>
        </p:nvSpPr>
        <p:spPr>
          <a:xfrm>
            <a:off x="1381125" y="2952750"/>
            <a:ext cx="4191000" cy="428625"/>
          </a:xfrm>
          <a:prstGeom prst="rect">
            <a:avLst/>
          </a:prstGeom>
          <a:noFill/>
          <a:ln w="0">
            <a:noFill/>
          </a:ln>
        </p:spPr>
        <p:txBody>
          <a:bodyPr lIns="0" tIns="0" rIns="0" bIns="0" anchor="ctr"/>
          <a:lstStyle>
            <a:defPPr>
              <a:defRPr sz="2100" b="1">
                <a:solidFill>
                  <a:srgbClr val="183F3E"/>
                </a:solidFill>
                <a:latin typeface="NanumGothic"/>
                <a:ea typeface="NanumGothic"/>
                <a:cs typeface="NanumGothic"/>
              </a:defRPr>
            </a:defPPr>
          </a:lstStyle>
          <a:p>
            <a:pPr>
              <a:buNone/>
              <a:defRPr sz="2100" b="1">
                <a:solidFill>
                  <a:srgbClr val="183F3E"/>
                </a:solidFill>
                <a:latin typeface="NanumGothic"/>
                <a:ea typeface="NanumGothic"/>
                <a:cs typeface="NanumGothic"/>
              </a:defRPr>
            </a:pPr>
            <a:r>
              <a:rPr sz="2100" b="1">
                <a:solidFill>
                  <a:srgbClr val="183F3E"/>
                </a:solidFill>
                <a:latin typeface="NanumGothic"/>
                <a:ea typeface="NanumGothic"/>
                <a:cs typeface="NanumGothic"/>
              </a:rPr>
              <a:t>화면 렌더링과 요청 중계</a:t>
            </a:r>
          </a:p>
        </p:txBody>
      </p:sp>
      <p:sp>
        <p:nvSpPr>
          <p:cNvPr id="7" name="직사각형 6">
            <a:extLst>
              <a:ext uri="{FF2B5EF4-FFF2-40B4-BE49-F238E27FC236}">
                <a16:creationId xmlns:a16="http://schemas.microsoft.com/office/drawing/2014/main" id="{87368167-3B0C-47C7-A7EC-90615D13F632}"/>
              </a:ext>
            </a:extLst>
          </p:cNvPr>
          <p:cNvSpPr>
            <a:spLocks noGrp="1"/>
          </p:cNvSpPr>
          <p:nvPr/>
        </p:nvSpPr>
        <p:spPr>
          <a:xfrm>
            <a:off x="1381125" y="3667125"/>
            <a:ext cx="4238625" cy="133350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Canvas·JavaScript로 맵과 캐릭터 표시</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Django 템플릿으로 서비스 화면 구성</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HTTP 요청과 WebSocket 메시지 중계</a:t>
            </a:r>
          </a:p>
        </p:txBody>
      </p:sp>
      <p:sp>
        <p:nvSpPr>
          <p:cNvPr id="8" name="직사각형 7">
            <a:extLst>
              <a:ext uri="{FF2B5EF4-FFF2-40B4-BE49-F238E27FC236}">
                <a16:creationId xmlns:a16="http://schemas.microsoft.com/office/drawing/2014/main" id="{8D740568-C9EA-4249-B37F-D457C2180882}"/>
              </a:ext>
            </a:extLst>
          </p:cNvPr>
          <p:cNvSpPr>
            <a:spLocks noGrp="1"/>
          </p:cNvSpPr>
          <p:nvPr/>
        </p:nvSpPr>
        <p:spPr>
          <a:xfrm>
            <a:off x="6477000" y="2476500"/>
            <a:ext cx="4191000"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Backend</a:t>
            </a:r>
          </a:p>
        </p:txBody>
      </p:sp>
      <p:sp>
        <p:nvSpPr>
          <p:cNvPr id="9" name="직사각형 8">
            <a:extLst>
              <a:ext uri="{FF2B5EF4-FFF2-40B4-BE49-F238E27FC236}">
                <a16:creationId xmlns:a16="http://schemas.microsoft.com/office/drawing/2014/main" id="{92636500-2E78-4F48-BFBE-C21783E7639C}"/>
              </a:ext>
            </a:extLst>
          </p:cNvPr>
          <p:cNvSpPr>
            <a:spLocks noGrp="1"/>
          </p:cNvSpPr>
          <p:nvPr/>
        </p:nvSpPr>
        <p:spPr>
          <a:xfrm>
            <a:off x="6477000" y="2952750"/>
            <a:ext cx="4191000" cy="428625"/>
          </a:xfrm>
          <a:prstGeom prst="rect">
            <a:avLst/>
          </a:prstGeom>
          <a:noFill/>
          <a:ln w="0">
            <a:noFill/>
          </a:ln>
        </p:spPr>
        <p:txBody>
          <a:bodyPr lIns="0" tIns="0" rIns="0" bIns="0" anchor="ctr"/>
          <a:lstStyle>
            <a:defPPr>
              <a:defRPr sz="2100" b="1">
                <a:solidFill>
                  <a:srgbClr val="183F3E"/>
                </a:solidFill>
                <a:latin typeface="NanumGothic"/>
                <a:ea typeface="NanumGothic"/>
                <a:cs typeface="NanumGothic"/>
              </a:defRPr>
            </a:defPPr>
          </a:lstStyle>
          <a:p>
            <a:pPr>
              <a:buNone/>
              <a:defRPr sz="2100" b="1">
                <a:solidFill>
                  <a:srgbClr val="183F3E"/>
                </a:solidFill>
                <a:latin typeface="NanumGothic"/>
                <a:ea typeface="NanumGothic"/>
                <a:cs typeface="NanumGothic"/>
              </a:defRPr>
            </a:pPr>
            <a:r>
              <a:rPr sz="2100" b="1">
                <a:solidFill>
                  <a:srgbClr val="183F3E"/>
                </a:solidFill>
                <a:latin typeface="NanumGothic"/>
                <a:ea typeface="NanumGothic"/>
                <a:cs typeface="NanumGothic"/>
              </a:rPr>
              <a:t>인증과 서비스 상태 관리</a:t>
            </a:r>
          </a:p>
        </p:txBody>
      </p:sp>
      <p:sp>
        <p:nvSpPr>
          <p:cNvPr id="10" name="직사각형 9">
            <a:extLst>
              <a:ext uri="{FF2B5EF4-FFF2-40B4-BE49-F238E27FC236}">
                <a16:creationId xmlns:a16="http://schemas.microsoft.com/office/drawing/2014/main" id="{776C5014-5C07-4A63-BB4E-838675F8331F}"/>
              </a:ext>
            </a:extLst>
          </p:cNvPr>
          <p:cNvSpPr>
            <a:spLocks noGrp="1"/>
          </p:cNvSpPr>
          <p:nvPr/>
        </p:nvSpPr>
        <p:spPr>
          <a:xfrm>
            <a:off x="6477000" y="3667125"/>
            <a:ext cx="4238625" cy="1333500"/>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Django·Channels로 인증과 권한 확인</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이동·충돌·채팅·커뮤니티 처리</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DB에 서비스 상태와 Outbox 저장</a:t>
            </a:r>
          </a:p>
        </p:txBody>
      </p:sp>
    </p:spTree>
    <p:extLst>
      <p:ext uri="{BB962C8B-B14F-4D97-AF65-F5344CB8AC3E}">
        <p14:creationId xmlns:p14="http://schemas.microsoft.com/office/powerpoint/2010/main" val="1641732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ED01AFC7-C4F8-418E-9733-0019C8BB1F9A}"/>
              </a:ext>
            </a:extLst>
          </p:cNvPr>
          <p:cNvSpPr>
            <a:spLocks noGrp="1"/>
          </p:cNvSpPr>
          <p:nvPr/>
        </p:nvSpPr>
        <p:spPr>
          <a:xfrm>
            <a:off x="2095500" y="1219200"/>
            <a:ext cx="6667500" cy="238125"/>
          </a:xfrm>
          <a:prstGeom prst="rect">
            <a:avLst/>
          </a:prstGeom>
          <a:noFill/>
          <a:ln w="0">
            <a:noFill/>
          </a:ln>
        </p:spPr>
        <p:txBody>
          <a:bodyPr lIns="0" tIns="0" rIns="0" bIns="0" anchor="ctr"/>
          <a:lstStyle>
            <a:defPPr>
              <a:defRPr sz="1200" b="1">
                <a:solidFill>
                  <a:srgbClr val="098C8E"/>
                </a:solidFill>
                <a:latin typeface="NanumGothic"/>
                <a:ea typeface="NanumGothic"/>
                <a:cs typeface="NanumGothic"/>
              </a:defRPr>
            </a:defPPr>
          </a:lstStyle>
          <a:p>
            <a:pPr>
              <a:buNone/>
              <a:defRPr sz="1200" b="1">
                <a:solidFill>
                  <a:srgbClr val="098C8E"/>
                </a:solidFill>
                <a:latin typeface="NanumGothic"/>
                <a:ea typeface="NanumGothic"/>
                <a:cs typeface="NanumGothic"/>
              </a:defRPr>
            </a:pPr>
            <a:r>
              <a:rPr sz="1200" b="1">
                <a:solidFill>
                  <a:srgbClr val="098C8E"/>
                </a:solidFill>
                <a:latin typeface="NanumGothic"/>
                <a:ea typeface="NanumGothic"/>
                <a:cs typeface="NanumGothic"/>
              </a:rPr>
              <a:t>PLATFORM</a:t>
            </a:r>
          </a:p>
        </p:txBody>
      </p:sp>
      <p:sp>
        <p:nvSpPr>
          <p:cNvPr id="2" name="직사각형 1">
            <a:extLst>
              <a:ext uri="{FF2B5EF4-FFF2-40B4-BE49-F238E27FC236}">
                <a16:creationId xmlns:a16="http://schemas.microsoft.com/office/drawing/2014/main" id="{25C950CC-3EC9-40F7-A5E6-5292CDF8E03F}"/>
              </a:ext>
            </a:extLst>
          </p:cNvPr>
          <p:cNvSpPr>
            <a:spLocks noGrp="1"/>
          </p:cNvSpPr>
          <p:nvPr/>
        </p:nvSpPr>
        <p:spPr>
          <a:xfrm>
            <a:off x="1381125" y="1571625"/>
            <a:ext cx="9429750" cy="600075"/>
          </a:xfrm>
          <a:prstGeom prst="rect">
            <a:avLst/>
          </a:prstGeom>
          <a:noFill/>
          <a:ln w="0">
            <a:noFill/>
          </a:ln>
        </p:spPr>
        <p:txBody>
          <a:bodyPr lIns="0" tIns="0" rIns="0" bIns="0" anchor="ctr"/>
          <a:lstStyle>
            <a:defPPr>
              <a:defRPr sz="3150" b="1">
                <a:solidFill>
                  <a:srgbClr val="183F3E"/>
                </a:solidFill>
                <a:latin typeface="NanumGothic"/>
                <a:ea typeface="NanumGothic"/>
                <a:cs typeface="NanumGothic"/>
              </a:defRPr>
            </a:defPPr>
          </a:lstStyle>
          <a:p>
            <a:pPr>
              <a:buNone/>
              <a:defRPr sz="3150" b="1">
                <a:solidFill>
                  <a:srgbClr val="183F3E"/>
                </a:solidFill>
                <a:latin typeface="NanumGothic"/>
                <a:ea typeface="NanumGothic"/>
                <a:cs typeface="NanumGothic"/>
              </a:defRPr>
            </a:pPr>
            <a:r>
              <a:rPr sz="3150" b="1" dirty="0" err="1">
                <a:solidFill>
                  <a:srgbClr val="183F3E"/>
                </a:solidFill>
                <a:latin typeface="NanumGothic"/>
                <a:ea typeface="NanumGothic"/>
                <a:cs typeface="NanumGothic"/>
              </a:rPr>
              <a:t>사용자</a:t>
            </a:r>
            <a:r>
              <a:rPr sz="3150" b="1" dirty="0">
                <a:solidFill>
                  <a:srgbClr val="183F3E"/>
                </a:solidFill>
                <a:latin typeface="NanumGothic"/>
                <a:ea typeface="NanumGothic"/>
                <a:cs typeface="NanumGothic"/>
              </a:rPr>
              <a:t> </a:t>
            </a:r>
            <a:r>
              <a:rPr sz="3150" b="1" dirty="0" err="1">
                <a:solidFill>
                  <a:srgbClr val="183F3E"/>
                </a:solidFill>
                <a:latin typeface="NanumGothic"/>
                <a:ea typeface="NanumGothic"/>
                <a:cs typeface="NanumGothic"/>
              </a:rPr>
              <a:t>행동</a:t>
            </a:r>
            <a:r>
              <a:rPr sz="3150" b="1" dirty="0">
                <a:solidFill>
                  <a:srgbClr val="183F3E"/>
                </a:solidFill>
                <a:latin typeface="NanumGothic"/>
                <a:ea typeface="NanumGothic"/>
                <a:cs typeface="NanumGothic"/>
              </a:rPr>
              <a:t> </a:t>
            </a:r>
            <a:r>
              <a:rPr sz="3150" b="1" dirty="0" err="1">
                <a:solidFill>
                  <a:srgbClr val="183F3E"/>
                </a:solidFill>
                <a:latin typeface="NanumGothic"/>
                <a:ea typeface="NanumGothic"/>
                <a:cs typeface="NanumGothic"/>
              </a:rPr>
              <a:t>이벤트와</a:t>
            </a:r>
            <a:r>
              <a:rPr sz="3150" b="1" dirty="0">
                <a:solidFill>
                  <a:srgbClr val="183F3E"/>
                </a:solidFill>
                <a:latin typeface="NanumGothic"/>
                <a:ea typeface="NanumGothic"/>
                <a:cs typeface="NanumGothic"/>
              </a:rPr>
              <a:t> Kafka </a:t>
            </a:r>
            <a:r>
              <a:rPr sz="3150" b="1" dirty="0" err="1">
                <a:solidFill>
                  <a:srgbClr val="183F3E"/>
                </a:solidFill>
                <a:latin typeface="NanumGothic"/>
                <a:ea typeface="NanumGothic"/>
                <a:cs typeface="NanumGothic"/>
              </a:rPr>
              <a:t>연동</a:t>
            </a:r>
            <a:endParaRPr sz="3150" b="1" dirty="0">
              <a:solidFill>
                <a:srgbClr val="183F3E"/>
              </a:solidFill>
              <a:latin typeface="NanumGothic"/>
              <a:ea typeface="NanumGothic"/>
              <a:cs typeface="NanumGothic"/>
            </a:endParaRPr>
          </a:p>
        </p:txBody>
      </p:sp>
      <p:sp>
        <p:nvSpPr>
          <p:cNvPr id="3" name="직사각형 2">
            <a:extLst>
              <a:ext uri="{FF2B5EF4-FFF2-40B4-BE49-F238E27FC236}">
                <a16:creationId xmlns:a16="http://schemas.microsoft.com/office/drawing/2014/main" id="{A9A1A05D-4D8A-4924-95F6-6A8F7CA7CD8B}"/>
              </a:ext>
            </a:extLst>
          </p:cNvPr>
          <p:cNvSpPr>
            <a:spLocks noGrp="1"/>
          </p:cNvSpPr>
          <p:nvPr/>
        </p:nvSpPr>
        <p:spPr>
          <a:xfrm>
            <a:off x="2095500" y="5638800"/>
            <a:ext cx="8286750" cy="333375"/>
          </a:xfrm>
          <a:prstGeom prst="rect">
            <a:avLst/>
          </a:prstGeom>
          <a:noFill/>
          <a:ln w="0">
            <a:noFill/>
          </a:ln>
        </p:spPr>
        <p:txBody>
          <a:bodyPr lIns="0" tIns="0" rIns="0" bIns="0" anchor="ctr"/>
          <a:lstStyle>
            <a:defPPr>
              <a:defRPr sz="1650" b="1">
                <a:solidFill>
                  <a:srgbClr val="183F3E"/>
                </a:solidFill>
                <a:latin typeface="NanumGothic"/>
                <a:ea typeface="NanumGothic"/>
                <a:cs typeface="NanumGothic"/>
              </a:defRPr>
            </a:defPPr>
          </a:lstStyle>
          <a:p>
            <a:pPr>
              <a:buNone/>
              <a:defRPr sz="1650" b="1">
                <a:solidFill>
                  <a:srgbClr val="183F3E"/>
                </a:solidFill>
                <a:latin typeface="NanumGothic"/>
                <a:ea typeface="NanumGothic"/>
                <a:cs typeface="NanumGothic"/>
              </a:defRPr>
            </a:pPr>
            <a:r>
              <a:rPr sz="1650" b="1">
                <a:solidFill>
                  <a:srgbClr val="183F3E"/>
                </a:solidFill>
                <a:latin typeface="NanumGothic"/>
                <a:ea typeface="NanumGothic"/>
                <a:cs typeface="NanumGothic"/>
              </a:rPr>
              <a:t>서비스 변경과 이벤트를 함께 저장하고, Kafka로 전달합니다</a:t>
            </a:r>
          </a:p>
        </p:txBody>
      </p:sp>
      <p:sp>
        <p:nvSpPr>
          <p:cNvPr id="4" name="직사각형 3">
            <a:extLst>
              <a:ext uri="{FF2B5EF4-FFF2-40B4-BE49-F238E27FC236}">
                <a16:creationId xmlns:a16="http://schemas.microsoft.com/office/drawing/2014/main" id="{0418EE15-2F61-4B69-8F19-94C48FB5F103}"/>
              </a:ext>
            </a:extLst>
          </p:cNvPr>
          <p:cNvSpPr>
            <a:spLocks noGrp="1"/>
          </p:cNvSpPr>
          <p:nvPr/>
        </p:nvSpPr>
        <p:spPr>
          <a:xfrm>
            <a:off x="6019800" y="5962650"/>
            <a:ext cx="381000" cy="190500"/>
          </a:xfrm>
          <a:prstGeom prst="rect">
            <a:avLst/>
          </a:prstGeom>
          <a:noFill/>
          <a:ln w="0">
            <a:noFill/>
          </a:ln>
        </p:spPr>
        <p:txBody>
          <a:bodyPr lIns="0" tIns="0" rIns="0" bIns="0" anchor="ctr"/>
          <a:lstStyle>
            <a:defPPr>
              <a:defRPr sz="975" b="0">
                <a:solidFill>
                  <a:srgbClr val="796F5E"/>
                </a:solidFill>
                <a:latin typeface="NanumGothic"/>
                <a:ea typeface="NanumGothic"/>
                <a:cs typeface="NanumGothic"/>
              </a:defRPr>
            </a:defPPr>
          </a:lstStyle>
          <a:p>
            <a:pPr>
              <a:buNone/>
              <a:defRPr sz="975" b="0">
                <a:solidFill>
                  <a:srgbClr val="796F5E"/>
                </a:solidFill>
                <a:latin typeface="NanumGothic"/>
                <a:ea typeface="NanumGothic"/>
                <a:cs typeface="NanumGothic"/>
              </a:defRPr>
            </a:pPr>
            <a:r>
              <a:rPr sz="975" b="0">
                <a:solidFill>
                  <a:srgbClr val="796F5E"/>
                </a:solidFill>
                <a:latin typeface="NanumGothic"/>
                <a:ea typeface="NanumGothic"/>
                <a:cs typeface="NanumGothic"/>
              </a:rPr>
              <a:t>22</a:t>
            </a:r>
          </a:p>
        </p:txBody>
      </p:sp>
      <p:sp>
        <p:nvSpPr>
          <p:cNvPr id="5" name="직사각형 4">
            <a:extLst>
              <a:ext uri="{FF2B5EF4-FFF2-40B4-BE49-F238E27FC236}">
                <a16:creationId xmlns:a16="http://schemas.microsoft.com/office/drawing/2014/main" id="{D83AE8BD-9859-4C7A-9F4D-5854E09EE058}"/>
              </a:ext>
            </a:extLst>
          </p:cNvPr>
          <p:cNvSpPr>
            <a:spLocks noGrp="1"/>
          </p:cNvSpPr>
          <p:nvPr/>
        </p:nvSpPr>
        <p:spPr>
          <a:xfrm>
            <a:off x="1381125" y="2381250"/>
            <a:ext cx="4524375"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수집하는 사용자 행동</a:t>
            </a:r>
          </a:p>
        </p:txBody>
      </p:sp>
      <p:sp>
        <p:nvSpPr>
          <p:cNvPr id="6" name="직사각형 5">
            <a:extLst>
              <a:ext uri="{FF2B5EF4-FFF2-40B4-BE49-F238E27FC236}">
                <a16:creationId xmlns:a16="http://schemas.microsoft.com/office/drawing/2014/main" id="{F53164D1-C07F-48B9-A337-D765502AD5DB}"/>
              </a:ext>
            </a:extLst>
          </p:cNvPr>
          <p:cNvSpPr>
            <a:spLocks noGrp="1"/>
          </p:cNvSpPr>
          <p:nvPr/>
        </p:nvSpPr>
        <p:spPr>
          <a:xfrm>
            <a:off x="1381125" y="2857500"/>
            <a:ext cx="4524375" cy="1000125"/>
          </a:xfrm>
          <a:prstGeom prst="rect">
            <a:avLst/>
          </a:prstGeom>
          <a:noFill/>
          <a:ln w="0">
            <a:noFill/>
          </a:ln>
        </p:spPr>
        <p:txBody>
          <a:bodyPr lIns="0" tIns="0" rIns="0" bIns="0" anchor="ctr"/>
          <a:lstStyle>
            <a:defPPr>
              <a:defRPr sz="1875" b="0">
                <a:solidFill>
                  <a:srgbClr val="796F5E"/>
                </a:solidFill>
                <a:latin typeface="NanumGothic"/>
                <a:ea typeface="NanumGothic"/>
                <a:cs typeface="NanumGothic"/>
              </a:defRPr>
            </a:defPPr>
          </a:lstStyle>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계정·채팅·게시글·댓글</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이동·층 전환·콘텐츠 이용</a:t>
            </a:r>
          </a:p>
          <a:p>
            <a:pPr>
              <a:buNone/>
              <a:defRPr sz="1875" b="0">
                <a:solidFill>
                  <a:srgbClr val="796F5E"/>
                </a:solidFill>
                <a:latin typeface="NanumGothic"/>
                <a:ea typeface="NanumGothic"/>
                <a:cs typeface="NanumGothic"/>
              </a:defRPr>
            </a:pPr>
            <a:r>
              <a:rPr sz="1875" b="0">
                <a:solidFill>
                  <a:srgbClr val="796F5E"/>
                </a:solidFill>
                <a:latin typeface="NanumGothic"/>
                <a:ea typeface="NanumGothic"/>
                <a:cs typeface="NanumGothic"/>
              </a:rPr>
              <a:t>학습 답안과 포인트 지급</a:t>
            </a:r>
          </a:p>
        </p:txBody>
      </p:sp>
      <p:sp>
        <p:nvSpPr>
          <p:cNvPr id="7" name="직사각형 6">
            <a:extLst>
              <a:ext uri="{FF2B5EF4-FFF2-40B4-BE49-F238E27FC236}">
                <a16:creationId xmlns:a16="http://schemas.microsoft.com/office/drawing/2014/main" id="{81AFDAE0-50C6-4D0F-B120-F5D276B7500F}"/>
              </a:ext>
            </a:extLst>
          </p:cNvPr>
          <p:cNvSpPr>
            <a:spLocks noGrp="1"/>
          </p:cNvSpPr>
          <p:nvPr/>
        </p:nvSpPr>
        <p:spPr>
          <a:xfrm>
            <a:off x="1381125" y="4095750"/>
            <a:ext cx="4667250" cy="1333500"/>
          </a:xfrm>
          <a:prstGeom prst="rect">
            <a:avLst/>
          </a:prstGeom>
          <a:noFill/>
          <a:ln w="0">
            <a:noFill/>
          </a:ln>
        </p:spPr>
        <p:txBody>
          <a:bodyPr lIns="0" tIns="0" rIns="0" bIns="0" anchor="ctr"/>
          <a:lstStyle>
            <a:defPPr>
              <a:defRPr sz="1500" b="0">
                <a:solidFill>
                  <a:srgbClr val="098C8E"/>
                </a:solidFill>
                <a:latin typeface="NanumGothic"/>
                <a:ea typeface="NanumGothic"/>
                <a:cs typeface="NanumGothic"/>
              </a:defRPr>
            </a:defPPr>
          </a:lstStyle>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raw.account    raw.chat</a:t>
            </a:r>
          </a:p>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raw.board       raw.comment</a:t>
            </a:r>
          </a:p>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raw.movement</a:t>
            </a:r>
          </a:p>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raw.content_usage    raw.points</a:t>
            </a:r>
          </a:p>
        </p:txBody>
      </p:sp>
      <p:sp>
        <p:nvSpPr>
          <p:cNvPr id="8" name="직사각형 7">
            <a:extLst>
              <a:ext uri="{FF2B5EF4-FFF2-40B4-BE49-F238E27FC236}">
                <a16:creationId xmlns:a16="http://schemas.microsoft.com/office/drawing/2014/main" id="{A7EA6072-5907-4F37-8C7F-49FEABFF7189}"/>
              </a:ext>
            </a:extLst>
          </p:cNvPr>
          <p:cNvSpPr>
            <a:spLocks noGrp="1"/>
          </p:cNvSpPr>
          <p:nvPr/>
        </p:nvSpPr>
        <p:spPr>
          <a:xfrm>
            <a:off x="6477000" y="2381250"/>
            <a:ext cx="4333875" cy="333375"/>
          </a:xfrm>
          <a:prstGeom prst="rect">
            <a:avLst/>
          </a:prstGeom>
          <a:noFill/>
          <a:ln w="0">
            <a:noFill/>
          </a:ln>
        </p:spPr>
        <p:txBody>
          <a:bodyPr lIns="0" tIns="0" rIns="0" bIns="0" anchor="ctr"/>
          <a:lstStyle>
            <a:defPPr>
              <a:defRPr sz="1950" b="1">
                <a:solidFill>
                  <a:srgbClr val="098C8E"/>
                </a:solidFill>
                <a:latin typeface="NanumGothic"/>
                <a:ea typeface="NanumGothic"/>
                <a:cs typeface="NanumGothic"/>
              </a:defRPr>
            </a:defPPr>
          </a:lstStyle>
          <a:p>
            <a:pPr>
              <a:buNone/>
              <a:defRPr sz="1950" b="1">
                <a:solidFill>
                  <a:srgbClr val="098C8E"/>
                </a:solidFill>
                <a:latin typeface="NanumGothic"/>
                <a:ea typeface="NanumGothic"/>
                <a:cs typeface="NanumGothic"/>
              </a:defRPr>
            </a:pPr>
            <a:r>
              <a:rPr sz="1950" b="1">
                <a:solidFill>
                  <a:srgbClr val="098C8E"/>
                </a:solidFill>
                <a:latin typeface="NanumGothic"/>
                <a:ea typeface="NanumGothic"/>
                <a:cs typeface="NanumGothic"/>
              </a:rPr>
              <a:t>저장과 발행 흐름</a:t>
            </a:r>
          </a:p>
        </p:txBody>
      </p:sp>
      <p:sp>
        <p:nvSpPr>
          <p:cNvPr id="9" name="직사각형 8">
            <a:extLst>
              <a:ext uri="{FF2B5EF4-FFF2-40B4-BE49-F238E27FC236}">
                <a16:creationId xmlns:a16="http://schemas.microsoft.com/office/drawing/2014/main" id="{6ED965FC-C3C3-4685-B2D2-16B38B6301F0}"/>
              </a:ext>
            </a:extLst>
          </p:cNvPr>
          <p:cNvSpPr>
            <a:spLocks noGrp="1"/>
          </p:cNvSpPr>
          <p:nvPr/>
        </p:nvSpPr>
        <p:spPr>
          <a:xfrm>
            <a:off x="6477000" y="2876550"/>
            <a:ext cx="4333875" cy="1809750"/>
          </a:xfrm>
          <a:prstGeom prst="rect">
            <a:avLst/>
          </a:prstGeom>
          <a:noFill/>
          <a:ln w="0">
            <a:noFill/>
          </a:ln>
        </p:spPr>
        <p:txBody>
          <a:bodyPr lIns="0" tIns="0" rIns="0" bIns="0" anchor="ctr"/>
          <a:lstStyle>
            <a:defPPr>
              <a:defRPr sz="1800" b="0">
                <a:solidFill>
                  <a:srgbClr val="796F5E"/>
                </a:solidFill>
                <a:latin typeface="NanumGothic"/>
                <a:ea typeface="NanumGothic"/>
                <a:cs typeface="NanumGothic"/>
              </a:defRPr>
            </a:defPPr>
          </a:lstStyle>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01  사용자 행동을 서버에서 처리</a:t>
            </a:r>
          </a:p>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02  서비스 변경과 Outbox를 함께 저장</a:t>
            </a:r>
          </a:p>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03  발행기가 Kafka에 이벤트 전송</a:t>
            </a:r>
          </a:p>
          <a:p>
            <a:pPr>
              <a:buNone/>
              <a:defRPr sz="1800" b="0">
                <a:solidFill>
                  <a:srgbClr val="796F5E"/>
                </a:solidFill>
                <a:latin typeface="NanumGothic"/>
                <a:ea typeface="NanumGothic"/>
                <a:cs typeface="NanumGothic"/>
              </a:defRPr>
            </a:pPr>
            <a:r>
              <a:rPr sz="1800" b="0">
                <a:solidFill>
                  <a:srgbClr val="796F5E"/>
                </a:solidFill>
                <a:latin typeface="NanumGothic"/>
                <a:ea typeface="NanumGothic"/>
                <a:cs typeface="NanumGothic"/>
              </a:rPr>
              <a:t>04  성공 기록, 실패 시 보관 후 재시도</a:t>
            </a:r>
          </a:p>
        </p:txBody>
      </p:sp>
      <p:sp>
        <p:nvSpPr>
          <p:cNvPr id="10" name="직사각형 9">
            <a:extLst>
              <a:ext uri="{FF2B5EF4-FFF2-40B4-BE49-F238E27FC236}">
                <a16:creationId xmlns:a16="http://schemas.microsoft.com/office/drawing/2014/main" id="{7B071394-52D3-455A-82C5-17B5B466F0C4}"/>
              </a:ext>
            </a:extLst>
          </p:cNvPr>
          <p:cNvSpPr>
            <a:spLocks noGrp="1"/>
          </p:cNvSpPr>
          <p:nvPr/>
        </p:nvSpPr>
        <p:spPr>
          <a:xfrm>
            <a:off x="6477000" y="4905375"/>
            <a:ext cx="4333875" cy="619125"/>
          </a:xfrm>
          <a:prstGeom prst="rect">
            <a:avLst/>
          </a:prstGeom>
          <a:noFill/>
          <a:ln w="0">
            <a:noFill/>
          </a:ln>
        </p:spPr>
        <p:txBody>
          <a:bodyPr lIns="0" tIns="0" rIns="0" bIns="0" anchor="ctr"/>
          <a:lstStyle>
            <a:defPPr>
              <a:defRPr sz="1500" b="0">
                <a:solidFill>
                  <a:srgbClr val="098C8E"/>
                </a:solidFill>
                <a:latin typeface="NanumGothic"/>
                <a:ea typeface="NanumGothic"/>
                <a:cs typeface="NanumGothic"/>
              </a:defRPr>
            </a:defPPr>
          </a:lstStyle>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공통 event_uuid로 재전송 중복을 식별</a:t>
            </a:r>
          </a:p>
          <a:p>
            <a:pPr>
              <a:buNone/>
              <a:defRPr sz="1500" b="0">
                <a:solidFill>
                  <a:srgbClr val="098C8E"/>
                </a:solidFill>
                <a:latin typeface="NanumGothic"/>
                <a:ea typeface="NanumGothic"/>
                <a:cs typeface="NanumGothic"/>
              </a:defRPr>
            </a:pPr>
            <a:r>
              <a:rPr sz="1500" b="0">
                <a:solidFill>
                  <a:srgbClr val="098C8E"/>
                </a:solidFill>
                <a:latin typeface="NanumGothic"/>
                <a:ea typeface="NanumGothic"/>
                <a:cs typeface="NanumGothic"/>
              </a:rPr>
              <a:t>이후 검증·저장은 파이프라인에서 처리</a:t>
            </a:r>
          </a:p>
        </p:txBody>
      </p:sp>
    </p:spTree>
    <p:extLst>
      <p:ext uri="{BB962C8B-B14F-4D97-AF65-F5344CB8AC3E}">
        <p14:creationId xmlns:p14="http://schemas.microsoft.com/office/powerpoint/2010/main" val="2829423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1"/>
          <p:cNvSpPr/>
          <p:nvPr/>
        </p:nvSpPr>
        <p:spPr>
          <a:xfrm>
            <a:off x="2095500" y="1200150"/>
            <a:ext cx="8715300" cy="22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200" b="1">
                <a:solidFill>
                  <a:srgbClr val="167D79"/>
                </a:solidFill>
                <a:latin typeface="NanumGothic"/>
                <a:ea typeface="NanumGothic"/>
                <a:cs typeface="NanumGothic"/>
                <a:sym typeface="Nanum Gothic"/>
              </a:rPr>
              <a:t>Python·SQL Learning</a:t>
            </a:r>
            <a:endParaRPr sz="1200" b="1">
              <a:solidFill>
                <a:srgbClr val="167D79"/>
              </a:solidFill>
              <a:latin typeface="NanumGothic"/>
              <a:ea typeface="NanumGothic"/>
              <a:cs typeface="NanumGothic"/>
              <a:sym typeface="Nanum Gothic"/>
            </a:endParaRPr>
          </a:p>
        </p:txBody>
      </p:sp>
      <p:sp>
        <p:nvSpPr>
          <p:cNvPr id="228" name="Google Shape;228;p21"/>
          <p:cNvSpPr/>
          <p:nvPr/>
        </p:nvSpPr>
        <p:spPr>
          <a:xfrm>
            <a:off x="1381125" y="1524000"/>
            <a:ext cx="9429900" cy="609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3150" b="1" dirty="0" err="1">
                <a:solidFill>
                  <a:srgbClr val="183F3D"/>
                </a:solidFill>
                <a:latin typeface="NanumGothic"/>
                <a:ea typeface="NanumGothic"/>
                <a:cs typeface="NanumGothic"/>
                <a:sym typeface="Nanum Gothic"/>
              </a:rPr>
              <a:t>Python·SQL</a:t>
            </a:r>
            <a:r>
              <a:rPr lang="en-US" sz="3150" b="1" dirty="0">
                <a:solidFill>
                  <a:srgbClr val="183F3D"/>
                </a:solidFill>
                <a:latin typeface="NanumGothic"/>
                <a:ea typeface="NanumGothic"/>
                <a:cs typeface="NanumGothic"/>
                <a:sym typeface="Nanum Gothic"/>
              </a:rPr>
              <a:t> </a:t>
            </a:r>
            <a:r>
              <a:rPr lang="en-US" sz="3150" b="1" dirty="0" err="1">
                <a:solidFill>
                  <a:srgbClr val="183F3D"/>
                </a:solidFill>
                <a:latin typeface="NanumGothic"/>
                <a:ea typeface="NanumGothic"/>
                <a:cs typeface="NanumGothic"/>
                <a:sym typeface="Nanum Gothic"/>
              </a:rPr>
              <a:t>학습교실</a:t>
            </a:r>
            <a:endParaRPr sz="3150" b="1" dirty="0">
              <a:solidFill>
                <a:srgbClr val="183F3D"/>
              </a:solidFill>
              <a:latin typeface="NanumGothic"/>
              <a:ea typeface="NanumGothic"/>
              <a:cs typeface="NanumGothic"/>
              <a:sym typeface="Nanum Gothic"/>
            </a:endParaRPr>
          </a:p>
        </p:txBody>
      </p:sp>
      <p:sp>
        <p:nvSpPr>
          <p:cNvPr id="229" name="Google Shape;229;p21"/>
          <p:cNvSpPr/>
          <p:nvPr/>
        </p:nvSpPr>
        <p:spPr>
          <a:xfrm>
            <a:off x="5905500" y="5905500"/>
            <a:ext cx="3810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75" b="0">
                <a:solidFill>
                  <a:srgbClr val="6B5842"/>
                </a:solidFill>
                <a:latin typeface="NanumGothic"/>
                <a:ea typeface="NanumGothic"/>
                <a:cs typeface="NanumGothic"/>
                <a:sym typeface="Nanum Gothic"/>
              </a:rPr>
              <a:t>0</a:t>
            </a:r>
            <a:r>
              <a:rPr lang="en-US" sz="975">
                <a:solidFill>
                  <a:srgbClr val="6B5842"/>
                </a:solidFill>
                <a:latin typeface="NanumGothic"/>
                <a:ea typeface="NanumGothic"/>
                <a:cs typeface="NanumGothic"/>
                <a:sym typeface="Nanum Gothic"/>
              </a:rPr>
              <a:t>9</a:t>
            </a:r>
            <a:endParaRPr/>
          </a:p>
        </p:txBody>
      </p:sp>
      <p:sp>
        <p:nvSpPr>
          <p:cNvPr id="230" name="Google Shape;230;p21"/>
          <p:cNvSpPr/>
          <p:nvPr/>
        </p:nvSpPr>
        <p:spPr>
          <a:xfrm>
            <a:off x="1381125" y="2679700"/>
            <a:ext cx="4191000" cy="431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2200" b="1">
                <a:solidFill>
                  <a:srgbClr val="167D79"/>
                </a:solidFill>
                <a:latin typeface="NanumGothic"/>
                <a:ea typeface="NanumGothic"/>
                <a:cs typeface="NanumGothic"/>
                <a:sym typeface="Nanum Gothic"/>
              </a:rPr>
              <a:t>주요 기능</a:t>
            </a:r>
            <a:endParaRPr sz="2200" b="1">
              <a:solidFill>
                <a:srgbClr val="167D79"/>
              </a:solidFill>
              <a:latin typeface="NanumGothic"/>
              <a:ea typeface="NanumGothic"/>
              <a:cs typeface="NanumGothic"/>
              <a:sym typeface="Nanum Gothic"/>
            </a:endParaRPr>
          </a:p>
        </p:txBody>
      </p:sp>
      <p:sp>
        <p:nvSpPr>
          <p:cNvPr id="231" name="Google Shape;231;p21"/>
          <p:cNvSpPr/>
          <p:nvPr/>
        </p:nvSpPr>
        <p:spPr>
          <a:xfrm>
            <a:off x="1381125" y="3187700"/>
            <a:ext cx="4143300" cy="3684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800" b="1">
                <a:solidFill>
                  <a:srgbClr val="183F3D"/>
                </a:solidFill>
                <a:latin typeface="NanumGothic"/>
                <a:ea typeface="NanumGothic"/>
                <a:cs typeface="NanumGothic"/>
                <a:sym typeface="Nanum Gothic"/>
              </a:rPr>
              <a:t>각각1,200개 문제은행 구축</a:t>
            </a:r>
            <a:endParaRPr sz="1800" b="1">
              <a:solidFill>
                <a:srgbClr val="183F3D"/>
              </a:solidFill>
              <a:latin typeface="NanumGothic"/>
              <a:ea typeface="NanumGothic"/>
              <a:cs typeface="NanumGothic"/>
              <a:sym typeface="Nanum Gothic"/>
            </a:endParaRPr>
          </a:p>
        </p:txBody>
      </p:sp>
      <p:sp>
        <p:nvSpPr>
          <p:cNvPr id="232" name="Google Shape;232;p21"/>
          <p:cNvSpPr/>
          <p:nvPr/>
        </p:nvSpPr>
        <p:spPr>
          <a:xfrm>
            <a:off x="1381125" y="3670300"/>
            <a:ext cx="4191000" cy="1828800"/>
          </a:xfrm>
          <a:prstGeom prst="rect">
            <a:avLst/>
          </a:prstGeom>
          <a:noFill/>
          <a:ln>
            <a:noFill/>
          </a:ln>
        </p:spPr>
        <p:txBody>
          <a:bodyPr spcFirstLastPara="1" wrap="square" lIns="0" tIns="0" rIns="0" bIns="0" anchor="t" anchorCtr="0">
            <a:noAutofit/>
          </a:bodyPr>
          <a:lstStyle/>
          <a:p>
            <a:pPr marL="457200" marR="0" lvl="0" indent="-330200" algn="l" rtl="0">
              <a:lnSpc>
                <a:spcPct val="115000"/>
              </a:lnSpc>
              <a:spcBef>
                <a:spcPts val="0"/>
              </a:spcBef>
              <a:spcAft>
                <a:spcPts val="0"/>
              </a:spcAft>
              <a:buClr>
                <a:srgbClr val="6B5842"/>
              </a:buClr>
              <a:buSzPts val="1600"/>
              <a:buFont typeface="Nanum Gothic"/>
              <a:buChar char="●"/>
            </a:pPr>
            <a:r>
              <a:rPr lang="en-US" sz="1600">
                <a:solidFill>
                  <a:srgbClr val="6B5842"/>
                </a:solidFill>
                <a:latin typeface="NanumGothic"/>
                <a:ea typeface="NanumGothic"/>
                <a:cs typeface="NanumGothic"/>
                <a:sym typeface="Nanum Gothic"/>
              </a:rPr>
              <a:t>초급·중급·고급 3단계</a:t>
            </a:r>
            <a:endParaRPr sz="1600">
              <a:solidFill>
                <a:srgbClr val="6B5842"/>
              </a:solidFill>
              <a:latin typeface="NanumGothic"/>
              <a:ea typeface="NanumGothic"/>
              <a:cs typeface="NanumGothic"/>
              <a:sym typeface="Nanum Gothic"/>
            </a:endParaRPr>
          </a:p>
          <a:p>
            <a:pPr marL="457200" marR="0" lvl="0" indent="-330200" algn="l" rtl="0">
              <a:lnSpc>
                <a:spcPct val="115000"/>
              </a:lnSpc>
              <a:spcBef>
                <a:spcPts val="0"/>
              </a:spcBef>
              <a:spcAft>
                <a:spcPts val="0"/>
              </a:spcAft>
              <a:buClr>
                <a:srgbClr val="6B5842"/>
              </a:buClr>
              <a:buSzPts val="1600"/>
              <a:buFont typeface="Nanum Gothic"/>
              <a:buChar char="●"/>
            </a:pPr>
            <a:r>
              <a:rPr lang="en-US" sz="1600">
                <a:solidFill>
                  <a:srgbClr val="6B5842"/>
                </a:solidFill>
                <a:latin typeface="NanumGothic"/>
                <a:ea typeface="NanumGothic"/>
                <a:cs typeface="NanumGothic"/>
                <a:sym typeface="Nanum Gothic"/>
              </a:rPr>
              <a:t>학습 진행 상태 저장 및 이어하기</a:t>
            </a:r>
            <a:endParaRPr sz="1600">
              <a:solidFill>
                <a:srgbClr val="6B5842"/>
              </a:solidFill>
              <a:latin typeface="NanumGothic"/>
              <a:ea typeface="NanumGothic"/>
              <a:cs typeface="NanumGothic"/>
              <a:sym typeface="Nanum Gothic"/>
            </a:endParaRPr>
          </a:p>
        </p:txBody>
      </p:sp>
      <p:sp>
        <p:nvSpPr>
          <p:cNvPr id="233" name="Google Shape;233;p21"/>
          <p:cNvSpPr/>
          <p:nvPr/>
        </p:nvSpPr>
        <p:spPr>
          <a:xfrm>
            <a:off x="6019800" y="2571750"/>
            <a:ext cx="9600" cy="2381400"/>
          </a:xfrm>
          <a:prstGeom prst="rect">
            <a:avLst/>
          </a:prstGeom>
          <a:solidFill>
            <a:srgbClr val="D6C3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anumGothic"/>
              <a:ea typeface="NanumGothic"/>
              <a:cs typeface="NanumGothic"/>
              <a:sym typeface="Nanum Gothic"/>
            </a:endParaRPr>
          </a:p>
        </p:txBody>
      </p:sp>
      <p:sp>
        <p:nvSpPr>
          <p:cNvPr id="234" name="Google Shape;234;p21"/>
          <p:cNvSpPr/>
          <p:nvPr/>
        </p:nvSpPr>
        <p:spPr>
          <a:xfrm>
            <a:off x="6667500" y="2679700"/>
            <a:ext cx="4143300" cy="431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2200" b="1">
                <a:solidFill>
                  <a:srgbClr val="167D79"/>
                </a:solidFill>
                <a:latin typeface="NanumGothic"/>
                <a:ea typeface="NanumGothic"/>
                <a:cs typeface="NanumGothic"/>
                <a:sym typeface="Nanum Gothic"/>
              </a:rPr>
              <a:t>학습 프로세스</a:t>
            </a:r>
            <a:endParaRPr sz="2200" b="1">
              <a:solidFill>
                <a:srgbClr val="167D79"/>
              </a:solidFill>
              <a:latin typeface="NanumGothic"/>
              <a:ea typeface="NanumGothic"/>
              <a:cs typeface="NanumGothic"/>
              <a:sym typeface="Nanum Gothic"/>
            </a:endParaRPr>
          </a:p>
        </p:txBody>
      </p:sp>
      <p:sp>
        <p:nvSpPr>
          <p:cNvPr id="235" name="Google Shape;235;p21"/>
          <p:cNvSpPr/>
          <p:nvPr/>
        </p:nvSpPr>
        <p:spPr>
          <a:xfrm>
            <a:off x="6667500" y="3187700"/>
            <a:ext cx="4143300" cy="3684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800" b="1">
                <a:solidFill>
                  <a:srgbClr val="183F3D"/>
                </a:solidFill>
                <a:latin typeface="NanumGothic"/>
                <a:ea typeface="NanumGothic"/>
                <a:cs typeface="NanumGothic"/>
                <a:sym typeface="Nanum Gothic"/>
              </a:rPr>
              <a:t>한 세트 10문제</a:t>
            </a:r>
            <a:endParaRPr sz="1800" b="1">
              <a:solidFill>
                <a:srgbClr val="183F3D"/>
              </a:solidFill>
              <a:latin typeface="NanumGothic"/>
              <a:ea typeface="NanumGothic"/>
              <a:cs typeface="NanumGothic"/>
              <a:sym typeface="Nanum Gothic"/>
            </a:endParaRPr>
          </a:p>
        </p:txBody>
      </p:sp>
      <p:sp>
        <p:nvSpPr>
          <p:cNvPr id="236" name="Google Shape;236;p21"/>
          <p:cNvSpPr/>
          <p:nvPr/>
        </p:nvSpPr>
        <p:spPr>
          <a:xfrm>
            <a:off x="6667500" y="3670300"/>
            <a:ext cx="4143300" cy="196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800">
                <a:solidFill>
                  <a:srgbClr val="6B5842"/>
                </a:solidFill>
                <a:latin typeface="NanumGothic"/>
                <a:ea typeface="NanumGothic"/>
                <a:cs typeface="NanumGothic"/>
                <a:sym typeface="Nanum Gothic"/>
              </a:rPr>
              <a:t>01  과목·난이도 선택</a:t>
            </a:r>
            <a:endParaRPr sz="1800">
              <a:solidFill>
                <a:srgbClr val="6B5842"/>
              </a:solidFill>
              <a:latin typeface="NanumGothic"/>
              <a:ea typeface="NanumGothic"/>
              <a:cs typeface="NanumGothic"/>
              <a:sym typeface="Nanum Gothic"/>
            </a:endParaRPr>
          </a:p>
          <a:p>
            <a:pPr marL="0" marR="0" lvl="0" indent="0" algn="l" rtl="0">
              <a:lnSpc>
                <a:spcPct val="115000"/>
              </a:lnSpc>
              <a:spcBef>
                <a:spcPts val="700"/>
              </a:spcBef>
              <a:spcAft>
                <a:spcPts val="0"/>
              </a:spcAft>
              <a:buNone/>
            </a:pPr>
            <a:r>
              <a:rPr lang="en-US" sz="1800">
                <a:solidFill>
                  <a:srgbClr val="6B5842"/>
                </a:solidFill>
                <a:latin typeface="NanumGothic"/>
                <a:ea typeface="NanumGothic"/>
                <a:cs typeface="NanumGothic"/>
                <a:sym typeface="Nanum Gothic"/>
              </a:rPr>
              <a:t>02  문제 풀이</a:t>
            </a:r>
            <a:endParaRPr sz="1800">
              <a:solidFill>
                <a:srgbClr val="6B5842"/>
              </a:solidFill>
              <a:latin typeface="NanumGothic"/>
              <a:ea typeface="NanumGothic"/>
              <a:cs typeface="NanumGothic"/>
              <a:sym typeface="Nanum Gothic"/>
            </a:endParaRPr>
          </a:p>
          <a:p>
            <a:pPr marL="0" marR="0" lvl="0" indent="0" algn="l" rtl="0">
              <a:lnSpc>
                <a:spcPct val="115000"/>
              </a:lnSpc>
              <a:spcBef>
                <a:spcPts val="700"/>
              </a:spcBef>
              <a:spcAft>
                <a:spcPts val="700"/>
              </a:spcAft>
              <a:buNone/>
            </a:pPr>
            <a:r>
              <a:rPr lang="en-US" sz="1800">
                <a:solidFill>
                  <a:srgbClr val="6B5842"/>
                </a:solidFill>
                <a:latin typeface="NanumGothic"/>
                <a:ea typeface="NanumGothic"/>
                <a:cs typeface="NanumGothic"/>
                <a:sym typeface="Nanum Gothic"/>
              </a:rPr>
              <a:t>03  결과 확인·오답 재도전</a:t>
            </a:r>
            <a:endParaRPr sz="1800">
              <a:solidFill>
                <a:srgbClr val="6B5842"/>
              </a:solidFill>
              <a:latin typeface="NanumGothic"/>
              <a:ea typeface="NanumGothic"/>
              <a:cs typeface="NanumGothic"/>
              <a:sym typeface="Nanum Gothic"/>
            </a:endParaRPr>
          </a:p>
        </p:txBody>
      </p:sp>
      <p:sp>
        <p:nvSpPr>
          <p:cNvPr id="237" name="Google Shape;237;p21"/>
          <p:cNvSpPr/>
          <p:nvPr/>
        </p:nvSpPr>
        <p:spPr>
          <a:xfrm>
            <a:off x="1381125" y="2209800"/>
            <a:ext cx="9429900" cy="3555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50">
                <a:solidFill>
                  <a:srgbClr val="183F3D"/>
                </a:solidFill>
                <a:latin typeface="NanumGothic"/>
                <a:ea typeface="NanumGothic"/>
                <a:cs typeface="NanumGothic"/>
                <a:sym typeface="Nanum Gothic"/>
              </a:rPr>
              <a:t>메타버스 18층의 실습형 코딩 교육 서비스</a:t>
            </a:r>
            <a:endParaRPr sz="1550">
              <a:solidFill>
                <a:srgbClr val="183F3D"/>
              </a:solidFill>
              <a:latin typeface="NanumGothic"/>
              <a:ea typeface="NanumGothic"/>
              <a:cs typeface="NanumGothic"/>
              <a:sym typeface="Nanum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p:nvPr/>
        </p:nvSpPr>
        <p:spPr>
          <a:xfrm>
            <a:off x="2095500" y="1200150"/>
            <a:ext cx="8715300" cy="22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200" b="1">
                <a:solidFill>
                  <a:srgbClr val="167D79"/>
                </a:solidFill>
                <a:latin typeface="NanumGothic"/>
                <a:ea typeface="NanumGothic"/>
                <a:cs typeface="NanumGothic"/>
                <a:sym typeface="Nanum Gothic"/>
              </a:rPr>
              <a:t>Python·SQL Learning</a:t>
            </a:r>
            <a:endParaRPr sz="1200" b="1">
              <a:solidFill>
                <a:srgbClr val="167D79"/>
              </a:solidFill>
              <a:latin typeface="NanumGothic"/>
              <a:ea typeface="NanumGothic"/>
              <a:cs typeface="NanumGothic"/>
              <a:sym typeface="Nanum Gothic"/>
            </a:endParaRPr>
          </a:p>
        </p:txBody>
      </p:sp>
      <p:sp>
        <p:nvSpPr>
          <p:cNvPr id="244" name="Google Shape;244;p22"/>
          <p:cNvSpPr/>
          <p:nvPr/>
        </p:nvSpPr>
        <p:spPr>
          <a:xfrm>
            <a:off x="1381125" y="1524000"/>
            <a:ext cx="9429900" cy="609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3150" b="1" dirty="0" err="1">
                <a:solidFill>
                  <a:srgbClr val="183F3D"/>
                </a:solidFill>
                <a:latin typeface="NanumGothic"/>
                <a:ea typeface="NanumGothic"/>
                <a:cs typeface="NanumGothic"/>
                <a:sym typeface="Nanum Gothic"/>
              </a:rPr>
              <a:t>핵심</a:t>
            </a:r>
            <a:r>
              <a:rPr lang="en-US" sz="3150" b="1" dirty="0">
                <a:solidFill>
                  <a:srgbClr val="183F3D"/>
                </a:solidFill>
                <a:latin typeface="NanumGothic"/>
                <a:ea typeface="NanumGothic"/>
                <a:cs typeface="NanumGothic"/>
                <a:sym typeface="Nanum Gothic"/>
              </a:rPr>
              <a:t> </a:t>
            </a:r>
            <a:r>
              <a:rPr lang="en-US" sz="3150" b="1" dirty="0" err="1">
                <a:solidFill>
                  <a:srgbClr val="183F3D"/>
                </a:solidFill>
                <a:latin typeface="NanumGothic"/>
                <a:ea typeface="NanumGothic"/>
                <a:cs typeface="NanumGothic"/>
                <a:sym typeface="Nanum Gothic"/>
              </a:rPr>
              <a:t>기술</a:t>
            </a:r>
            <a:r>
              <a:rPr lang="en-US" sz="3150" b="1" dirty="0">
                <a:solidFill>
                  <a:srgbClr val="183F3D"/>
                </a:solidFill>
                <a:latin typeface="NanumGothic"/>
                <a:ea typeface="NanumGothic"/>
                <a:cs typeface="NanumGothic"/>
                <a:sym typeface="Nanum Gothic"/>
              </a:rPr>
              <a:t> </a:t>
            </a:r>
            <a:r>
              <a:rPr lang="en-US" sz="3150" b="1" dirty="0" err="1">
                <a:solidFill>
                  <a:srgbClr val="183F3D"/>
                </a:solidFill>
                <a:latin typeface="NanumGothic"/>
                <a:ea typeface="NanumGothic"/>
                <a:cs typeface="NanumGothic"/>
                <a:sym typeface="Nanum Gothic"/>
              </a:rPr>
              <a:t>구현</a:t>
            </a:r>
            <a:endParaRPr sz="3150" b="1" dirty="0">
              <a:solidFill>
                <a:srgbClr val="183F3D"/>
              </a:solidFill>
              <a:latin typeface="NanumGothic"/>
              <a:ea typeface="NanumGothic"/>
              <a:cs typeface="NanumGothic"/>
              <a:sym typeface="Nanum Gothic"/>
            </a:endParaRPr>
          </a:p>
        </p:txBody>
      </p:sp>
      <p:sp>
        <p:nvSpPr>
          <p:cNvPr id="245" name="Google Shape;245;p22"/>
          <p:cNvSpPr/>
          <p:nvPr/>
        </p:nvSpPr>
        <p:spPr>
          <a:xfrm>
            <a:off x="5905500" y="5905500"/>
            <a:ext cx="3810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975">
                <a:solidFill>
                  <a:srgbClr val="6B5842"/>
                </a:solidFill>
                <a:latin typeface="NanumGothic"/>
                <a:ea typeface="NanumGothic"/>
                <a:cs typeface="NanumGothic"/>
                <a:sym typeface="Nanum Gothic"/>
              </a:rPr>
              <a:t>10</a:t>
            </a:r>
            <a:endParaRPr/>
          </a:p>
        </p:txBody>
      </p:sp>
      <p:sp>
        <p:nvSpPr>
          <p:cNvPr id="246" name="Google Shape;246;p22"/>
          <p:cNvSpPr/>
          <p:nvPr/>
        </p:nvSpPr>
        <p:spPr>
          <a:xfrm>
            <a:off x="1381125" y="2679700"/>
            <a:ext cx="4191000" cy="431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2200" b="1">
                <a:solidFill>
                  <a:srgbClr val="167D79"/>
                </a:solidFill>
                <a:latin typeface="NanumGothic"/>
                <a:ea typeface="NanumGothic"/>
                <a:cs typeface="NanumGothic"/>
                <a:sym typeface="Nanum Gothic"/>
              </a:rPr>
              <a:t>채점 규칙</a:t>
            </a:r>
            <a:endParaRPr sz="2200" b="1">
              <a:solidFill>
                <a:srgbClr val="167D79"/>
              </a:solidFill>
              <a:latin typeface="NanumGothic"/>
              <a:ea typeface="NanumGothic"/>
              <a:cs typeface="NanumGothic"/>
              <a:sym typeface="Nanum Gothic"/>
            </a:endParaRPr>
          </a:p>
        </p:txBody>
      </p:sp>
      <p:sp>
        <p:nvSpPr>
          <p:cNvPr id="247" name="Google Shape;247;p22"/>
          <p:cNvSpPr/>
          <p:nvPr/>
        </p:nvSpPr>
        <p:spPr>
          <a:xfrm>
            <a:off x="1381125" y="3162300"/>
            <a:ext cx="4191000" cy="965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00">
                <a:solidFill>
                  <a:srgbClr val="6B5842"/>
                </a:solidFill>
                <a:latin typeface="NanumGothic"/>
                <a:ea typeface="NanumGothic"/>
                <a:cs typeface="NanumGothic"/>
                <a:sym typeface="Nanum Gothic"/>
              </a:rPr>
              <a:t>문제별 최대 3회 도전</a:t>
            </a:r>
            <a:endParaRPr sz="1500">
              <a:solidFill>
                <a:srgbClr val="6B5842"/>
              </a:solidFill>
              <a:latin typeface="NanumGothic"/>
              <a:ea typeface="NanumGothic"/>
              <a:cs typeface="NanumGothic"/>
              <a:sym typeface="Nanum Gothic"/>
            </a:endParaRPr>
          </a:p>
          <a:p>
            <a:pPr marL="0" marR="0" lvl="0" indent="0" algn="l" rtl="0">
              <a:lnSpc>
                <a:spcPct val="115000"/>
              </a:lnSpc>
              <a:spcBef>
                <a:spcPts val="400"/>
              </a:spcBef>
              <a:spcAft>
                <a:spcPts val="0"/>
              </a:spcAft>
              <a:buNone/>
            </a:pPr>
            <a:r>
              <a:rPr lang="en-US" sz="1500">
                <a:solidFill>
                  <a:srgbClr val="6B5842"/>
                </a:solidFill>
                <a:latin typeface="NanumGothic"/>
                <a:ea typeface="NanumGothic"/>
                <a:cs typeface="NanumGothic"/>
                <a:sym typeface="Nanum Gothic"/>
              </a:rPr>
              <a:t>3회 오답 시 정답·해설 공개</a:t>
            </a:r>
            <a:endParaRPr sz="1500">
              <a:solidFill>
                <a:srgbClr val="6B5842"/>
              </a:solidFill>
              <a:latin typeface="NanumGothic"/>
              <a:ea typeface="NanumGothic"/>
              <a:cs typeface="NanumGothic"/>
              <a:sym typeface="Nanum Gothic"/>
            </a:endParaRPr>
          </a:p>
          <a:p>
            <a:pPr marL="0" marR="0" lvl="0" indent="0" algn="l" rtl="0">
              <a:lnSpc>
                <a:spcPct val="115000"/>
              </a:lnSpc>
              <a:spcBef>
                <a:spcPts val="400"/>
              </a:spcBef>
              <a:spcAft>
                <a:spcPts val="400"/>
              </a:spcAft>
              <a:buNone/>
            </a:pPr>
            <a:r>
              <a:rPr lang="en-US" sz="1500">
                <a:solidFill>
                  <a:srgbClr val="6B5842"/>
                </a:solidFill>
                <a:latin typeface="NanumGothic"/>
                <a:ea typeface="NanumGothic"/>
                <a:cs typeface="NanumGothic"/>
                <a:sym typeface="Nanum Gothic"/>
              </a:rPr>
              <a:t>10문제 중 7문제 이상 정답 시 통과</a:t>
            </a:r>
            <a:endParaRPr sz="1500">
              <a:solidFill>
                <a:srgbClr val="6B5842"/>
              </a:solidFill>
              <a:latin typeface="NanumGothic"/>
              <a:ea typeface="NanumGothic"/>
              <a:cs typeface="NanumGothic"/>
              <a:sym typeface="Nanum Gothic"/>
            </a:endParaRPr>
          </a:p>
        </p:txBody>
      </p:sp>
      <p:sp>
        <p:nvSpPr>
          <p:cNvPr id="248" name="Google Shape;248;p22"/>
          <p:cNvSpPr/>
          <p:nvPr/>
        </p:nvSpPr>
        <p:spPr>
          <a:xfrm>
            <a:off x="1381125" y="4038600"/>
            <a:ext cx="4191000" cy="1612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a:solidFill>
                  <a:srgbClr val="6B5842"/>
                </a:solidFill>
                <a:latin typeface="NanumGothic"/>
                <a:ea typeface="NanumGothic"/>
                <a:cs typeface="NanumGothic"/>
                <a:sym typeface="Nanum Gothic"/>
              </a:rPr>
              <a:t>SQL 답안 정규화</a:t>
            </a:r>
            <a:endParaRPr sz="2000" b="1">
              <a:solidFill>
                <a:srgbClr val="6B5842"/>
              </a:solidFill>
              <a:latin typeface="NanumGothic"/>
              <a:ea typeface="NanumGothic"/>
              <a:cs typeface="NanumGothic"/>
              <a:sym typeface="Nanum Gothic"/>
            </a:endParaRPr>
          </a:p>
          <a:p>
            <a:pPr marL="0" marR="0" lvl="0" indent="0" algn="l" rtl="0">
              <a:lnSpc>
                <a:spcPct val="100000"/>
              </a:lnSpc>
              <a:spcBef>
                <a:spcPts val="200"/>
              </a:spcBef>
              <a:spcAft>
                <a:spcPts val="200"/>
              </a:spcAft>
              <a:buNone/>
            </a:pPr>
            <a:r>
              <a:rPr lang="en-US" sz="1500">
                <a:solidFill>
                  <a:srgbClr val="6B5842"/>
                </a:solidFill>
                <a:latin typeface="NanumGothic"/>
                <a:ea typeface="NanumGothic"/>
                <a:cs typeface="NanumGothic"/>
                <a:sym typeface="Nanum Gothic"/>
              </a:rPr>
              <a:t>키워드 대소문자·공백·줄바꿈 허용</a:t>
            </a:r>
            <a:endParaRPr sz="1500">
              <a:solidFill>
                <a:srgbClr val="6B5842"/>
              </a:solidFill>
              <a:latin typeface="NanumGothic"/>
              <a:ea typeface="NanumGothic"/>
              <a:cs typeface="NanumGothic"/>
              <a:sym typeface="Nanum Gothic"/>
            </a:endParaRPr>
          </a:p>
        </p:txBody>
      </p:sp>
      <p:sp>
        <p:nvSpPr>
          <p:cNvPr id="249" name="Google Shape;249;p22"/>
          <p:cNvSpPr/>
          <p:nvPr/>
        </p:nvSpPr>
        <p:spPr>
          <a:xfrm>
            <a:off x="6019800" y="2571750"/>
            <a:ext cx="9600" cy="2381400"/>
          </a:xfrm>
          <a:prstGeom prst="rect">
            <a:avLst/>
          </a:prstGeom>
          <a:solidFill>
            <a:srgbClr val="D6C3A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anumGothic"/>
              <a:ea typeface="NanumGothic"/>
              <a:cs typeface="NanumGothic"/>
              <a:sym typeface="Nanum Gothic"/>
            </a:endParaRPr>
          </a:p>
        </p:txBody>
      </p:sp>
      <p:sp>
        <p:nvSpPr>
          <p:cNvPr id="250" name="Google Shape;250;p22"/>
          <p:cNvSpPr/>
          <p:nvPr/>
        </p:nvSpPr>
        <p:spPr>
          <a:xfrm>
            <a:off x="6667500" y="2679700"/>
            <a:ext cx="4143300" cy="431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2200" b="1">
                <a:solidFill>
                  <a:srgbClr val="167D79"/>
                </a:solidFill>
                <a:latin typeface="NanumGothic"/>
                <a:ea typeface="NanumGothic"/>
                <a:cs typeface="NanumGothic"/>
                <a:sym typeface="Nanum Gothic"/>
              </a:rPr>
              <a:t>중복 처리 방지</a:t>
            </a:r>
            <a:endParaRPr sz="2200" b="1">
              <a:solidFill>
                <a:srgbClr val="167D79"/>
              </a:solidFill>
              <a:latin typeface="NanumGothic"/>
              <a:ea typeface="NanumGothic"/>
              <a:cs typeface="NanumGothic"/>
              <a:sym typeface="Nanum Gothic"/>
            </a:endParaRPr>
          </a:p>
        </p:txBody>
      </p:sp>
      <p:sp>
        <p:nvSpPr>
          <p:cNvPr id="251" name="Google Shape;251;p22"/>
          <p:cNvSpPr/>
          <p:nvPr/>
        </p:nvSpPr>
        <p:spPr>
          <a:xfrm>
            <a:off x="6667500" y="3162300"/>
            <a:ext cx="4143300" cy="965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00">
                <a:solidFill>
                  <a:srgbClr val="6B5842"/>
                </a:solidFill>
                <a:latin typeface="NanumGothic"/>
                <a:ea typeface="NanumGothic"/>
                <a:cs typeface="NanumGothic"/>
                <a:sym typeface="Nanum Gothic"/>
              </a:rPr>
              <a:t>세트 내 중복 출제 방지</a:t>
            </a:r>
            <a:endParaRPr sz="1500">
              <a:solidFill>
                <a:srgbClr val="6B5842"/>
              </a:solidFill>
              <a:latin typeface="NanumGothic"/>
              <a:ea typeface="NanumGothic"/>
              <a:cs typeface="NanumGothic"/>
              <a:sym typeface="Nanum Gothic"/>
            </a:endParaRPr>
          </a:p>
          <a:p>
            <a:pPr marL="0" marR="0" lvl="0" indent="0" algn="l" rtl="0">
              <a:lnSpc>
                <a:spcPct val="115000"/>
              </a:lnSpc>
              <a:spcBef>
                <a:spcPts val="400"/>
              </a:spcBef>
              <a:spcAft>
                <a:spcPts val="400"/>
              </a:spcAft>
              <a:buNone/>
            </a:pPr>
            <a:r>
              <a:rPr lang="en-US" sz="1500">
                <a:solidFill>
                  <a:srgbClr val="6B5842"/>
                </a:solidFill>
                <a:latin typeface="NanumGothic"/>
                <a:ea typeface="NanumGothic"/>
                <a:cs typeface="NanumGothic"/>
                <a:sym typeface="Nanum Gothic"/>
              </a:rPr>
              <a:t>attempt_uuid 기반 중복 제출 차단</a:t>
            </a:r>
            <a:endParaRPr sz="1500">
              <a:solidFill>
                <a:srgbClr val="6B5842"/>
              </a:solidFill>
              <a:latin typeface="NanumGothic"/>
              <a:ea typeface="NanumGothic"/>
              <a:cs typeface="NanumGothic"/>
              <a:sym typeface="Nanum Gothic"/>
            </a:endParaRPr>
          </a:p>
        </p:txBody>
      </p:sp>
      <p:sp>
        <p:nvSpPr>
          <p:cNvPr id="252" name="Google Shape;252;p22"/>
          <p:cNvSpPr/>
          <p:nvPr/>
        </p:nvSpPr>
        <p:spPr>
          <a:xfrm>
            <a:off x="6667500" y="4140200"/>
            <a:ext cx="4143300" cy="14604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2000" b="1">
                <a:solidFill>
                  <a:srgbClr val="6B5842"/>
                </a:solidFill>
                <a:latin typeface="NanumGothic"/>
                <a:ea typeface="NanumGothic"/>
                <a:cs typeface="NanumGothic"/>
                <a:sym typeface="Nanum Gothic"/>
              </a:rPr>
              <a:t>포인트 보상</a:t>
            </a:r>
            <a:endParaRPr sz="2000" b="1">
              <a:solidFill>
                <a:srgbClr val="6B5842"/>
              </a:solidFill>
              <a:latin typeface="NanumGothic"/>
              <a:ea typeface="NanumGothic"/>
              <a:cs typeface="NanumGothic"/>
              <a:sym typeface="Nanum Gothic"/>
            </a:endParaRPr>
          </a:p>
          <a:p>
            <a:pPr marL="0" marR="0" lvl="0" indent="0" algn="l" rtl="0">
              <a:lnSpc>
                <a:spcPct val="110000"/>
              </a:lnSpc>
              <a:spcBef>
                <a:spcPts val="500"/>
              </a:spcBef>
              <a:spcAft>
                <a:spcPts val="0"/>
              </a:spcAft>
              <a:buNone/>
            </a:pPr>
            <a:r>
              <a:rPr lang="en-US" sz="1500">
                <a:solidFill>
                  <a:srgbClr val="6B5842"/>
                </a:solidFill>
                <a:latin typeface="NanumGothic"/>
                <a:ea typeface="NanumGothic"/>
                <a:cs typeface="NanumGothic"/>
                <a:sym typeface="Nanum Gothic"/>
              </a:rPr>
              <a:t>한문제당 초급 20P / 중급 50P / 고급 80P</a:t>
            </a:r>
            <a:endParaRPr sz="1500">
              <a:solidFill>
                <a:srgbClr val="6B5842"/>
              </a:solidFill>
              <a:latin typeface="NanumGothic"/>
              <a:ea typeface="NanumGothic"/>
              <a:cs typeface="NanumGothic"/>
              <a:sym typeface="Nanum Gothic"/>
            </a:endParaRPr>
          </a:p>
          <a:p>
            <a:pPr marL="0" marR="0" lvl="0" indent="0" algn="l" rtl="0">
              <a:lnSpc>
                <a:spcPct val="110000"/>
              </a:lnSpc>
              <a:spcBef>
                <a:spcPts val="500"/>
              </a:spcBef>
              <a:spcAft>
                <a:spcPts val="500"/>
              </a:spcAft>
              <a:buNone/>
            </a:pPr>
            <a:r>
              <a:rPr lang="en-US" sz="1500">
                <a:solidFill>
                  <a:srgbClr val="6B5842"/>
                </a:solidFill>
                <a:latin typeface="NanumGothic"/>
                <a:ea typeface="NanumGothic"/>
                <a:cs typeface="NanumGothic"/>
                <a:sym typeface="Nanum Gothic"/>
              </a:rPr>
              <a:t>정답 보상 중복 지급 방지</a:t>
            </a:r>
            <a:endParaRPr sz="1500">
              <a:solidFill>
                <a:srgbClr val="6B5842"/>
              </a:solidFill>
              <a:latin typeface="NanumGothic"/>
              <a:ea typeface="NanumGothic"/>
              <a:cs typeface="NanumGothic"/>
              <a:sym typeface="Nanum Gothic"/>
            </a:endParaRPr>
          </a:p>
        </p:txBody>
      </p:sp>
      <p:sp>
        <p:nvSpPr>
          <p:cNvPr id="253" name="Google Shape;253;p22"/>
          <p:cNvSpPr/>
          <p:nvPr/>
        </p:nvSpPr>
        <p:spPr>
          <a:xfrm>
            <a:off x="1381125" y="2209800"/>
            <a:ext cx="9429900" cy="3555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550">
                <a:solidFill>
                  <a:srgbClr val="183F3D"/>
                </a:solidFill>
                <a:latin typeface="NanumGothic"/>
                <a:ea typeface="NanumGothic"/>
                <a:cs typeface="NanumGothic"/>
                <a:sym typeface="Nanum Gothic"/>
              </a:rPr>
              <a:t>Python · Django 기반 구현</a:t>
            </a:r>
            <a:endParaRPr sz="1550">
              <a:solidFill>
                <a:srgbClr val="183F3D"/>
              </a:solidFill>
              <a:latin typeface="NanumGothic"/>
              <a:ea typeface="NanumGothic"/>
              <a:cs typeface="NanumGothic"/>
              <a:sym typeface="Nanum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83F3D"/>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29338E3E-5E57-476A-9C21-E8D4A853E1A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text">
            <a:extLst>
              <a:ext uri="{FF2B5EF4-FFF2-40B4-BE49-F238E27FC236}">
                <a16:creationId xmlns:a16="http://schemas.microsoft.com/office/drawing/2014/main" id="{836D8073-4CEA-47CE-9954-B6A8D5A9FD91}"/>
              </a:ext>
            </a:extLst>
          </p:cNvPr>
          <p:cNvSpPr>
            <a:spLocks noGrp="1"/>
          </p:cNvSpPr>
          <p:nvPr/>
        </p:nvSpPr>
        <p:spPr>
          <a:xfrm>
            <a:off x="2190750" y="1905000"/>
            <a:ext cx="1905000" cy="514350"/>
          </a:xfrm>
          <a:prstGeom prst="rect">
            <a:avLst/>
          </a:prstGeom>
          <a:noFill/>
          <a:ln w="0">
            <a:noFill/>
          </a:ln>
        </p:spPr>
        <p:txBody>
          <a:bodyPr wrap="none" lIns="0" tIns="0" rIns="0" bIns="0" anchor="t">
            <a:noAutofit/>
          </a:bodyPr>
          <a:lstStyle>
            <a:defPPr algn="l">
              <a:defRPr sz="2850" b="1">
                <a:solidFill>
                  <a:srgbClr val="A9C997"/>
                </a:solidFill>
                <a:latin typeface="Apple SD Gothic Neo"/>
                <a:ea typeface="Apple SD Gothic Neo"/>
                <a:cs typeface="Apple SD Gothic Neo"/>
              </a:defRPr>
            </a:defPPr>
          </a:lstStyle>
          <a:p>
            <a:pPr algn="l">
              <a:defRPr sz="2850" b="1">
                <a:solidFill>
                  <a:srgbClr val="A9C997"/>
                </a:solidFill>
                <a:latin typeface="Apple SD Gothic Neo"/>
                <a:ea typeface="Apple SD Gothic Neo"/>
                <a:cs typeface="Apple SD Gothic Neo"/>
              </a:defRPr>
            </a:pPr>
            <a:r>
              <a:rPr sz="2850" dirty="0">
                <a:solidFill>
                  <a:srgbClr val="A9C997"/>
                </a:solidFill>
                <a:latin typeface="NanumGothic" panose="020D0604000000000000" pitchFamily="34" charset="-127"/>
                <a:ea typeface="NanumGothic" panose="020D0604000000000000" pitchFamily="34" charset="-127"/>
                <a:cs typeface="Apple SD Gothic Neo"/>
              </a:rPr>
              <a:t>04</a:t>
            </a:r>
          </a:p>
        </p:txBody>
      </p:sp>
      <p:sp>
        <p:nvSpPr>
          <p:cNvPr id="3" name="section-title">
            <a:extLst>
              <a:ext uri="{FF2B5EF4-FFF2-40B4-BE49-F238E27FC236}">
                <a16:creationId xmlns:a16="http://schemas.microsoft.com/office/drawing/2014/main" id="{92A0834F-5D0C-4CE8-987B-36ADF157062A}"/>
              </a:ext>
            </a:extLst>
          </p:cNvPr>
          <p:cNvSpPr>
            <a:spLocks noGrp="1"/>
          </p:cNvSpPr>
          <p:nvPr/>
        </p:nvSpPr>
        <p:spPr>
          <a:xfrm>
            <a:off x="2190750" y="2800350"/>
            <a:ext cx="7620000" cy="857250"/>
          </a:xfrm>
          <a:prstGeom prst="rect">
            <a:avLst/>
          </a:prstGeom>
          <a:noFill/>
          <a:ln w="0">
            <a:noFill/>
          </a:ln>
        </p:spPr>
        <p:txBody>
          <a:bodyPr wrap="none" lIns="0" tIns="0" rIns="0" bIns="0" anchor="t">
            <a:noAutofit/>
          </a:bodyPr>
          <a:lstStyle>
            <a:defPPr algn="l">
              <a:defRPr sz="4800" b="1">
                <a:solidFill>
                  <a:srgbClr val="FFFCF7"/>
                </a:solidFill>
                <a:latin typeface="Apple SD Gothic Neo"/>
                <a:ea typeface="Apple SD Gothic Neo"/>
                <a:cs typeface="Apple SD Gothic Neo"/>
              </a:defRPr>
            </a:defPPr>
          </a:lstStyle>
          <a:p>
            <a:pPr algn="l">
              <a:defRPr sz="4800" b="1">
                <a:solidFill>
                  <a:srgbClr val="FFFCF7"/>
                </a:solidFill>
                <a:latin typeface="Apple SD Gothic Neo"/>
                <a:ea typeface="Apple SD Gothic Neo"/>
                <a:cs typeface="Apple SD Gothic Neo"/>
              </a:defRPr>
            </a:pPr>
            <a:r>
              <a:rPr sz="4800" dirty="0" err="1">
                <a:solidFill>
                  <a:srgbClr val="FFFCF7"/>
                </a:solidFill>
                <a:latin typeface="NanumGothic" panose="020D0604000000000000" pitchFamily="34" charset="-127"/>
                <a:ea typeface="NanumGothic" panose="020D0604000000000000" pitchFamily="34" charset="-127"/>
                <a:cs typeface="Apple SD Gothic Neo"/>
              </a:rPr>
              <a:t>데이터</a:t>
            </a:r>
            <a:r>
              <a:rPr sz="4800" dirty="0">
                <a:solidFill>
                  <a:srgbClr val="FFFCF7"/>
                </a:solidFill>
                <a:latin typeface="NanumGothic" panose="020D0604000000000000" pitchFamily="34" charset="-127"/>
                <a:ea typeface="NanumGothic" panose="020D0604000000000000" pitchFamily="34" charset="-127"/>
                <a:cs typeface="Apple SD Gothic Neo"/>
              </a:rPr>
              <a:t> </a:t>
            </a:r>
            <a:r>
              <a:rPr sz="4800" dirty="0" err="1">
                <a:solidFill>
                  <a:srgbClr val="FFFCF7"/>
                </a:solidFill>
                <a:latin typeface="NanumGothic" panose="020D0604000000000000" pitchFamily="34" charset="-127"/>
                <a:ea typeface="NanumGothic" panose="020D0604000000000000" pitchFamily="34" charset="-127"/>
                <a:cs typeface="Apple SD Gothic Neo"/>
              </a:rPr>
              <a:t>파이프라인</a:t>
            </a:r>
            <a:endParaRPr sz="4800" dirty="0">
              <a:solidFill>
                <a:srgbClr val="FFFCF7"/>
              </a:solidFill>
              <a:latin typeface="NanumGothic" panose="020D0604000000000000" pitchFamily="34" charset="-127"/>
              <a:ea typeface="NanumGothic" panose="020D0604000000000000" pitchFamily="34" charset="-127"/>
              <a:cs typeface="Apple SD Gothic Neo"/>
            </a:endParaRPr>
          </a:p>
        </p:txBody>
      </p:sp>
      <p:sp>
        <p:nvSpPr>
          <p:cNvPr id="4" name="text">
            <a:extLst>
              <a:ext uri="{FF2B5EF4-FFF2-40B4-BE49-F238E27FC236}">
                <a16:creationId xmlns:a16="http://schemas.microsoft.com/office/drawing/2014/main" id="{6F9523E3-D1B4-45FD-AC15-6211BE5AB8F3}"/>
              </a:ext>
            </a:extLst>
          </p:cNvPr>
          <p:cNvSpPr>
            <a:spLocks noGrp="1"/>
          </p:cNvSpPr>
          <p:nvPr/>
        </p:nvSpPr>
        <p:spPr>
          <a:xfrm>
            <a:off x="2190750" y="3810000"/>
            <a:ext cx="7620000" cy="723900"/>
          </a:xfrm>
          <a:prstGeom prst="rect">
            <a:avLst/>
          </a:prstGeom>
          <a:noFill/>
          <a:ln w="0">
            <a:noFill/>
          </a:ln>
        </p:spPr>
        <p:txBody>
          <a:bodyPr wrap="none" lIns="0" tIns="0" rIns="0" bIns="0" anchor="t">
            <a:noAutofit/>
          </a:bodyPr>
          <a:lstStyle>
            <a:defPPr algn="l">
              <a:defRPr sz="2100" b="0">
                <a:solidFill>
                  <a:srgbClr val="EED9B5"/>
                </a:solidFill>
                <a:latin typeface="Apple SD Gothic Neo"/>
                <a:ea typeface="Apple SD Gothic Neo"/>
                <a:cs typeface="Apple SD Gothic Neo"/>
              </a:defRPr>
            </a:defPPr>
          </a:lstStyle>
          <a:p>
            <a:pPr algn="l">
              <a:defRPr sz="2100" b="0">
                <a:solidFill>
                  <a:srgbClr val="EED9B5"/>
                </a:solidFill>
                <a:latin typeface="Apple SD Gothic Neo"/>
                <a:ea typeface="Apple SD Gothic Neo"/>
                <a:cs typeface="Apple SD Gothic Neo"/>
              </a:defRPr>
            </a:pPr>
            <a:r>
              <a:rPr sz="2100" dirty="0" err="1">
                <a:solidFill>
                  <a:srgbClr val="EED9B5"/>
                </a:solidFill>
                <a:latin typeface="NanumGothic" panose="020D0604000000000000" pitchFamily="34" charset="-127"/>
                <a:ea typeface="NanumGothic" panose="020D0604000000000000" pitchFamily="34" charset="-127"/>
                <a:cs typeface="Apple SD Gothic Neo"/>
              </a:rPr>
              <a:t>사용자</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활동을</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검증하고</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저장하는</a:t>
            </a:r>
            <a:r>
              <a:rPr sz="2100" dirty="0">
                <a:solidFill>
                  <a:srgbClr val="EED9B5"/>
                </a:solidFill>
                <a:latin typeface="NanumGothic" panose="020D0604000000000000" pitchFamily="34" charset="-127"/>
                <a:ea typeface="NanumGothic" panose="020D0604000000000000" pitchFamily="34" charset="-127"/>
                <a:cs typeface="Apple SD Gothic Neo"/>
              </a:rPr>
              <a:t> </a:t>
            </a:r>
            <a:r>
              <a:rPr sz="2100" dirty="0" err="1">
                <a:solidFill>
                  <a:srgbClr val="EED9B5"/>
                </a:solidFill>
                <a:latin typeface="NanumGothic" panose="020D0604000000000000" pitchFamily="34" charset="-127"/>
                <a:ea typeface="NanumGothic" panose="020D0604000000000000" pitchFamily="34" charset="-127"/>
                <a:cs typeface="Apple SD Gothic Neo"/>
              </a:rPr>
              <a:t>흐름</a:t>
            </a:r>
            <a:endParaRPr sz="2100" dirty="0">
              <a:solidFill>
                <a:srgbClr val="EED9B5"/>
              </a:solidFill>
              <a:latin typeface="NanumGothic" panose="020D0604000000000000" pitchFamily="34" charset="-127"/>
              <a:ea typeface="NanumGothic" panose="020D0604000000000000" pitchFamily="34" charset="-127"/>
              <a:cs typeface="Apple SD Gothic Neo"/>
            </a:endParaRPr>
          </a:p>
        </p:txBody>
      </p:sp>
      <p:sp>
        <p:nvSpPr>
          <p:cNvPr id="5" name="text">
            <a:extLst>
              <a:ext uri="{FF2B5EF4-FFF2-40B4-BE49-F238E27FC236}">
                <a16:creationId xmlns:a16="http://schemas.microsoft.com/office/drawing/2014/main" id="{57AA2242-7C34-4D28-95CE-E2588AD663BC}"/>
              </a:ext>
            </a:extLst>
          </p:cNvPr>
          <p:cNvSpPr>
            <a:spLocks noGrp="1"/>
          </p:cNvSpPr>
          <p:nvPr/>
        </p:nvSpPr>
        <p:spPr>
          <a:xfrm>
            <a:off x="2476500" y="4953000"/>
            <a:ext cx="5238750" cy="171450"/>
          </a:xfrm>
          <a:prstGeom prst="rect">
            <a:avLst/>
          </a:prstGeom>
          <a:noFill/>
          <a:ln w="0">
            <a:noFill/>
          </a:ln>
        </p:spPr>
        <p:txBody>
          <a:bodyPr wrap="none" lIns="0" tIns="0" rIns="0" bIns="0" anchor="t">
            <a:noAutofit/>
          </a:bodyPr>
          <a:lstStyle>
            <a:defPPr algn="l">
              <a:defRPr sz="825" b="0">
                <a:solidFill>
                  <a:srgbClr val="EED9B5"/>
                </a:solidFill>
                <a:latin typeface="Apple SD Gothic Neo"/>
                <a:ea typeface="Apple SD Gothic Neo"/>
                <a:cs typeface="Apple SD Gothic Neo"/>
              </a:defRPr>
            </a:defPPr>
          </a:lstStyle>
          <a:p>
            <a:pPr algn="l">
              <a:defRPr sz="825" b="0">
                <a:solidFill>
                  <a:srgbClr val="EED9B5"/>
                </a:solidFill>
                <a:latin typeface="Apple SD Gothic Neo"/>
                <a:ea typeface="Apple SD Gothic Neo"/>
                <a:cs typeface="Apple SD Gothic Neo"/>
              </a:defRPr>
            </a:pPr>
            <a:r>
              <a:rPr sz="825" dirty="0">
                <a:solidFill>
                  <a:srgbClr val="EED9B5"/>
                </a:solidFill>
                <a:latin typeface="NanumGothic" panose="020D0604000000000000" pitchFamily="34" charset="-127"/>
                <a:ea typeface="NanumGothic" panose="020D0604000000000000" pitchFamily="34" charset="-127"/>
                <a:cs typeface="Apple SD Gothic Neo"/>
              </a:rPr>
              <a:t>PLAYDATA METAVERSE</a:t>
            </a:r>
          </a:p>
        </p:txBody>
      </p:sp>
      <p:sp>
        <p:nvSpPr>
          <p:cNvPr id="6" name="text">
            <a:extLst>
              <a:ext uri="{FF2B5EF4-FFF2-40B4-BE49-F238E27FC236}">
                <a16:creationId xmlns:a16="http://schemas.microsoft.com/office/drawing/2014/main" id="{16E50899-1925-467E-B6BD-8296681F091E}"/>
              </a:ext>
            </a:extLst>
          </p:cNvPr>
          <p:cNvSpPr>
            <a:spLocks noGrp="1"/>
          </p:cNvSpPr>
          <p:nvPr/>
        </p:nvSpPr>
        <p:spPr>
          <a:xfrm>
            <a:off x="9239250" y="4857750"/>
            <a:ext cx="285750" cy="209550"/>
          </a:xfrm>
          <a:prstGeom prst="rect">
            <a:avLst/>
          </a:prstGeom>
          <a:noFill/>
          <a:ln w="0">
            <a:noFill/>
          </a:ln>
        </p:spPr>
        <p:txBody>
          <a:bodyPr wrap="none" lIns="0" tIns="0" rIns="0" bIns="0" anchor="t">
            <a:noAutofit/>
          </a:bodyPr>
          <a:lstStyle>
            <a:defPPr algn="r">
              <a:defRPr sz="1125" b="0">
                <a:solidFill>
                  <a:srgbClr val="EED9B5"/>
                </a:solidFill>
                <a:latin typeface="Apple SD Gothic Neo"/>
                <a:ea typeface="Apple SD Gothic Neo"/>
                <a:cs typeface="Apple SD Gothic Neo"/>
              </a:defRPr>
            </a:defPPr>
          </a:lstStyle>
          <a:p>
            <a:pPr algn="r">
              <a:defRPr sz="1125" b="0">
                <a:solidFill>
                  <a:srgbClr val="EED9B5"/>
                </a:solidFill>
                <a:latin typeface="Apple SD Gothic Neo"/>
                <a:ea typeface="Apple SD Gothic Neo"/>
                <a:cs typeface="Apple SD Gothic Neo"/>
              </a:defRPr>
            </a:pPr>
            <a:r>
              <a:rPr sz="1125" dirty="0">
                <a:solidFill>
                  <a:srgbClr val="EED9B5"/>
                </a:solidFill>
                <a:latin typeface="NanumGothic" panose="020D0604000000000000" pitchFamily="34" charset="-127"/>
                <a:ea typeface="NanumGothic" panose="020D0604000000000000" pitchFamily="34" charset="-127"/>
                <a:cs typeface="Apple SD Gothic Neo"/>
              </a:rPr>
              <a:t>09</a:t>
            </a:r>
          </a:p>
        </p:txBody>
      </p:sp>
    </p:spTree>
    <p:extLst>
      <p:ext uri="{BB962C8B-B14F-4D97-AF65-F5344CB8AC3E}">
        <p14:creationId xmlns:p14="http://schemas.microsoft.com/office/powerpoint/2010/main" val="1525140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BC7390D9-90C5-4B3B-A395-99A8D3DDA59A}"/>
              </a:ext>
            </a:extLst>
          </p:cNvPr>
          <p:cNvSpPr>
            <a:spLocks noGrp="1"/>
          </p:cNvSpPr>
          <p:nvPr/>
        </p:nvSpPr>
        <p:spPr>
          <a:xfrm>
            <a:off x="1381125" y="1524000"/>
            <a:ext cx="9429750" cy="609600"/>
          </a:xfrm>
          <a:prstGeom prst="rect">
            <a:avLst/>
          </a:prstGeom>
          <a:noFill/>
          <a:ln w="0">
            <a:noFill/>
          </a:ln>
        </p:spPr>
        <p:txBody>
          <a:bodyPr wrap="none" lIns="0" tIns="0" rIns="0" bIns="0" anchor="t">
            <a:noAutofit/>
          </a:bodyPr>
          <a:lstStyle>
            <a:defPPr algn="l">
              <a:defRPr sz="3150" b="1">
                <a:solidFill>
                  <a:srgbClr val="183F3D"/>
                </a:solidFill>
                <a:latin typeface="NanumGothic"/>
                <a:ea typeface="NanumGothic"/>
                <a:cs typeface="NanumGothic"/>
              </a:defRPr>
            </a:defPPr>
          </a:lstStyle>
          <a:p>
            <a:pPr algn="l">
              <a:buNone/>
              <a:defRPr sz="3150" b="1">
                <a:solidFill>
                  <a:srgbClr val="183F3D"/>
                </a:solidFill>
                <a:latin typeface="NanumGothic"/>
                <a:ea typeface="NanumGothic"/>
                <a:cs typeface="NanumGothic"/>
              </a:defRPr>
            </a:pPr>
            <a:r>
              <a:rPr lang="en-US" sz="3150" dirty="0">
                <a:solidFill>
                  <a:srgbClr val="183F3D"/>
                </a:solidFill>
                <a:latin typeface="NanumGothic"/>
                <a:ea typeface="NanumGothic"/>
                <a:cs typeface="NanumGothic"/>
              </a:rPr>
              <a:t>Backend</a:t>
            </a:r>
            <a:r>
              <a:rPr lang="ko-KR" altLang="en-US" sz="3150" dirty="0">
                <a:solidFill>
                  <a:srgbClr val="183F3D"/>
                </a:solidFill>
                <a:latin typeface="NanumGothic"/>
                <a:ea typeface="NanumGothic"/>
                <a:cs typeface="NanumGothic"/>
              </a:rPr>
              <a:t>에서</a:t>
            </a:r>
            <a:r>
              <a:rPr lang="en-US" altLang="ko-KR" sz="3150" dirty="0">
                <a:solidFill>
                  <a:srgbClr val="183F3D"/>
                </a:solidFill>
                <a:latin typeface="NanumGothic"/>
                <a:ea typeface="NanumGothic"/>
                <a:cs typeface="NanumGothic"/>
              </a:rPr>
              <a:t> MySQL</a:t>
            </a:r>
            <a:r>
              <a:rPr lang="ko-KR" altLang="en-US" sz="3150" dirty="0">
                <a:solidFill>
                  <a:srgbClr val="183F3D"/>
                </a:solidFill>
                <a:latin typeface="NanumGothic"/>
                <a:ea typeface="NanumGothic"/>
                <a:cs typeface="NanumGothic"/>
              </a:rPr>
              <a:t>까지의 데이터 흐름</a:t>
            </a:r>
            <a:endParaRPr sz="3150" dirty="0">
              <a:solidFill>
                <a:srgbClr val="183F3D"/>
              </a:solidFill>
              <a:latin typeface="NanumGothic"/>
              <a:ea typeface="NanumGothic"/>
              <a:cs typeface="NanumGothic"/>
            </a:endParaRPr>
          </a:p>
        </p:txBody>
      </p:sp>
      <p:sp>
        <p:nvSpPr>
          <p:cNvPr id="4" name="text">
            <a:extLst>
              <a:ext uri="{FF2B5EF4-FFF2-40B4-BE49-F238E27FC236}">
                <a16:creationId xmlns:a16="http://schemas.microsoft.com/office/drawing/2014/main" id="{5A0FD138-0E24-432C-B6AE-98D8FAB7D853}"/>
              </a:ext>
            </a:extLst>
          </p:cNvPr>
          <p:cNvSpPr>
            <a:spLocks noGrp="1"/>
          </p:cNvSpPr>
          <p:nvPr/>
        </p:nvSpPr>
        <p:spPr>
          <a:xfrm>
            <a:off x="5905500" y="5905500"/>
            <a:ext cx="381000" cy="190500"/>
          </a:xfrm>
          <a:prstGeom prst="rect">
            <a:avLst/>
          </a:prstGeom>
          <a:noFill/>
          <a:ln w="0">
            <a:noFill/>
          </a:ln>
        </p:spPr>
        <p:txBody>
          <a:bodyPr wrap="none" lIns="0" tIns="0" rIns="0" bIns="0" anchor="t">
            <a:noAutofit/>
          </a:bodyPr>
          <a:lstStyle>
            <a:defPPr algn="ctr">
              <a:defRPr sz="975" b="0">
                <a:solidFill>
                  <a:srgbClr val="6B5842"/>
                </a:solidFill>
                <a:latin typeface="Apple SD Gothic Neo"/>
                <a:ea typeface="Apple SD Gothic Neo"/>
                <a:cs typeface="Apple SD Gothic Neo"/>
              </a:defRPr>
            </a:defPPr>
          </a:lstStyle>
          <a:p>
            <a:pPr algn="ctr">
              <a:buNone/>
              <a:defRPr sz="975" b="0">
                <a:solidFill>
                  <a:srgbClr val="6B5842"/>
                </a:solidFill>
                <a:latin typeface="Apple SD Gothic Neo"/>
                <a:ea typeface="Apple SD Gothic Neo"/>
                <a:cs typeface="Apple SD Gothic Neo"/>
              </a:defRPr>
            </a:pPr>
            <a:r>
              <a:rPr sz="975">
                <a:solidFill>
                  <a:srgbClr val="6B5842"/>
                </a:solidFill>
                <a:latin typeface="NanumGothic"/>
                <a:ea typeface="NanumGothic"/>
                <a:cs typeface="NanumGothic"/>
              </a:rPr>
              <a:t>01</a:t>
            </a:r>
          </a:p>
        </p:txBody>
      </p:sp>
      <p:sp>
        <p:nvSpPr>
          <p:cNvPr id="5" name="diagram-node">
            <a:extLst>
              <a:ext uri="{FF2B5EF4-FFF2-40B4-BE49-F238E27FC236}">
                <a16:creationId xmlns:a16="http://schemas.microsoft.com/office/drawing/2014/main" id="{D38B665D-68DC-431A-ACBB-DA88B1226FA4}"/>
              </a:ext>
            </a:extLst>
          </p:cNvPr>
          <p:cNvSpPr>
            <a:spLocks noGrp="1"/>
          </p:cNvSpPr>
          <p:nvPr/>
        </p:nvSpPr>
        <p:spPr>
          <a:xfrm>
            <a:off x="1381125" y="2857500"/>
            <a:ext cx="1428750" cy="809625"/>
          </a:xfrm>
          <a:prstGeom prst="rect">
            <a:avLst/>
          </a:prstGeom>
          <a:solidFill>
            <a:srgbClr val="EEF3E5"/>
          </a:solidFill>
          <a:ln w="11430">
            <a:solidFill>
              <a:srgbClr val="167D79"/>
            </a:solidFill>
            <a:prstDash val="solid"/>
          </a:ln>
        </p:spPr>
        <p:txBody>
          <a:bodyPr/>
          <a:lstStyle/>
          <a:p>
            <a:endParaRPr>
              <a:latin typeface="NanumGothic"/>
              <a:ea typeface="NanumGothic"/>
              <a:cs typeface="NanumGothic"/>
            </a:endParaRPr>
          </a:p>
        </p:txBody>
      </p:sp>
      <p:sp>
        <p:nvSpPr>
          <p:cNvPr id="6" name="diagram-label">
            <a:extLst>
              <a:ext uri="{FF2B5EF4-FFF2-40B4-BE49-F238E27FC236}">
                <a16:creationId xmlns:a16="http://schemas.microsoft.com/office/drawing/2014/main" id="{A931974D-ADCC-4417-83B0-D1B12A49E4A4}"/>
              </a:ext>
            </a:extLst>
          </p:cNvPr>
          <p:cNvSpPr>
            <a:spLocks noGrp="1"/>
          </p:cNvSpPr>
          <p:nvPr/>
        </p:nvSpPr>
        <p:spPr>
          <a:xfrm>
            <a:off x="1457325" y="2962275"/>
            <a:ext cx="1276350" cy="590550"/>
          </a:xfrm>
          <a:prstGeom prst="rect">
            <a:avLst/>
          </a:prstGeom>
          <a:noFill/>
          <a:ln w="0">
            <a:noFill/>
          </a:ln>
        </p:spPr>
        <p:txBody>
          <a:bodyPr wrap="none" lIns="0" tIns="0" rIns="0" bIns="0" anchor="t">
            <a:noAutofit/>
          </a:bodyPr>
          <a:lstStyle>
            <a:defPPr algn="ctr">
              <a:defRPr sz="1650" b="1">
                <a:solidFill>
                  <a:srgbClr val="183F3D"/>
                </a:solidFill>
                <a:latin typeface="NanumGothic"/>
                <a:ea typeface="NanumGothic"/>
                <a:cs typeface="NanumGothic"/>
              </a:defRPr>
            </a:defPPr>
          </a:lstStyle>
          <a:p>
            <a:pPr algn="ctr">
              <a:buNone/>
              <a:defRPr sz="1650" b="1">
                <a:solidFill>
                  <a:srgbClr val="183F3D"/>
                </a:solidFill>
                <a:latin typeface="NanumGothic"/>
                <a:ea typeface="NanumGothic"/>
                <a:cs typeface="NanumGothic"/>
              </a:defRPr>
            </a:pPr>
            <a:r>
              <a:rPr sz="1650" b="1">
                <a:solidFill>
                  <a:srgbClr val="183F3D"/>
                </a:solidFill>
                <a:latin typeface="NanumGothic"/>
                <a:ea typeface="NanumGothic"/>
                <a:cs typeface="NanumGothic"/>
              </a:rPr>
              <a:t>Backend</a:t>
            </a:r>
          </a:p>
          <a:p>
            <a:pPr algn="ctr">
              <a:buNone/>
              <a:defRPr sz="1650" b="1">
                <a:solidFill>
                  <a:srgbClr val="183F3D"/>
                </a:solidFill>
                <a:latin typeface="NanumGothic"/>
                <a:ea typeface="NanumGothic"/>
                <a:cs typeface="NanumGothic"/>
              </a:defRPr>
            </a:pPr>
            <a:r>
              <a:rPr sz="1650" b="1">
                <a:solidFill>
                  <a:srgbClr val="183F3D"/>
                </a:solidFill>
                <a:latin typeface="NanumGothic"/>
                <a:ea typeface="NanumGothic"/>
                <a:cs typeface="NanumGothic"/>
              </a:rPr>
              <a:t>Outbox</a:t>
            </a:r>
          </a:p>
        </p:txBody>
      </p:sp>
      <p:sp>
        <p:nvSpPr>
          <p:cNvPr id="7" name="diagram-node">
            <a:extLst>
              <a:ext uri="{FF2B5EF4-FFF2-40B4-BE49-F238E27FC236}">
                <a16:creationId xmlns:a16="http://schemas.microsoft.com/office/drawing/2014/main" id="{907A8B05-8A12-4F87-9351-017633B01BF9}"/>
              </a:ext>
            </a:extLst>
          </p:cNvPr>
          <p:cNvSpPr>
            <a:spLocks noGrp="1"/>
          </p:cNvSpPr>
          <p:nvPr/>
        </p:nvSpPr>
        <p:spPr>
          <a:xfrm>
            <a:off x="2981325" y="2857500"/>
            <a:ext cx="1428750" cy="809625"/>
          </a:xfrm>
          <a:prstGeom prst="rect">
            <a:avLst/>
          </a:prstGeom>
          <a:solidFill>
            <a:srgbClr val="EEF3E5"/>
          </a:solidFill>
          <a:ln w="11430">
            <a:solidFill>
              <a:srgbClr val="167D79"/>
            </a:solidFill>
            <a:prstDash val="solid"/>
          </a:ln>
        </p:spPr>
        <p:txBody>
          <a:bodyPr/>
          <a:lstStyle/>
          <a:p>
            <a:endParaRPr>
              <a:latin typeface="NanumGothic"/>
              <a:ea typeface="NanumGothic"/>
              <a:cs typeface="NanumGothic"/>
            </a:endParaRPr>
          </a:p>
        </p:txBody>
      </p:sp>
      <p:sp>
        <p:nvSpPr>
          <p:cNvPr id="8" name="diagram-label">
            <a:extLst>
              <a:ext uri="{FF2B5EF4-FFF2-40B4-BE49-F238E27FC236}">
                <a16:creationId xmlns:a16="http://schemas.microsoft.com/office/drawing/2014/main" id="{ECC0A6FA-576A-4556-88F5-EC54D1A7F965}"/>
              </a:ext>
            </a:extLst>
          </p:cNvPr>
          <p:cNvSpPr>
            <a:spLocks noGrp="1"/>
          </p:cNvSpPr>
          <p:nvPr/>
        </p:nvSpPr>
        <p:spPr>
          <a:xfrm>
            <a:off x="3057525" y="3124200"/>
            <a:ext cx="127635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Kafka Raw</a:t>
            </a:r>
          </a:p>
        </p:txBody>
      </p:sp>
      <p:sp>
        <p:nvSpPr>
          <p:cNvPr id="9" name="diagram-node">
            <a:extLst>
              <a:ext uri="{FF2B5EF4-FFF2-40B4-BE49-F238E27FC236}">
                <a16:creationId xmlns:a16="http://schemas.microsoft.com/office/drawing/2014/main" id="{25DF3B50-39DC-4E39-AEEB-066850EFCFAD}"/>
              </a:ext>
            </a:extLst>
          </p:cNvPr>
          <p:cNvSpPr>
            <a:spLocks noGrp="1"/>
          </p:cNvSpPr>
          <p:nvPr/>
        </p:nvSpPr>
        <p:spPr>
          <a:xfrm>
            <a:off x="4581525" y="2857500"/>
            <a:ext cx="1428750" cy="809625"/>
          </a:xfrm>
          <a:prstGeom prst="rect">
            <a:avLst/>
          </a:prstGeom>
          <a:solidFill>
            <a:srgbClr val="EEF3E5"/>
          </a:solidFill>
          <a:ln w="11430">
            <a:solidFill>
              <a:srgbClr val="167D79"/>
            </a:solidFill>
            <a:prstDash val="solid"/>
          </a:ln>
        </p:spPr>
        <p:txBody>
          <a:bodyPr/>
          <a:lstStyle/>
          <a:p>
            <a:endParaRPr>
              <a:latin typeface="NanumGothic"/>
              <a:ea typeface="NanumGothic"/>
              <a:cs typeface="NanumGothic"/>
            </a:endParaRPr>
          </a:p>
        </p:txBody>
      </p:sp>
      <p:sp>
        <p:nvSpPr>
          <p:cNvPr id="10" name="diagram-label">
            <a:extLst>
              <a:ext uri="{FF2B5EF4-FFF2-40B4-BE49-F238E27FC236}">
                <a16:creationId xmlns:a16="http://schemas.microsoft.com/office/drawing/2014/main" id="{AC8CE5A6-A108-4008-B9C7-86575B7E1F39}"/>
              </a:ext>
            </a:extLst>
          </p:cNvPr>
          <p:cNvSpPr>
            <a:spLocks noGrp="1"/>
          </p:cNvSpPr>
          <p:nvPr/>
        </p:nvSpPr>
        <p:spPr>
          <a:xfrm>
            <a:off x="4657725" y="3124200"/>
            <a:ext cx="127635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Std/Sinker</a:t>
            </a:r>
          </a:p>
        </p:txBody>
      </p:sp>
      <p:sp>
        <p:nvSpPr>
          <p:cNvPr id="11" name="diagram-node">
            <a:extLst>
              <a:ext uri="{FF2B5EF4-FFF2-40B4-BE49-F238E27FC236}">
                <a16:creationId xmlns:a16="http://schemas.microsoft.com/office/drawing/2014/main" id="{C94D6E09-C2FC-4070-93B4-53A964A9661C}"/>
              </a:ext>
            </a:extLst>
          </p:cNvPr>
          <p:cNvSpPr>
            <a:spLocks noGrp="1"/>
          </p:cNvSpPr>
          <p:nvPr/>
        </p:nvSpPr>
        <p:spPr>
          <a:xfrm>
            <a:off x="6181725" y="2857500"/>
            <a:ext cx="1428750" cy="809625"/>
          </a:xfrm>
          <a:prstGeom prst="rect">
            <a:avLst/>
          </a:prstGeom>
          <a:solidFill>
            <a:srgbClr val="EEF3E5"/>
          </a:solidFill>
          <a:ln w="11430">
            <a:solidFill>
              <a:srgbClr val="167D79"/>
            </a:solidFill>
            <a:prstDash val="solid"/>
          </a:ln>
        </p:spPr>
        <p:txBody>
          <a:bodyPr/>
          <a:lstStyle/>
          <a:p>
            <a:endParaRPr>
              <a:latin typeface="NanumGothic"/>
              <a:ea typeface="NanumGothic"/>
              <a:cs typeface="NanumGothic"/>
            </a:endParaRPr>
          </a:p>
        </p:txBody>
      </p:sp>
      <p:sp>
        <p:nvSpPr>
          <p:cNvPr id="12" name="diagram-label">
            <a:extLst>
              <a:ext uri="{FF2B5EF4-FFF2-40B4-BE49-F238E27FC236}">
                <a16:creationId xmlns:a16="http://schemas.microsoft.com/office/drawing/2014/main" id="{ACDCC8A5-6874-4481-921C-D00EE5D7A3F1}"/>
              </a:ext>
            </a:extLst>
          </p:cNvPr>
          <p:cNvSpPr>
            <a:spLocks noGrp="1"/>
          </p:cNvSpPr>
          <p:nvPr/>
        </p:nvSpPr>
        <p:spPr>
          <a:xfrm>
            <a:off x="6257925" y="3124200"/>
            <a:ext cx="127635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Kafka Std</a:t>
            </a:r>
          </a:p>
        </p:txBody>
      </p:sp>
      <p:sp>
        <p:nvSpPr>
          <p:cNvPr id="13" name="diagram-node">
            <a:extLst>
              <a:ext uri="{FF2B5EF4-FFF2-40B4-BE49-F238E27FC236}">
                <a16:creationId xmlns:a16="http://schemas.microsoft.com/office/drawing/2014/main" id="{93C18E7D-26AA-4B4E-8B2A-8B1E990A01A7}"/>
              </a:ext>
            </a:extLst>
          </p:cNvPr>
          <p:cNvSpPr>
            <a:spLocks noGrp="1"/>
          </p:cNvSpPr>
          <p:nvPr/>
        </p:nvSpPr>
        <p:spPr>
          <a:xfrm>
            <a:off x="7781925" y="2857500"/>
            <a:ext cx="1428750" cy="809625"/>
          </a:xfrm>
          <a:prstGeom prst="rect">
            <a:avLst/>
          </a:prstGeom>
          <a:solidFill>
            <a:srgbClr val="EEF3E5"/>
          </a:solidFill>
          <a:ln w="11430">
            <a:solidFill>
              <a:srgbClr val="167D79"/>
            </a:solidFill>
            <a:prstDash val="solid"/>
          </a:ln>
        </p:spPr>
        <p:txBody>
          <a:bodyPr/>
          <a:lstStyle/>
          <a:p>
            <a:endParaRPr>
              <a:latin typeface="NanumGothic"/>
              <a:ea typeface="NanumGothic"/>
              <a:cs typeface="NanumGothic"/>
            </a:endParaRPr>
          </a:p>
        </p:txBody>
      </p:sp>
      <p:sp>
        <p:nvSpPr>
          <p:cNvPr id="14" name="diagram-label">
            <a:extLst>
              <a:ext uri="{FF2B5EF4-FFF2-40B4-BE49-F238E27FC236}">
                <a16:creationId xmlns:a16="http://schemas.microsoft.com/office/drawing/2014/main" id="{C590EA89-99B6-4867-AC55-91CDFA34D8E7}"/>
              </a:ext>
            </a:extLst>
          </p:cNvPr>
          <p:cNvSpPr>
            <a:spLocks noGrp="1"/>
          </p:cNvSpPr>
          <p:nvPr/>
        </p:nvSpPr>
        <p:spPr>
          <a:xfrm>
            <a:off x="7858125" y="3124200"/>
            <a:ext cx="127635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Spark</a:t>
            </a:r>
          </a:p>
        </p:txBody>
      </p:sp>
      <p:sp>
        <p:nvSpPr>
          <p:cNvPr id="15" name="diagram-node">
            <a:extLst>
              <a:ext uri="{FF2B5EF4-FFF2-40B4-BE49-F238E27FC236}">
                <a16:creationId xmlns:a16="http://schemas.microsoft.com/office/drawing/2014/main" id="{71CE54CF-04C3-4CFB-80AC-CDC1A3100E05}"/>
              </a:ext>
            </a:extLst>
          </p:cNvPr>
          <p:cNvSpPr>
            <a:spLocks noGrp="1"/>
          </p:cNvSpPr>
          <p:nvPr/>
        </p:nvSpPr>
        <p:spPr>
          <a:xfrm>
            <a:off x="9382125" y="2857500"/>
            <a:ext cx="1428750" cy="809625"/>
          </a:xfrm>
          <a:prstGeom prst="rect">
            <a:avLst/>
          </a:prstGeom>
          <a:solidFill>
            <a:srgbClr val="F5ECDD"/>
          </a:solidFill>
          <a:ln w="11430">
            <a:solidFill>
              <a:srgbClr val="167D79"/>
            </a:solidFill>
            <a:prstDash val="solid"/>
          </a:ln>
        </p:spPr>
        <p:txBody>
          <a:bodyPr/>
          <a:lstStyle/>
          <a:p>
            <a:endParaRPr>
              <a:latin typeface="NanumGothic"/>
              <a:ea typeface="NanumGothic"/>
              <a:cs typeface="NanumGothic"/>
            </a:endParaRPr>
          </a:p>
        </p:txBody>
      </p:sp>
      <p:sp>
        <p:nvSpPr>
          <p:cNvPr id="16" name="diagram-label">
            <a:extLst>
              <a:ext uri="{FF2B5EF4-FFF2-40B4-BE49-F238E27FC236}">
                <a16:creationId xmlns:a16="http://schemas.microsoft.com/office/drawing/2014/main" id="{2F59E43C-4DDC-48AB-8B27-1B2BAD38FFC2}"/>
              </a:ext>
            </a:extLst>
          </p:cNvPr>
          <p:cNvSpPr>
            <a:spLocks noGrp="1"/>
          </p:cNvSpPr>
          <p:nvPr/>
        </p:nvSpPr>
        <p:spPr>
          <a:xfrm>
            <a:off x="9458325" y="3124200"/>
            <a:ext cx="127635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MySQL</a:t>
            </a:r>
          </a:p>
        </p:txBody>
      </p:sp>
      <p:cxnSp>
        <p:nvCxnSpPr>
          <p:cNvPr id="17" name="직선 화살표 연결선 16">
            <a:extLst>
              <a:ext uri="{FF2B5EF4-FFF2-40B4-BE49-F238E27FC236}">
                <a16:creationId xmlns:a16="http://schemas.microsoft.com/office/drawing/2014/main" id="{A0484AF8-426F-4291-B381-00F82FC81CAA}"/>
              </a:ext>
            </a:extLst>
          </p:cNvPr>
          <p:cNvCxnSpPr>
            <a:stCxn id="5" idx="3"/>
            <a:endCxn id="7" idx="1"/>
          </p:cNvCxnSpPr>
          <p:nvPr/>
        </p:nvCxnSpPr>
        <p:spPr>
          <a:xfrm>
            <a:off x="2809875" y="3262313"/>
            <a:ext cx="171450" cy="0"/>
          </a:xfrm>
          <a:prstGeom prst="straightConnector1">
            <a:avLst/>
          </a:prstGeom>
          <a:ln w="19050">
            <a:solidFill>
              <a:srgbClr val="167D79"/>
            </a:solidFill>
            <a:prstDash val="solid"/>
            <a:tailEnd type="triangle" w="sm" len="sm"/>
          </a:ln>
        </p:spPr>
      </p:cxnSp>
      <p:cxnSp>
        <p:nvCxnSpPr>
          <p:cNvPr id="18" name="직선 화살표 연결선 17">
            <a:extLst>
              <a:ext uri="{FF2B5EF4-FFF2-40B4-BE49-F238E27FC236}">
                <a16:creationId xmlns:a16="http://schemas.microsoft.com/office/drawing/2014/main" id="{00887465-5CF0-494E-9ED7-486C7973A52A}"/>
              </a:ext>
            </a:extLst>
          </p:cNvPr>
          <p:cNvCxnSpPr>
            <a:stCxn id="7" idx="3"/>
            <a:endCxn id="9" idx="1"/>
          </p:cNvCxnSpPr>
          <p:nvPr/>
        </p:nvCxnSpPr>
        <p:spPr>
          <a:xfrm>
            <a:off x="4410075" y="3262313"/>
            <a:ext cx="171450" cy="0"/>
          </a:xfrm>
          <a:prstGeom prst="straightConnector1">
            <a:avLst/>
          </a:prstGeom>
          <a:ln w="19050">
            <a:solidFill>
              <a:srgbClr val="167D79"/>
            </a:solidFill>
            <a:prstDash val="solid"/>
            <a:tailEnd type="triangle" w="sm" len="sm"/>
          </a:ln>
        </p:spPr>
      </p:cxnSp>
      <p:cxnSp>
        <p:nvCxnSpPr>
          <p:cNvPr id="19" name="직선 화살표 연결선 18">
            <a:extLst>
              <a:ext uri="{FF2B5EF4-FFF2-40B4-BE49-F238E27FC236}">
                <a16:creationId xmlns:a16="http://schemas.microsoft.com/office/drawing/2014/main" id="{76E69EE0-3704-412B-A6CE-7AF3DB68D697}"/>
              </a:ext>
            </a:extLst>
          </p:cNvPr>
          <p:cNvCxnSpPr>
            <a:stCxn id="9" idx="3"/>
            <a:endCxn id="11" idx="1"/>
          </p:cNvCxnSpPr>
          <p:nvPr/>
        </p:nvCxnSpPr>
        <p:spPr>
          <a:xfrm>
            <a:off x="6010275" y="3262313"/>
            <a:ext cx="171450" cy="0"/>
          </a:xfrm>
          <a:prstGeom prst="straightConnector1">
            <a:avLst/>
          </a:prstGeom>
          <a:ln w="19050">
            <a:solidFill>
              <a:srgbClr val="167D79"/>
            </a:solidFill>
            <a:prstDash val="solid"/>
            <a:tailEnd type="triangle" w="sm" len="sm"/>
          </a:ln>
        </p:spPr>
      </p:cxnSp>
      <p:cxnSp>
        <p:nvCxnSpPr>
          <p:cNvPr id="20" name="직선 화살표 연결선 19">
            <a:extLst>
              <a:ext uri="{FF2B5EF4-FFF2-40B4-BE49-F238E27FC236}">
                <a16:creationId xmlns:a16="http://schemas.microsoft.com/office/drawing/2014/main" id="{BAF0F493-2405-4E87-BE2B-62AA778516E2}"/>
              </a:ext>
            </a:extLst>
          </p:cNvPr>
          <p:cNvCxnSpPr>
            <a:stCxn id="11" idx="3"/>
            <a:endCxn id="13" idx="1"/>
          </p:cNvCxnSpPr>
          <p:nvPr/>
        </p:nvCxnSpPr>
        <p:spPr>
          <a:xfrm>
            <a:off x="7610475" y="3262313"/>
            <a:ext cx="171450" cy="0"/>
          </a:xfrm>
          <a:prstGeom prst="straightConnector1">
            <a:avLst/>
          </a:prstGeom>
          <a:ln w="19050">
            <a:solidFill>
              <a:srgbClr val="167D79"/>
            </a:solidFill>
            <a:prstDash val="solid"/>
            <a:tailEnd type="triangle" w="sm" len="sm"/>
          </a:ln>
        </p:spPr>
      </p:cxnSp>
      <p:cxnSp>
        <p:nvCxnSpPr>
          <p:cNvPr id="21" name="직선 화살표 연결선 20">
            <a:extLst>
              <a:ext uri="{FF2B5EF4-FFF2-40B4-BE49-F238E27FC236}">
                <a16:creationId xmlns:a16="http://schemas.microsoft.com/office/drawing/2014/main" id="{0CCB0687-856F-406C-A1A7-FC7A43414FB5}"/>
              </a:ext>
            </a:extLst>
          </p:cNvPr>
          <p:cNvCxnSpPr>
            <a:stCxn id="13" idx="3"/>
            <a:endCxn id="15" idx="1"/>
          </p:cNvCxnSpPr>
          <p:nvPr/>
        </p:nvCxnSpPr>
        <p:spPr>
          <a:xfrm>
            <a:off x="9210675" y="3262313"/>
            <a:ext cx="171450" cy="0"/>
          </a:xfrm>
          <a:prstGeom prst="straightConnector1">
            <a:avLst/>
          </a:prstGeom>
          <a:ln w="19050">
            <a:solidFill>
              <a:srgbClr val="167D79"/>
            </a:solidFill>
            <a:prstDash val="solid"/>
            <a:tailEnd type="triangle" w="sm" len="sm"/>
          </a:ln>
        </p:spPr>
      </p:cxnSp>
      <p:sp>
        <p:nvSpPr>
          <p:cNvPr id="22" name="diagram-node">
            <a:extLst>
              <a:ext uri="{FF2B5EF4-FFF2-40B4-BE49-F238E27FC236}">
                <a16:creationId xmlns:a16="http://schemas.microsoft.com/office/drawing/2014/main" id="{BA74C34D-8884-46DF-87BE-AABF43F4D278}"/>
              </a:ext>
            </a:extLst>
          </p:cNvPr>
          <p:cNvSpPr>
            <a:spLocks noGrp="1"/>
          </p:cNvSpPr>
          <p:nvPr/>
        </p:nvSpPr>
        <p:spPr>
          <a:xfrm>
            <a:off x="4248150" y="4381500"/>
            <a:ext cx="2095500" cy="742950"/>
          </a:xfrm>
          <a:prstGeom prst="rect">
            <a:avLst/>
          </a:prstGeom>
          <a:solidFill>
            <a:srgbClr val="F5ECDD"/>
          </a:solidFill>
          <a:ln w="11430">
            <a:solidFill>
              <a:srgbClr val="167D79"/>
            </a:solidFill>
            <a:prstDash val="solid"/>
          </a:ln>
        </p:spPr>
        <p:txBody>
          <a:bodyPr/>
          <a:lstStyle/>
          <a:p>
            <a:endParaRPr>
              <a:latin typeface="NanumGothic"/>
              <a:ea typeface="NanumGothic"/>
              <a:cs typeface="NanumGothic"/>
            </a:endParaRPr>
          </a:p>
        </p:txBody>
      </p:sp>
      <p:sp>
        <p:nvSpPr>
          <p:cNvPr id="23" name="diagram-label">
            <a:extLst>
              <a:ext uri="{FF2B5EF4-FFF2-40B4-BE49-F238E27FC236}">
                <a16:creationId xmlns:a16="http://schemas.microsoft.com/office/drawing/2014/main" id="{DB729A3D-2032-4636-92F6-14A9FC97C349}"/>
              </a:ext>
            </a:extLst>
          </p:cNvPr>
          <p:cNvSpPr>
            <a:spLocks noGrp="1"/>
          </p:cNvSpPr>
          <p:nvPr/>
        </p:nvSpPr>
        <p:spPr>
          <a:xfrm>
            <a:off x="4324350" y="4610100"/>
            <a:ext cx="1943100" cy="381000"/>
          </a:xfrm>
          <a:prstGeom prst="rect">
            <a:avLst/>
          </a:prstGeom>
          <a:noFill/>
          <a:ln w="0">
            <a:noFill/>
          </a:ln>
        </p:spPr>
        <p:txBody>
          <a:bodyPr wrap="none" lIns="0" tIns="0" rIns="0" bIns="0" anchor="t">
            <a:noAutofit/>
          </a:bodyPr>
          <a:lstStyle>
            <a:defPPr algn="ctr">
              <a:defRPr sz="1650" b="1">
                <a:solidFill>
                  <a:srgbClr val="183F3D"/>
                </a:solidFill>
                <a:latin typeface="Apple SD Gothic Neo"/>
                <a:ea typeface="Apple SD Gothic Neo"/>
                <a:cs typeface="Apple SD Gothic Neo"/>
              </a:defRPr>
            </a:defPPr>
          </a:lstStyle>
          <a:p>
            <a:pPr algn="ctr">
              <a:buNone/>
              <a:defRPr sz="1650" b="1">
                <a:solidFill>
                  <a:srgbClr val="183F3D"/>
                </a:solidFill>
                <a:latin typeface="Apple SD Gothic Neo"/>
                <a:ea typeface="Apple SD Gothic Neo"/>
                <a:cs typeface="Apple SD Gothic Neo"/>
              </a:defRPr>
            </a:pPr>
            <a:r>
              <a:rPr sz="1650">
                <a:solidFill>
                  <a:srgbClr val="183F3D"/>
                </a:solidFill>
                <a:latin typeface="NanumGothic"/>
                <a:ea typeface="NanumGothic"/>
                <a:cs typeface="NanumGothic"/>
              </a:rPr>
              <a:t>MongoDB</a:t>
            </a:r>
          </a:p>
        </p:txBody>
      </p:sp>
      <p:cxnSp>
        <p:nvCxnSpPr>
          <p:cNvPr id="24" name="직선 화살표 연결선 23">
            <a:extLst>
              <a:ext uri="{FF2B5EF4-FFF2-40B4-BE49-F238E27FC236}">
                <a16:creationId xmlns:a16="http://schemas.microsoft.com/office/drawing/2014/main" id="{FA6FF285-56BF-4F14-925B-0BB734A804DF}"/>
              </a:ext>
            </a:extLst>
          </p:cNvPr>
          <p:cNvCxnSpPr>
            <a:stCxn id="9" idx="2"/>
            <a:endCxn id="22" idx="0"/>
          </p:cNvCxnSpPr>
          <p:nvPr/>
        </p:nvCxnSpPr>
        <p:spPr>
          <a:xfrm>
            <a:off x="5295900" y="3667125"/>
            <a:ext cx="0" cy="714375"/>
          </a:xfrm>
          <a:prstGeom prst="straightConnector1">
            <a:avLst/>
          </a:prstGeom>
          <a:ln w="19050">
            <a:solidFill>
              <a:srgbClr val="167D79"/>
            </a:solidFill>
            <a:prstDash val="solid"/>
            <a:tailEnd type="triangle" w="sm" len="sm"/>
          </a:ln>
        </p:spPr>
      </p:cxnSp>
      <p:sp>
        <p:nvSpPr>
          <p:cNvPr id="25" name="text">
            <a:extLst>
              <a:ext uri="{FF2B5EF4-FFF2-40B4-BE49-F238E27FC236}">
                <a16:creationId xmlns:a16="http://schemas.microsoft.com/office/drawing/2014/main" id="{F5CD8BA2-AF3D-4CF9-B312-06E3167993A1}"/>
              </a:ext>
            </a:extLst>
          </p:cNvPr>
          <p:cNvSpPr>
            <a:spLocks noGrp="1"/>
          </p:cNvSpPr>
          <p:nvPr/>
        </p:nvSpPr>
        <p:spPr>
          <a:xfrm>
            <a:off x="3771900" y="5219700"/>
            <a:ext cx="3048000" cy="285750"/>
          </a:xfrm>
          <a:prstGeom prst="rect">
            <a:avLst/>
          </a:prstGeom>
          <a:noFill/>
          <a:ln w="0">
            <a:noFill/>
          </a:ln>
        </p:spPr>
        <p:txBody>
          <a:bodyPr wrap="none" lIns="0" tIns="0" rIns="0" bIns="0" anchor="t">
            <a:noAutofit/>
          </a:bodyPr>
          <a:lstStyle>
            <a:defPPr algn="ctr">
              <a:defRPr sz="1500" b="0">
                <a:solidFill>
                  <a:srgbClr val="6B5842"/>
                </a:solidFill>
                <a:latin typeface="NanumGothic"/>
                <a:ea typeface="NanumGothic"/>
                <a:cs typeface="NanumGothic"/>
              </a:defRPr>
            </a:defPPr>
          </a:lstStyle>
          <a:p>
            <a:pPr algn="ctr">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원본과 검증 결과 보존</a:t>
            </a:r>
            <a:endParaRPr sz="1575">
              <a:solidFill>
                <a:srgbClr val="6B5842"/>
              </a:solidFill>
              <a:latin typeface="NanumGothic"/>
              <a:ea typeface="NanumGothic"/>
              <a:cs typeface="NanumGothic"/>
            </a:endParaRPr>
          </a:p>
        </p:txBody>
      </p:sp>
      <p:sp>
        <p:nvSpPr>
          <p:cNvPr id="26" name="text">
            <a:extLst>
              <a:ext uri="{FF2B5EF4-FFF2-40B4-BE49-F238E27FC236}">
                <a16:creationId xmlns:a16="http://schemas.microsoft.com/office/drawing/2014/main" id="{F3EF24D1-6FEA-407C-8B8B-3B1D3F3AE77F}"/>
              </a:ext>
            </a:extLst>
          </p:cNvPr>
          <p:cNvSpPr>
            <a:spLocks noGrp="1"/>
          </p:cNvSpPr>
          <p:nvPr/>
        </p:nvSpPr>
        <p:spPr>
          <a:xfrm>
            <a:off x="13049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업무와 이벤트 저장</a:t>
            </a:r>
          </a:p>
        </p:txBody>
      </p:sp>
      <p:sp>
        <p:nvSpPr>
          <p:cNvPr id="27" name="text">
            <a:extLst>
              <a:ext uri="{FF2B5EF4-FFF2-40B4-BE49-F238E27FC236}">
                <a16:creationId xmlns:a16="http://schemas.microsoft.com/office/drawing/2014/main" id="{B4225141-F943-4448-80A6-A6705D9CE978}"/>
              </a:ext>
            </a:extLst>
          </p:cNvPr>
          <p:cNvSpPr>
            <a:spLocks noGrp="1"/>
          </p:cNvSpPr>
          <p:nvPr/>
        </p:nvSpPr>
        <p:spPr>
          <a:xfrm>
            <a:off x="29051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Raw 발행</a:t>
            </a:r>
            <a:endParaRPr sz="1500">
              <a:solidFill>
                <a:srgbClr val="6B5842"/>
              </a:solidFill>
              <a:latin typeface="NanumGothic"/>
              <a:ea typeface="NanumGothic"/>
              <a:cs typeface="NanumGothic"/>
            </a:endParaRPr>
          </a:p>
        </p:txBody>
      </p:sp>
      <p:sp>
        <p:nvSpPr>
          <p:cNvPr id="28" name="text">
            <a:extLst>
              <a:ext uri="{FF2B5EF4-FFF2-40B4-BE49-F238E27FC236}">
                <a16:creationId xmlns:a16="http://schemas.microsoft.com/office/drawing/2014/main" id="{7108ED5B-A771-427F-A2A2-976BA396E87A}"/>
              </a:ext>
            </a:extLst>
          </p:cNvPr>
          <p:cNvSpPr>
            <a:spLocks noGrp="1"/>
          </p:cNvSpPr>
          <p:nvPr/>
        </p:nvSpPr>
        <p:spPr>
          <a:xfrm>
            <a:off x="45053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검증 / 표준화</a:t>
            </a:r>
            <a:endParaRPr sz="1500">
              <a:solidFill>
                <a:srgbClr val="6B5842"/>
              </a:solidFill>
              <a:latin typeface="NanumGothic"/>
              <a:ea typeface="NanumGothic"/>
              <a:cs typeface="NanumGothic"/>
            </a:endParaRPr>
          </a:p>
        </p:txBody>
      </p:sp>
      <p:sp>
        <p:nvSpPr>
          <p:cNvPr id="29" name="text">
            <a:extLst>
              <a:ext uri="{FF2B5EF4-FFF2-40B4-BE49-F238E27FC236}">
                <a16:creationId xmlns:a16="http://schemas.microsoft.com/office/drawing/2014/main" id="{DBD735A0-186D-4417-B685-95835FDDB2F2}"/>
              </a:ext>
            </a:extLst>
          </p:cNvPr>
          <p:cNvSpPr>
            <a:spLocks noGrp="1"/>
          </p:cNvSpPr>
          <p:nvPr/>
        </p:nvSpPr>
        <p:spPr>
          <a:xfrm>
            <a:off x="61055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성공 결과 재발행</a:t>
            </a:r>
          </a:p>
        </p:txBody>
      </p:sp>
      <p:sp>
        <p:nvSpPr>
          <p:cNvPr id="30" name="text">
            <a:extLst>
              <a:ext uri="{FF2B5EF4-FFF2-40B4-BE49-F238E27FC236}">
                <a16:creationId xmlns:a16="http://schemas.microsoft.com/office/drawing/2014/main" id="{C0AAB6F5-FE1A-4490-ABEF-8A1BEF7C15B7}"/>
              </a:ext>
            </a:extLst>
          </p:cNvPr>
          <p:cNvSpPr>
            <a:spLocks noGrp="1"/>
          </p:cNvSpPr>
          <p:nvPr/>
        </p:nvSpPr>
        <p:spPr>
          <a:xfrm>
            <a:off x="77057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검증 / 형식 변환</a:t>
            </a:r>
            <a:endParaRPr sz="1500">
              <a:solidFill>
                <a:srgbClr val="6B5842"/>
              </a:solidFill>
              <a:latin typeface="NanumGothic"/>
              <a:ea typeface="NanumGothic"/>
              <a:cs typeface="NanumGothic"/>
            </a:endParaRPr>
          </a:p>
        </p:txBody>
      </p:sp>
      <p:sp>
        <p:nvSpPr>
          <p:cNvPr id="31" name="text">
            <a:extLst>
              <a:ext uri="{FF2B5EF4-FFF2-40B4-BE49-F238E27FC236}">
                <a16:creationId xmlns:a16="http://schemas.microsoft.com/office/drawing/2014/main" id="{7FBE4D65-1912-422F-AC69-59CAAE198C70}"/>
              </a:ext>
            </a:extLst>
          </p:cNvPr>
          <p:cNvSpPr>
            <a:spLocks noGrp="1"/>
          </p:cNvSpPr>
          <p:nvPr/>
        </p:nvSpPr>
        <p:spPr>
          <a:xfrm>
            <a:off x="9305925" y="2457450"/>
            <a:ext cx="1581150" cy="304800"/>
          </a:xfrm>
          <a:prstGeom prst="rect">
            <a:avLst/>
          </a:prstGeom>
          <a:noFill/>
          <a:ln w="0">
            <a:noFill/>
          </a:ln>
        </p:spPr>
        <p:txBody>
          <a:bodyPr wrap="none" lIns="0" tIns="0" rIns="0" bIns="0" anchor="t">
            <a:noAutofit/>
          </a:bodyPr>
          <a:lstStyle>
            <a:defPPr algn="ctr">
              <a:defRPr sz="1425" b="0">
                <a:solidFill>
                  <a:srgbClr val="6B5842"/>
                </a:solidFill>
                <a:latin typeface="NanumGothic"/>
                <a:ea typeface="NanumGothic"/>
                <a:cs typeface="NanumGothic"/>
              </a:defRPr>
            </a:defPPr>
          </a:lstStyle>
          <a:p>
            <a:pPr algn="ctr">
              <a:buNone/>
              <a:defRPr sz="1425" b="0">
                <a:solidFill>
                  <a:srgbClr val="6B5842"/>
                </a:solidFill>
                <a:latin typeface="NanumGothic"/>
                <a:ea typeface="NanumGothic"/>
                <a:cs typeface="NanumGothic"/>
              </a:defRPr>
            </a:pPr>
            <a:r>
              <a:rPr sz="1425">
                <a:solidFill>
                  <a:srgbClr val="6B5842"/>
                </a:solidFill>
                <a:latin typeface="NanumGothic"/>
                <a:ea typeface="NanumGothic"/>
                <a:cs typeface="NanumGothic"/>
              </a:rPr>
              <a:t>9개 fact 저장</a:t>
            </a:r>
            <a:endParaRPr sz="1500">
              <a:solidFill>
                <a:srgbClr val="6B5842"/>
              </a:solidFill>
              <a:latin typeface="NanumGothic"/>
              <a:ea typeface="NanumGothic"/>
              <a:cs typeface="NanumGothic"/>
            </a:endParaRPr>
          </a:p>
        </p:txBody>
      </p:sp>
      <p:sp>
        <p:nvSpPr>
          <p:cNvPr id="33" name="outbox-detail">
            <a:extLst>
              <a:ext uri="{FF2B5EF4-FFF2-40B4-BE49-F238E27FC236}">
                <a16:creationId xmlns:a16="http://schemas.microsoft.com/office/drawing/2014/main" id="{89075052-94FF-4A43-9CA2-6222166161BF}"/>
              </a:ext>
            </a:extLst>
          </p:cNvPr>
          <p:cNvSpPr>
            <a:spLocks noGrp="1"/>
          </p:cNvSpPr>
          <p:nvPr/>
        </p:nvSpPr>
        <p:spPr>
          <a:xfrm>
            <a:off x="1047755" y="3833811"/>
            <a:ext cx="2152646" cy="6286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12000"/>
              </a:lnSpc>
              <a:buNone/>
              <a:defRPr sz="1500" b="0">
                <a:solidFill>
                  <a:srgbClr val="6B5842"/>
                </a:solidFill>
                <a:latin typeface="NanumGothic"/>
                <a:ea typeface="NanumGothic"/>
                <a:cs typeface="NanumGothic"/>
              </a:defRPr>
            </a:pPr>
            <a:r>
              <a:rPr sz="1500" b="0" dirty="0" err="1">
                <a:solidFill>
                  <a:srgbClr val="6B5842"/>
                </a:solidFill>
                <a:latin typeface="NanumGothic"/>
                <a:ea typeface="NanumGothic"/>
                <a:cs typeface="NanumGothic"/>
              </a:rPr>
              <a:t>업무</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데이터와</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Outbox를</a:t>
            </a:r>
            <a:endParaRPr sz="1500" b="0" dirty="0">
              <a:solidFill>
                <a:srgbClr val="6B5842"/>
              </a:solidFill>
              <a:latin typeface="NanumGothic"/>
              <a:ea typeface="NanumGothic"/>
              <a:cs typeface="NanumGothic"/>
            </a:endParaRPr>
          </a:p>
          <a:p>
            <a:pPr algn="l">
              <a:lnSpc>
                <a:spcPct val="112000"/>
              </a:lnSpc>
              <a:buNone/>
              <a:defRPr sz="1500" b="0">
                <a:solidFill>
                  <a:srgbClr val="6B5842"/>
                </a:solidFill>
                <a:latin typeface="NanumGothic"/>
                <a:ea typeface="NanumGothic"/>
                <a:cs typeface="NanumGothic"/>
              </a:defRPr>
            </a:pPr>
            <a:r>
              <a:rPr sz="1500" b="0" dirty="0" err="1">
                <a:solidFill>
                  <a:srgbClr val="6B5842"/>
                </a:solidFill>
                <a:latin typeface="NanumGothic"/>
                <a:ea typeface="NanumGothic"/>
                <a:cs typeface="NanumGothic"/>
              </a:rPr>
              <a:t>같은</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트랜잭션으로</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저장</a:t>
            </a:r>
            <a:endParaRPr sz="1500" b="0" dirty="0">
              <a:solidFill>
                <a:srgbClr val="6B5842"/>
              </a:solidFill>
              <a:latin typeface="NanumGothic"/>
              <a:ea typeface="NanumGothic"/>
              <a:cs typeface="NanumGothic"/>
            </a:endParaRPr>
          </a:p>
        </p:txBody>
      </p:sp>
      <p:sp>
        <p:nvSpPr>
          <p:cNvPr id="34" name="spark-detail">
            <a:extLst>
              <a:ext uri="{FF2B5EF4-FFF2-40B4-BE49-F238E27FC236}">
                <a16:creationId xmlns:a16="http://schemas.microsoft.com/office/drawing/2014/main" id="{61262E00-D30A-4A15-B8CD-EBD88CD19842}"/>
              </a:ext>
            </a:extLst>
          </p:cNvPr>
          <p:cNvSpPr>
            <a:spLocks noGrp="1"/>
          </p:cNvSpPr>
          <p:nvPr/>
        </p:nvSpPr>
        <p:spPr>
          <a:xfrm>
            <a:off x="7705728" y="3823223"/>
            <a:ext cx="1600197" cy="6286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12000"/>
              </a:lnSpc>
              <a:buNone/>
              <a:defRPr sz="1500" b="0">
                <a:solidFill>
                  <a:srgbClr val="6B5842"/>
                </a:solidFill>
                <a:latin typeface="NanumGothic"/>
                <a:ea typeface="NanumGothic"/>
                <a:cs typeface="NanumGothic"/>
              </a:defRPr>
            </a:pPr>
            <a:r>
              <a:rPr sz="1500" b="0" dirty="0" err="1">
                <a:solidFill>
                  <a:srgbClr val="6B5842"/>
                </a:solidFill>
                <a:latin typeface="NanumGothic"/>
                <a:ea typeface="NanumGothic"/>
                <a:cs typeface="NanumGothic"/>
              </a:rPr>
              <a:t>이벤트</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종류에</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따라</a:t>
            </a:r>
            <a:endParaRPr sz="1500" b="0" dirty="0">
              <a:solidFill>
                <a:srgbClr val="6B5842"/>
              </a:solidFill>
              <a:latin typeface="NanumGothic"/>
              <a:ea typeface="NanumGothic"/>
              <a:cs typeface="NanumGothic"/>
            </a:endParaRPr>
          </a:p>
          <a:p>
            <a:pPr algn="l">
              <a:lnSpc>
                <a:spcPct val="112000"/>
              </a:lnSpc>
              <a:buNone/>
              <a:defRPr sz="1500" b="0">
                <a:solidFill>
                  <a:srgbClr val="6B5842"/>
                </a:solidFill>
                <a:latin typeface="NanumGothic"/>
                <a:ea typeface="NanumGothic"/>
                <a:cs typeface="NanumGothic"/>
              </a:defRPr>
            </a:pPr>
            <a:r>
              <a:rPr sz="1500" b="0" dirty="0" err="1">
                <a:solidFill>
                  <a:srgbClr val="6B5842"/>
                </a:solidFill>
                <a:latin typeface="NanumGothic"/>
                <a:ea typeface="NanumGothic"/>
                <a:cs typeface="NanumGothic"/>
              </a:rPr>
              <a:t>저장</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테이블을</a:t>
            </a:r>
            <a:r>
              <a:rPr sz="1500" b="0" dirty="0">
                <a:solidFill>
                  <a:srgbClr val="6B5842"/>
                </a:solidFill>
                <a:latin typeface="NanumGothic"/>
                <a:ea typeface="NanumGothic"/>
                <a:cs typeface="NanumGothic"/>
              </a:rPr>
              <a:t> </a:t>
            </a:r>
            <a:r>
              <a:rPr sz="1500" b="0" dirty="0" err="1">
                <a:solidFill>
                  <a:srgbClr val="6B5842"/>
                </a:solidFill>
                <a:latin typeface="NanumGothic"/>
                <a:ea typeface="NanumGothic"/>
                <a:cs typeface="NanumGothic"/>
              </a:rPr>
              <a:t>선택</a:t>
            </a:r>
            <a:endParaRPr sz="1500" b="0" dirty="0">
              <a:solidFill>
                <a:srgbClr val="6B5842"/>
              </a:solidFill>
              <a:latin typeface="NanumGothic"/>
              <a:ea typeface="NanumGothic"/>
              <a:cs typeface="NanumGothic"/>
            </a:endParaRPr>
          </a:p>
        </p:txBody>
      </p:sp>
      <p:sp>
        <p:nvSpPr>
          <p:cNvPr id="35" name="footer">
            <a:extLst>
              <a:ext uri="{FF2B5EF4-FFF2-40B4-BE49-F238E27FC236}">
                <a16:creationId xmlns:a16="http://schemas.microsoft.com/office/drawing/2014/main" id="{D100D7F7-00E1-408B-AF19-A9B300094D7E}"/>
              </a:ext>
            </a:extLst>
          </p:cNvPr>
          <p:cNvSpPr>
            <a:spLocks noGrp="1"/>
          </p:cNvSpPr>
          <p:nvPr/>
        </p:nvSpPr>
        <p:spPr>
          <a:xfrm>
            <a:off x="2095500" y="5591175"/>
            <a:ext cx="6628952" cy="276225"/>
          </a:xfrm>
          <a:prstGeom prst="rect">
            <a:avLst/>
          </a:prstGeom>
          <a:noFill/>
          <a:ln w="0">
            <a:noFill/>
          </a:ln>
        </p:spPr>
        <p:txBody>
          <a:bodyPr wrap="square" lIns="0" tIns="0" rIns="0" bIns="0" anchor="t">
            <a:noAutofit/>
          </a:bodyPr>
          <a:lstStyle>
            <a:defPPr algn="l">
              <a:defRPr sz="1425" b="1">
                <a:solidFill>
                  <a:srgbClr val="167D79"/>
                </a:solidFill>
                <a:latin typeface="NanumGothic"/>
                <a:ea typeface="NanumGothic"/>
                <a:cs typeface="NanumGothic"/>
              </a:defRPr>
            </a:defPPr>
          </a:lstStyle>
          <a:p>
            <a:pPr algn="l">
              <a:lnSpc>
                <a:spcPct val="112000"/>
              </a:lnSpc>
              <a:buNone/>
              <a:defRPr sz="1425" b="1">
                <a:solidFill>
                  <a:srgbClr val="167D79"/>
                </a:solidFill>
                <a:latin typeface="NanumGothic"/>
                <a:ea typeface="NanumGothic"/>
                <a:cs typeface="NanumGothic"/>
              </a:defRPr>
            </a:pPr>
            <a:r>
              <a:rPr sz="1600" b="1" dirty="0">
                <a:solidFill>
                  <a:srgbClr val="167D79"/>
                </a:solidFill>
                <a:latin typeface="NanumGothic"/>
                <a:ea typeface="NanumGothic"/>
                <a:cs typeface="NanumGothic"/>
              </a:rPr>
              <a:t>Std/</a:t>
            </a:r>
            <a:r>
              <a:rPr sz="1600" b="1" dirty="0" err="1">
                <a:solidFill>
                  <a:srgbClr val="167D79"/>
                </a:solidFill>
                <a:latin typeface="NanumGothic"/>
                <a:ea typeface="NanumGothic"/>
                <a:cs typeface="NanumGothic"/>
              </a:rPr>
              <a:t>Sinker는</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원본</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저장</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후</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표준화하고</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성공</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결과만</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Kafka에</a:t>
            </a:r>
            <a:r>
              <a:rPr sz="1600" b="1" dirty="0">
                <a:solidFill>
                  <a:srgbClr val="167D79"/>
                </a:solidFill>
                <a:latin typeface="NanumGothic"/>
                <a:ea typeface="NanumGothic"/>
                <a:cs typeface="NanumGothic"/>
              </a:rPr>
              <a:t> </a:t>
            </a:r>
            <a:r>
              <a:rPr sz="1600" b="1" dirty="0" err="1">
                <a:solidFill>
                  <a:srgbClr val="167D79"/>
                </a:solidFill>
                <a:latin typeface="NanumGothic"/>
                <a:ea typeface="NanumGothic"/>
                <a:cs typeface="NanumGothic"/>
              </a:rPr>
              <a:t>재발행합니다</a:t>
            </a:r>
            <a:r>
              <a:rPr sz="1600" b="1" dirty="0">
                <a:solidFill>
                  <a:srgbClr val="167D79"/>
                </a:solidFill>
                <a:latin typeface="NanumGothic"/>
                <a:ea typeface="NanumGothic"/>
                <a:cs typeface="NanumGothic"/>
              </a:rPr>
              <a:t>.</a:t>
            </a:r>
          </a:p>
        </p:txBody>
      </p:sp>
    </p:spTree>
    <p:extLst>
      <p:ext uri="{BB962C8B-B14F-4D97-AF65-F5344CB8AC3E}">
        <p14:creationId xmlns:p14="http://schemas.microsoft.com/office/powerpoint/2010/main" val="1833265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F4DBBA40-105E-68AC-01A2-59F1DE67CAEA}"/>
              </a:ext>
            </a:extLst>
          </p:cNvPr>
          <p:cNvSpPr>
            <a:spLocks noGrp="1"/>
          </p:cNvSpPr>
          <p:nvPr/>
        </p:nvSpPr>
        <p:spPr>
          <a:xfrm>
            <a:off x="1381125" y="1524000"/>
            <a:ext cx="9429750" cy="609600"/>
          </a:xfrm>
          <a:prstGeom prst="rect">
            <a:avLst/>
          </a:prstGeom>
          <a:noFill/>
          <a:ln w="0">
            <a:noFill/>
          </a:ln>
        </p:spPr>
        <p:txBody>
          <a:bodyPr wrap="none" lIns="0" tIns="0" rIns="0" bIns="0" anchor="t">
            <a:noAutofit/>
          </a:bodyPr>
          <a:lstStyle>
            <a:defPPr algn="l">
              <a:defRPr sz="3150" b="1">
                <a:solidFill>
                  <a:srgbClr val="183F3D"/>
                </a:solidFill>
                <a:latin typeface="NanumGothic"/>
                <a:ea typeface="NanumGothic"/>
                <a:cs typeface="NanumGothic"/>
              </a:defRPr>
            </a:defPPr>
          </a:lstStyle>
          <a:p>
            <a:pPr algn="l">
              <a:buNone/>
              <a:defRPr sz="3150" b="1">
                <a:solidFill>
                  <a:srgbClr val="183F3D"/>
                </a:solidFill>
                <a:latin typeface="NanumGothic"/>
                <a:ea typeface="NanumGothic"/>
                <a:cs typeface="NanumGothic"/>
              </a:defRPr>
            </a:pPr>
            <a:r>
              <a:rPr sz="3150" b="1" dirty="0" err="1">
                <a:solidFill>
                  <a:srgbClr val="183F3D"/>
                </a:solidFill>
                <a:latin typeface="NanumGothic"/>
                <a:ea typeface="NanumGothic"/>
                <a:cs typeface="NanumGothic"/>
              </a:rPr>
              <a:t>멱등성</a:t>
            </a:r>
            <a:r>
              <a:rPr sz="3150" b="1" dirty="0">
                <a:solidFill>
                  <a:srgbClr val="183F3D"/>
                </a:solidFill>
                <a:latin typeface="NanumGothic"/>
                <a:ea typeface="NanumGothic"/>
                <a:cs typeface="NanumGothic"/>
              </a:rPr>
              <a:t>, </a:t>
            </a:r>
            <a:r>
              <a:rPr sz="3150" b="1" dirty="0" err="1">
                <a:solidFill>
                  <a:srgbClr val="183F3D"/>
                </a:solidFill>
                <a:latin typeface="NanumGothic"/>
                <a:ea typeface="NanumGothic"/>
                <a:cs typeface="NanumGothic"/>
              </a:rPr>
              <a:t>데이터</a:t>
            </a:r>
            <a:r>
              <a:rPr sz="3150" b="1" dirty="0">
                <a:solidFill>
                  <a:srgbClr val="183F3D"/>
                </a:solidFill>
                <a:latin typeface="NanumGothic"/>
                <a:ea typeface="NanumGothic"/>
                <a:cs typeface="NanumGothic"/>
              </a:rPr>
              <a:t> </a:t>
            </a:r>
            <a:r>
              <a:rPr sz="3150" b="1" dirty="0" err="1">
                <a:solidFill>
                  <a:srgbClr val="183F3D"/>
                </a:solidFill>
                <a:latin typeface="NanumGothic"/>
                <a:ea typeface="NanumGothic"/>
                <a:cs typeface="NanumGothic"/>
              </a:rPr>
              <a:t>격리</a:t>
            </a:r>
            <a:r>
              <a:rPr lang="en-US" altLang="ko-KR" sz="3150" b="1" dirty="0">
                <a:solidFill>
                  <a:srgbClr val="183F3D"/>
                </a:solidFill>
                <a:latin typeface="NanumGothic"/>
                <a:ea typeface="NanumGothic"/>
                <a:cs typeface="NanumGothic"/>
              </a:rPr>
              <a:t>,</a:t>
            </a:r>
            <a:r>
              <a:rPr sz="3150" b="1" dirty="0">
                <a:solidFill>
                  <a:srgbClr val="183F3D"/>
                </a:solidFill>
                <a:latin typeface="NanumGothic"/>
                <a:ea typeface="NanumGothic"/>
                <a:cs typeface="NanumGothic"/>
              </a:rPr>
              <a:t> </a:t>
            </a:r>
            <a:r>
              <a:rPr sz="3150" b="1" dirty="0" err="1">
                <a:solidFill>
                  <a:srgbClr val="183F3D"/>
                </a:solidFill>
                <a:latin typeface="NanumGothic"/>
                <a:ea typeface="NanumGothic"/>
                <a:cs typeface="NanumGothic"/>
              </a:rPr>
              <a:t>스키마</a:t>
            </a:r>
            <a:endParaRPr sz="3150" dirty="0">
              <a:solidFill>
                <a:srgbClr val="183F3D"/>
              </a:solidFill>
              <a:latin typeface="NanumGothic"/>
              <a:ea typeface="NanumGothic"/>
              <a:cs typeface="NanumGothic"/>
            </a:endParaRPr>
          </a:p>
        </p:txBody>
      </p:sp>
      <p:sp>
        <p:nvSpPr>
          <p:cNvPr id="5" name="lead">
            <a:extLst>
              <a:ext uri="{FF2B5EF4-FFF2-40B4-BE49-F238E27FC236}">
                <a16:creationId xmlns:a16="http://schemas.microsoft.com/office/drawing/2014/main" id="{1DE08579-6A7A-CCA1-61C9-0023D0005A43}"/>
              </a:ext>
            </a:extLst>
          </p:cNvPr>
          <p:cNvSpPr>
            <a:spLocks noGrp="1"/>
          </p:cNvSpPr>
          <p:nvPr/>
        </p:nvSpPr>
        <p:spPr>
          <a:xfrm>
            <a:off x="1381125" y="2181225"/>
            <a:ext cx="9429750" cy="304800"/>
          </a:xfrm>
          <a:prstGeom prst="rect">
            <a:avLst/>
          </a:prstGeom>
          <a:noFill/>
          <a:ln w="0">
            <a:noFill/>
          </a:ln>
        </p:spPr>
        <p:txBody>
          <a:bodyPr wrap="square" lIns="0" tIns="0" rIns="0" bIns="0" anchor="t">
            <a:noAutofit/>
          </a:bodyPr>
          <a:lstStyle>
            <a:defPPr algn="l">
              <a:defRPr sz="1575" b="0">
                <a:solidFill>
                  <a:srgbClr val="6B5842"/>
                </a:solidFill>
                <a:latin typeface="Apple SD Gothic Neo"/>
                <a:ea typeface="Apple SD Gothic Neo"/>
                <a:cs typeface="Apple SD Gothic Neo"/>
              </a:defRPr>
            </a:defPPr>
          </a:lstStyle>
          <a:p>
            <a:pPr algn="l">
              <a:lnSpc>
                <a:spcPct val="108000"/>
              </a:lnSpc>
              <a:buNone/>
              <a:defRPr sz="1575" b="0">
                <a:solidFill>
                  <a:srgbClr val="6B5842"/>
                </a:solidFill>
                <a:latin typeface="Apple SD Gothic Neo"/>
                <a:ea typeface="Apple SD Gothic Neo"/>
                <a:cs typeface="Apple SD Gothic Neo"/>
              </a:defRPr>
            </a:pPr>
            <a:r>
              <a:rPr sz="1575">
                <a:solidFill>
                  <a:srgbClr val="6B5842"/>
                </a:solidFill>
                <a:latin typeface="NanumGothic"/>
                <a:ea typeface="NanumGothic"/>
                <a:cs typeface="NanumGothic"/>
              </a:rPr>
              <a:t>같은 이벤트의 중복을 제어하고, 원본과 오류를 나눠 보관합니다.</a:t>
            </a:r>
          </a:p>
        </p:txBody>
      </p:sp>
      <p:sp>
        <p:nvSpPr>
          <p:cNvPr id="6" name="content-card-1-frame">
            <a:extLst>
              <a:ext uri="{FF2B5EF4-FFF2-40B4-BE49-F238E27FC236}">
                <a16:creationId xmlns:a16="http://schemas.microsoft.com/office/drawing/2014/main" id="{17135EF4-E992-ECC5-6ADE-99CA4DD50DE8}"/>
              </a:ext>
            </a:extLst>
          </p:cNvPr>
          <p:cNvSpPr>
            <a:spLocks noGrp="1"/>
          </p:cNvSpPr>
          <p:nvPr/>
        </p:nvSpPr>
        <p:spPr>
          <a:xfrm>
            <a:off x="1381125" y="2686050"/>
            <a:ext cx="2952750"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7" name="content-card-1-header">
            <a:extLst>
              <a:ext uri="{FF2B5EF4-FFF2-40B4-BE49-F238E27FC236}">
                <a16:creationId xmlns:a16="http://schemas.microsoft.com/office/drawing/2014/main" id="{3BD732CE-3098-5716-5B71-C197B6F3EC8F}"/>
              </a:ext>
            </a:extLst>
          </p:cNvPr>
          <p:cNvSpPr>
            <a:spLocks noGrp="1"/>
          </p:cNvSpPr>
          <p:nvPr/>
        </p:nvSpPr>
        <p:spPr>
          <a:xfrm>
            <a:off x="1400175" y="2705100"/>
            <a:ext cx="2914650"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8" name="card-1-number">
            <a:extLst>
              <a:ext uri="{FF2B5EF4-FFF2-40B4-BE49-F238E27FC236}">
                <a16:creationId xmlns:a16="http://schemas.microsoft.com/office/drawing/2014/main" id="{A3E72644-153D-0816-3F57-FF496507FDCB}"/>
              </a:ext>
            </a:extLst>
          </p:cNvPr>
          <p:cNvSpPr>
            <a:spLocks noGrp="1"/>
          </p:cNvSpPr>
          <p:nvPr/>
        </p:nvSpPr>
        <p:spPr>
          <a:xfrm>
            <a:off x="15525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a:solidFill>
                  <a:srgbClr val="167D79"/>
                </a:solidFill>
                <a:latin typeface="NanumGothic"/>
                <a:ea typeface="NanumGothic"/>
                <a:cs typeface="NanumGothic"/>
              </a:rPr>
              <a:t>01</a:t>
            </a:r>
          </a:p>
        </p:txBody>
      </p:sp>
      <p:sp>
        <p:nvSpPr>
          <p:cNvPr id="9" name="card-1-title">
            <a:extLst>
              <a:ext uri="{FF2B5EF4-FFF2-40B4-BE49-F238E27FC236}">
                <a16:creationId xmlns:a16="http://schemas.microsoft.com/office/drawing/2014/main" id="{26C3433D-100A-2E43-605C-D59F6407C496}"/>
              </a:ext>
            </a:extLst>
          </p:cNvPr>
          <p:cNvSpPr>
            <a:spLocks noGrp="1"/>
          </p:cNvSpPr>
          <p:nvPr/>
        </p:nvSpPr>
        <p:spPr>
          <a:xfrm>
            <a:off x="1552575" y="3133725"/>
            <a:ext cx="2609850" cy="590550"/>
          </a:xfrm>
          <a:prstGeom prst="rect">
            <a:avLst/>
          </a:prstGeom>
          <a:noFill/>
          <a:ln w="0">
            <a:noFill/>
          </a:ln>
        </p:spPr>
        <p:txBody>
          <a:bodyPr wrap="square" lIns="0" tIns="0" rIns="0" bIns="0" anchor="t">
            <a:noAutofit/>
          </a:bodyPr>
          <a:lstStyle>
            <a:defPPr algn="l">
              <a:defRPr sz="1875" b="1">
                <a:solidFill>
                  <a:srgbClr val="183F3D"/>
                </a:solidFill>
                <a:latin typeface="NanumGothic"/>
                <a:ea typeface="NanumGothic"/>
                <a:cs typeface="NanumGothic"/>
              </a:defRPr>
            </a:defPPr>
          </a:lstStyle>
          <a:p>
            <a:pPr algn="l">
              <a:lnSpc>
                <a:spcPct val="108000"/>
              </a:lnSpc>
              <a:buNone/>
              <a:defRPr sz="1875" b="1">
                <a:solidFill>
                  <a:srgbClr val="183F3D"/>
                </a:solidFill>
                <a:latin typeface="NanumGothic"/>
                <a:ea typeface="NanumGothic"/>
                <a:cs typeface="NanumGothic"/>
              </a:defRPr>
            </a:pPr>
            <a:r>
              <a:rPr sz="1875" b="1" dirty="0" err="1">
                <a:solidFill>
                  <a:srgbClr val="183F3D"/>
                </a:solidFill>
                <a:latin typeface="NanumGothic"/>
                <a:ea typeface="NanumGothic"/>
                <a:cs typeface="NanumGothic"/>
              </a:rPr>
              <a:t>같은</a:t>
            </a:r>
            <a:r>
              <a:rPr sz="1875" b="1" dirty="0">
                <a:solidFill>
                  <a:srgbClr val="183F3D"/>
                </a:solidFill>
                <a:latin typeface="NanumGothic"/>
                <a:ea typeface="NanumGothic"/>
                <a:cs typeface="NanumGothic"/>
              </a:rPr>
              <a:t> </a:t>
            </a:r>
            <a:r>
              <a:rPr sz="1875" b="1" dirty="0" err="1">
                <a:solidFill>
                  <a:srgbClr val="183F3D"/>
                </a:solidFill>
                <a:latin typeface="NanumGothic"/>
                <a:ea typeface="NanumGothic"/>
                <a:cs typeface="NanumGothic"/>
              </a:rPr>
              <a:t>이벤트는</a:t>
            </a:r>
            <a:r>
              <a:rPr sz="1875" b="1" dirty="0">
                <a:solidFill>
                  <a:srgbClr val="183F3D"/>
                </a:solidFill>
                <a:latin typeface="NanumGothic"/>
                <a:ea typeface="NanumGothic"/>
                <a:cs typeface="NanumGothic"/>
              </a:rPr>
              <a:t> </a:t>
            </a:r>
            <a:r>
              <a:rPr lang="ko-KR" altLang="en-US" sz="1875" b="1" dirty="0">
                <a:solidFill>
                  <a:srgbClr val="183F3D"/>
                </a:solidFill>
                <a:latin typeface="NanumGothic"/>
                <a:ea typeface="NanumGothic"/>
                <a:cs typeface="NanumGothic"/>
              </a:rPr>
              <a:t>한 번만</a:t>
            </a:r>
            <a:endParaRPr sz="1875" dirty="0">
              <a:solidFill>
                <a:srgbClr val="183F3D"/>
              </a:solidFill>
              <a:latin typeface="NanumGothic"/>
              <a:ea typeface="NanumGothic"/>
              <a:cs typeface="NanumGothic"/>
            </a:endParaRPr>
          </a:p>
        </p:txBody>
      </p:sp>
      <p:sp>
        <p:nvSpPr>
          <p:cNvPr id="10" name="card-1-body">
            <a:extLst>
              <a:ext uri="{FF2B5EF4-FFF2-40B4-BE49-F238E27FC236}">
                <a16:creationId xmlns:a16="http://schemas.microsoft.com/office/drawing/2014/main" id="{6D500559-741F-64CD-8591-AE37CF2FB6C9}"/>
              </a:ext>
            </a:extLst>
          </p:cNvPr>
          <p:cNvSpPr>
            <a:spLocks noGrp="1"/>
          </p:cNvSpPr>
          <p:nvPr/>
        </p:nvSpPr>
        <p:spPr>
          <a:xfrm>
            <a:off x="1476375" y="3862387"/>
            <a:ext cx="2762250" cy="137160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marL="285750" indent="-285750" algn="l">
              <a:lnSpc>
                <a:spcPct val="108000"/>
              </a:lnSpc>
              <a:buFont typeface="Arial" panose="020B0604020202020204" pitchFamily="34" charset="0"/>
              <a:buChar char="•"/>
              <a:defRPr sz="1500" b="0">
                <a:solidFill>
                  <a:srgbClr val="6B5842"/>
                </a:solidFill>
                <a:latin typeface="NanumGothic"/>
                <a:ea typeface="NanumGothic"/>
                <a:cs typeface="NanumGothic"/>
              </a:defRPr>
            </a:pPr>
            <a:r>
              <a:rPr sz="1500" dirty="0" err="1">
                <a:solidFill>
                  <a:srgbClr val="6B5842"/>
                </a:solidFill>
                <a:latin typeface="NanumGothic"/>
                <a:ea typeface="NanumGothic"/>
                <a:cs typeface="NanumGothic"/>
              </a:rPr>
              <a:t>event_uuid</a:t>
            </a:r>
            <a:r>
              <a:rPr lang="ko-KR" altLang="en-US" sz="1500" dirty="0">
                <a:solidFill>
                  <a:srgbClr val="6B5842"/>
                </a:solidFill>
                <a:latin typeface="NanumGothic"/>
                <a:ea typeface="NanumGothic"/>
                <a:cs typeface="NanumGothic"/>
              </a:rPr>
              <a:t>로 </a:t>
            </a:r>
            <a:r>
              <a:rPr lang="ko-KR" altLang="en-US" sz="1500" dirty="0" err="1">
                <a:solidFill>
                  <a:srgbClr val="6B5842"/>
                </a:solidFill>
                <a:latin typeface="NanumGothic"/>
                <a:ea typeface="NanumGothic"/>
                <a:cs typeface="NanumGothic"/>
              </a:rPr>
              <a:t>멱등성</a:t>
            </a:r>
            <a:r>
              <a:rPr lang="ko-KR" altLang="en-US" sz="1500" dirty="0">
                <a:solidFill>
                  <a:srgbClr val="6B5842"/>
                </a:solidFill>
                <a:latin typeface="NanumGothic"/>
                <a:ea typeface="NanumGothic"/>
                <a:cs typeface="NanumGothic"/>
              </a:rPr>
              <a:t> 보장</a:t>
            </a:r>
            <a:endParaRPr lang="en-US" sz="1500" dirty="0">
              <a:solidFill>
                <a:srgbClr val="6B5842"/>
              </a:solidFill>
              <a:latin typeface="NanumGothic"/>
              <a:ea typeface="NanumGothic"/>
              <a:cs typeface="NanumGothic"/>
            </a:endParaRPr>
          </a:p>
        </p:txBody>
      </p:sp>
      <p:sp>
        <p:nvSpPr>
          <p:cNvPr id="11" name="content-card-2-frame">
            <a:extLst>
              <a:ext uri="{FF2B5EF4-FFF2-40B4-BE49-F238E27FC236}">
                <a16:creationId xmlns:a16="http://schemas.microsoft.com/office/drawing/2014/main" id="{5448C8E3-872F-C668-F76E-B3F6751C9285}"/>
              </a:ext>
            </a:extLst>
          </p:cNvPr>
          <p:cNvSpPr>
            <a:spLocks noGrp="1"/>
          </p:cNvSpPr>
          <p:nvPr/>
        </p:nvSpPr>
        <p:spPr>
          <a:xfrm>
            <a:off x="4619625" y="2686050"/>
            <a:ext cx="2952750"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12" name="content-card-2-header">
            <a:extLst>
              <a:ext uri="{FF2B5EF4-FFF2-40B4-BE49-F238E27FC236}">
                <a16:creationId xmlns:a16="http://schemas.microsoft.com/office/drawing/2014/main" id="{777537EE-53CC-0DD3-F7A7-111A2D3EC892}"/>
              </a:ext>
            </a:extLst>
          </p:cNvPr>
          <p:cNvSpPr>
            <a:spLocks noGrp="1"/>
          </p:cNvSpPr>
          <p:nvPr/>
        </p:nvSpPr>
        <p:spPr>
          <a:xfrm>
            <a:off x="4638675" y="2705100"/>
            <a:ext cx="2914650"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13" name="card-2-number">
            <a:extLst>
              <a:ext uri="{FF2B5EF4-FFF2-40B4-BE49-F238E27FC236}">
                <a16:creationId xmlns:a16="http://schemas.microsoft.com/office/drawing/2014/main" id="{8FA3DDBF-5D20-2239-EB8A-F40C77ABD2C7}"/>
              </a:ext>
            </a:extLst>
          </p:cNvPr>
          <p:cNvSpPr>
            <a:spLocks noGrp="1"/>
          </p:cNvSpPr>
          <p:nvPr/>
        </p:nvSpPr>
        <p:spPr>
          <a:xfrm>
            <a:off x="47910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a:solidFill>
                  <a:srgbClr val="167D79"/>
                </a:solidFill>
                <a:latin typeface="NanumGothic"/>
                <a:ea typeface="NanumGothic"/>
                <a:cs typeface="NanumGothic"/>
              </a:rPr>
              <a:t>02</a:t>
            </a:r>
          </a:p>
        </p:txBody>
      </p:sp>
      <p:sp>
        <p:nvSpPr>
          <p:cNvPr id="14" name="card-2-title">
            <a:extLst>
              <a:ext uri="{FF2B5EF4-FFF2-40B4-BE49-F238E27FC236}">
                <a16:creationId xmlns:a16="http://schemas.microsoft.com/office/drawing/2014/main" id="{BC8A6985-3982-4471-A295-102699CE40C2}"/>
              </a:ext>
            </a:extLst>
          </p:cNvPr>
          <p:cNvSpPr>
            <a:spLocks noGrp="1"/>
          </p:cNvSpPr>
          <p:nvPr/>
        </p:nvSpPr>
        <p:spPr>
          <a:xfrm>
            <a:off x="4791075" y="3073174"/>
            <a:ext cx="2609850" cy="590550"/>
          </a:xfrm>
          <a:prstGeom prst="rect">
            <a:avLst/>
          </a:prstGeom>
          <a:noFill/>
          <a:ln w="0">
            <a:noFill/>
          </a:ln>
        </p:spPr>
        <p:txBody>
          <a:bodyPr wrap="square" lIns="0" tIns="0" rIns="0" bIns="0" anchor="t">
            <a:noAutofit/>
          </a:bodyPr>
          <a:lstStyle>
            <a:defPPr algn="l">
              <a:defRPr sz="1875" b="1">
                <a:solidFill>
                  <a:srgbClr val="183F3D"/>
                </a:solidFill>
                <a:latin typeface="NanumGothic"/>
                <a:ea typeface="NanumGothic"/>
                <a:cs typeface="NanumGothic"/>
              </a:defRPr>
            </a:defPPr>
          </a:lstStyle>
          <a:p>
            <a:pPr algn="l">
              <a:lnSpc>
                <a:spcPct val="108000"/>
              </a:lnSpc>
              <a:buNone/>
              <a:defRPr sz="1875" b="1">
                <a:solidFill>
                  <a:srgbClr val="183F3D"/>
                </a:solidFill>
                <a:latin typeface="NanumGothic"/>
                <a:ea typeface="NanumGothic"/>
                <a:cs typeface="NanumGothic"/>
              </a:defRPr>
            </a:pPr>
            <a:r>
              <a:rPr sz="1875" b="1" dirty="0" err="1">
                <a:solidFill>
                  <a:srgbClr val="183F3D"/>
                </a:solidFill>
                <a:latin typeface="NanumGothic"/>
                <a:ea typeface="NanumGothic"/>
                <a:cs typeface="NanumGothic"/>
              </a:rPr>
              <a:t>데이터</a:t>
            </a:r>
            <a:r>
              <a:rPr sz="1875" b="1" dirty="0">
                <a:solidFill>
                  <a:srgbClr val="183F3D"/>
                </a:solidFill>
                <a:latin typeface="NanumGothic"/>
                <a:ea typeface="NanumGothic"/>
                <a:cs typeface="NanumGothic"/>
              </a:rPr>
              <a:t> </a:t>
            </a:r>
            <a:r>
              <a:rPr sz="1875" b="1" dirty="0" err="1">
                <a:solidFill>
                  <a:srgbClr val="183F3D"/>
                </a:solidFill>
                <a:latin typeface="NanumGothic"/>
                <a:ea typeface="NanumGothic"/>
                <a:cs typeface="NanumGothic"/>
              </a:rPr>
              <a:t>격리</a:t>
            </a:r>
            <a:endParaRPr sz="1875" dirty="0">
              <a:solidFill>
                <a:srgbClr val="183F3D"/>
              </a:solidFill>
              <a:latin typeface="NanumGothic"/>
              <a:ea typeface="NanumGothic"/>
              <a:cs typeface="NanumGothic"/>
            </a:endParaRPr>
          </a:p>
          <a:p>
            <a:pPr algn="l">
              <a:lnSpc>
                <a:spcPct val="108000"/>
              </a:lnSpc>
              <a:buNone/>
              <a:defRPr sz="1875" b="1">
                <a:solidFill>
                  <a:srgbClr val="183F3D"/>
                </a:solidFill>
                <a:latin typeface="NanumGothic"/>
                <a:ea typeface="NanumGothic"/>
                <a:cs typeface="NanumGothic"/>
              </a:defRPr>
            </a:pPr>
            <a:r>
              <a:rPr sz="1875" b="1" dirty="0" err="1">
                <a:solidFill>
                  <a:srgbClr val="183F3D"/>
                </a:solidFill>
                <a:latin typeface="NanumGothic"/>
                <a:ea typeface="NanumGothic"/>
                <a:cs typeface="NanumGothic"/>
              </a:rPr>
              <a:t>원본과</a:t>
            </a:r>
            <a:r>
              <a:rPr sz="1875" b="1" dirty="0">
                <a:solidFill>
                  <a:srgbClr val="183F3D"/>
                </a:solidFill>
                <a:latin typeface="NanumGothic"/>
                <a:ea typeface="NanumGothic"/>
                <a:cs typeface="NanumGothic"/>
              </a:rPr>
              <a:t> </a:t>
            </a:r>
            <a:r>
              <a:rPr sz="1875" b="1" dirty="0" err="1">
                <a:solidFill>
                  <a:srgbClr val="183F3D"/>
                </a:solidFill>
                <a:latin typeface="NanumGothic"/>
                <a:ea typeface="NanumGothic"/>
                <a:cs typeface="NanumGothic"/>
              </a:rPr>
              <a:t>오류를</a:t>
            </a:r>
            <a:r>
              <a:rPr sz="1875" b="1" dirty="0">
                <a:solidFill>
                  <a:srgbClr val="183F3D"/>
                </a:solidFill>
                <a:latin typeface="NanumGothic"/>
                <a:ea typeface="NanumGothic"/>
                <a:cs typeface="NanumGothic"/>
              </a:rPr>
              <a:t> </a:t>
            </a:r>
            <a:r>
              <a:rPr sz="1875" b="1" dirty="0" err="1">
                <a:solidFill>
                  <a:srgbClr val="183F3D"/>
                </a:solidFill>
                <a:latin typeface="NanumGothic"/>
                <a:ea typeface="NanumGothic"/>
                <a:cs typeface="NanumGothic"/>
              </a:rPr>
              <a:t>분리</a:t>
            </a:r>
            <a:endParaRPr sz="1875" dirty="0">
              <a:solidFill>
                <a:srgbClr val="183F3D"/>
              </a:solidFill>
              <a:latin typeface="NanumGothic"/>
              <a:ea typeface="NanumGothic"/>
              <a:cs typeface="NanumGothic"/>
            </a:endParaRPr>
          </a:p>
        </p:txBody>
      </p:sp>
      <p:sp>
        <p:nvSpPr>
          <p:cNvPr id="15" name="card-2-body">
            <a:extLst>
              <a:ext uri="{FF2B5EF4-FFF2-40B4-BE49-F238E27FC236}">
                <a16:creationId xmlns:a16="http://schemas.microsoft.com/office/drawing/2014/main" id="{4E8A9AC9-B468-14CA-FDC6-76A8A0914F63}"/>
              </a:ext>
            </a:extLst>
          </p:cNvPr>
          <p:cNvSpPr>
            <a:spLocks noGrp="1"/>
          </p:cNvSpPr>
          <p:nvPr/>
        </p:nvSpPr>
        <p:spPr>
          <a:xfrm>
            <a:off x="4791075" y="3924300"/>
            <a:ext cx="2609850" cy="1038225"/>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marL="285750" indent="-285750" algn="l">
              <a:lnSpc>
                <a:spcPct val="108000"/>
              </a:lnSpc>
              <a:buFont typeface="Arial" panose="020B0604020202020204" pitchFamily="34" charset="0"/>
              <a:buChar char="•"/>
              <a:defRPr sz="1500" b="0">
                <a:solidFill>
                  <a:srgbClr val="6B5842"/>
                </a:solidFill>
                <a:latin typeface="NanumGothic"/>
                <a:ea typeface="NanumGothic"/>
                <a:cs typeface="NanumGothic"/>
              </a:defRPr>
            </a:pPr>
            <a:r>
              <a:rPr sz="1500" dirty="0" err="1">
                <a:solidFill>
                  <a:srgbClr val="6B5842"/>
                </a:solidFill>
                <a:latin typeface="NanumGothic"/>
                <a:ea typeface="NanumGothic"/>
                <a:cs typeface="NanumGothic"/>
              </a:rPr>
              <a:t>Raw와</a:t>
            </a:r>
            <a:r>
              <a:rPr sz="1500" dirty="0">
                <a:solidFill>
                  <a:srgbClr val="6B5842"/>
                </a:solidFill>
                <a:latin typeface="NanumGothic"/>
                <a:ea typeface="NanumGothic"/>
                <a:cs typeface="NanumGothic"/>
              </a:rPr>
              <a:t> Std </a:t>
            </a:r>
            <a:r>
              <a:rPr sz="1500" dirty="0" err="1">
                <a:solidFill>
                  <a:srgbClr val="6B5842"/>
                </a:solidFill>
                <a:latin typeface="NanumGothic"/>
                <a:ea typeface="NanumGothic"/>
                <a:cs typeface="NanumGothic"/>
              </a:rPr>
              <a:t>토픽</a:t>
            </a:r>
            <a:r>
              <a:rPr lang="en-US" sz="1500" dirty="0">
                <a:solidFill>
                  <a:srgbClr val="6B5842"/>
                </a:solidFill>
                <a:latin typeface="NanumGothic"/>
                <a:ea typeface="NanumGothic"/>
                <a:cs typeface="NanumGothic"/>
              </a:rPr>
              <a:t> </a:t>
            </a:r>
            <a:r>
              <a:rPr lang="ko-KR" altLang="en-US" sz="1500" dirty="0">
                <a:solidFill>
                  <a:srgbClr val="6B5842"/>
                </a:solidFill>
                <a:latin typeface="NanumGothic"/>
                <a:ea typeface="NanumGothic"/>
                <a:cs typeface="NanumGothic"/>
              </a:rPr>
              <a:t>구별</a:t>
            </a:r>
            <a:endParaRPr sz="1500" dirty="0">
              <a:solidFill>
                <a:srgbClr val="6B5842"/>
              </a:solidFill>
              <a:latin typeface="NanumGothic"/>
              <a:ea typeface="NanumGothic"/>
              <a:cs typeface="NanumGothic"/>
            </a:endParaRPr>
          </a:p>
          <a:p>
            <a:pPr marL="285750" indent="-285750" algn="l">
              <a:lnSpc>
                <a:spcPct val="108000"/>
              </a:lnSpc>
              <a:buFont typeface="Arial" panose="020B0604020202020204" pitchFamily="34" charset="0"/>
              <a:buChar char="•"/>
              <a:defRPr sz="1500" b="0">
                <a:solidFill>
                  <a:srgbClr val="6B5842"/>
                </a:solidFill>
                <a:latin typeface="NanumGothic"/>
                <a:ea typeface="NanumGothic"/>
                <a:cs typeface="NanumGothic"/>
              </a:defRPr>
            </a:pPr>
            <a:r>
              <a:rPr sz="1500" dirty="0" err="1">
                <a:solidFill>
                  <a:srgbClr val="6B5842"/>
                </a:solidFill>
                <a:latin typeface="NanumGothic"/>
                <a:ea typeface="NanumGothic"/>
                <a:cs typeface="NanumGothic"/>
              </a:rPr>
              <a:t>MongoDB에서</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원본과</a:t>
            </a:r>
            <a:r>
              <a:rPr sz="1500" dirty="0">
                <a:solidFill>
                  <a:srgbClr val="6B5842"/>
                </a:solidFill>
                <a:latin typeface="NanumGothic"/>
                <a:ea typeface="NanumGothic"/>
                <a:cs typeface="NanumGothic"/>
              </a:rPr>
              <a:t> </a:t>
            </a:r>
            <a:r>
              <a:rPr lang="ko-KR" altLang="en-US" sz="1500" dirty="0">
                <a:solidFill>
                  <a:srgbClr val="6B5842"/>
                </a:solidFill>
                <a:latin typeface="NanumGothic"/>
                <a:ea typeface="NanumGothic"/>
                <a:cs typeface="NanumGothic"/>
              </a:rPr>
              <a:t>표준화 데이터</a:t>
            </a:r>
            <a:r>
              <a:rPr sz="1500" dirty="0">
                <a:solidFill>
                  <a:srgbClr val="6B5842"/>
                </a:solidFill>
                <a:latin typeface="NanumGothic"/>
                <a:ea typeface="NanumGothic"/>
                <a:cs typeface="NanumGothic"/>
              </a:rPr>
              <a:t>,</a:t>
            </a:r>
            <a:r>
              <a:rPr lang="ko-KR" altLang="en-US"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오류</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기록을</a:t>
            </a:r>
            <a:r>
              <a:rPr sz="1500" dirty="0">
                <a:solidFill>
                  <a:srgbClr val="6B5842"/>
                </a:solidFill>
                <a:latin typeface="NanumGothic"/>
                <a:ea typeface="NanumGothic"/>
                <a:cs typeface="NanumGothic"/>
              </a:rPr>
              <a:t> </a:t>
            </a:r>
            <a:r>
              <a:rPr lang="ko-KR" altLang="en-US" sz="1500" dirty="0">
                <a:solidFill>
                  <a:srgbClr val="6B5842"/>
                </a:solidFill>
                <a:latin typeface="NanumGothic"/>
                <a:ea typeface="NanumGothic"/>
                <a:cs typeface="NanumGothic"/>
              </a:rPr>
              <a:t>별도 보관</a:t>
            </a:r>
            <a:endParaRPr sz="1500" dirty="0">
              <a:solidFill>
                <a:srgbClr val="6B5842"/>
              </a:solidFill>
              <a:latin typeface="NanumGothic"/>
              <a:ea typeface="NanumGothic"/>
              <a:cs typeface="NanumGothic"/>
            </a:endParaRPr>
          </a:p>
        </p:txBody>
      </p:sp>
      <p:sp>
        <p:nvSpPr>
          <p:cNvPr id="16" name="content-card-3-frame">
            <a:extLst>
              <a:ext uri="{FF2B5EF4-FFF2-40B4-BE49-F238E27FC236}">
                <a16:creationId xmlns:a16="http://schemas.microsoft.com/office/drawing/2014/main" id="{2E39D103-4D6B-586F-91A3-C2EA3F0E6AEB}"/>
              </a:ext>
            </a:extLst>
          </p:cNvPr>
          <p:cNvSpPr>
            <a:spLocks noGrp="1"/>
          </p:cNvSpPr>
          <p:nvPr/>
        </p:nvSpPr>
        <p:spPr>
          <a:xfrm>
            <a:off x="7858125" y="2686050"/>
            <a:ext cx="2952750"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17" name="content-card-3-header">
            <a:extLst>
              <a:ext uri="{FF2B5EF4-FFF2-40B4-BE49-F238E27FC236}">
                <a16:creationId xmlns:a16="http://schemas.microsoft.com/office/drawing/2014/main" id="{2E025913-FFBC-D270-8566-10819330A252}"/>
              </a:ext>
            </a:extLst>
          </p:cNvPr>
          <p:cNvSpPr>
            <a:spLocks noGrp="1"/>
          </p:cNvSpPr>
          <p:nvPr/>
        </p:nvSpPr>
        <p:spPr>
          <a:xfrm>
            <a:off x="7877175" y="2705100"/>
            <a:ext cx="2914650"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18" name="card-3-number">
            <a:extLst>
              <a:ext uri="{FF2B5EF4-FFF2-40B4-BE49-F238E27FC236}">
                <a16:creationId xmlns:a16="http://schemas.microsoft.com/office/drawing/2014/main" id="{671EC9D2-891D-7A9B-2C61-0AE9D1822569}"/>
              </a:ext>
            </a:extLst>
          </p:cNvPr>
          <p:cNvSpPr>
            <a:spLocks noGrp="1"/>
          </p:cNvSpPr>
          <p:nvPr/>
        </p:nvSpPr>
        <p:spPr>
          <a:xfrm>
            <a:off x="8029575" y="2800350"/>
            <a:ext cx="2609850" cy="285750"/>
          </a:xfrm>
          <a:prstGeom prst="rect">
            <a:avLst/>
          </a:prstGeom>
          <a:noFill/>
          <a:ln w="0">
            <a:noFill/>
          </a:ln>
        </p:spPr>
        <p:txBody>
          <a:bodyPr wrap="square" lIns="0" tIns="0" rIns="0" bIns="0" anchor="t">
            <a:noAutofit/>
          </a:bodyPr>
          <a:lstStyle>
            <a:defPPr algn="l">
              <a:defRPr sz="1650" b="1">
                <a:solidFill>
                  <a:srgbClr val="167D79"/>
                </a:solidFill>
                <a:latin typeface="Apple SD Gothic Neo"/>
                <a:ea typeface="Apple SD Gothic Neo"/>
                <a:cs typeface="Apple SD Gothic Neo"/>
              </a:defRPr>
            </a:defPPr>
          </a:lstStyle>
          <a:p>
            <a:pPr algn="l">
              <a:lnSpc>
                <a:spcPct val="108000"/>
              </a:lnSpc>
              <a:buNone/>
              <a:defRPr sz="1650" b="1">
                <a:solidFill>
                  <a:srgbClr val="167D79"/>
                </a:solidFill>
                <a:latin typeface="Apple SD Gothic Neo"/>
                <a:ea typeface="Apple SD Gothic Neo"/>
                <a:cs typeface="Apple SD Gothic Neo"/>
              </a:defRPr>
            </a:pPr>
            <a:r>
              <a:rPr sz="1650">
                <a:solidFill>
                  <a:srgbClr val="167D79"/>
                </a:solidFill>
                <a:latin typeface="NanumGothic"/>
                <a:ea typeface="NanumGothic"/>
                <a:cs typeface="NanumGothic"/>
              </a:rPr>
              <a:t>03</a:t>
            </a:r>
          </a:p>
        </p:txBody>
      </p:sp>
      <p:sp>
        <p:nvSpPr>
          <p:cNvPr id="19" name="card-3-title">
            <a:extLst>
              <a:ext uri="{FF2B5EF4-FFF2-40B4-BE49-F238E27FC236}">
                <a16:creationId xmlns:a16="http://schemas.microsoft.com/office/drawing/2014/main" id="{C8381935-13C5-AAEF-A711-6A0DC0A569EB}"/>
              </a:ext>
            </a:extLst>
          </p:cNvPr>
          <p:cNvSpPr>
            <a:spLocks noGrp="1"/>
          </p:cNvSpPr>
          <p:nvPr/>
        </p:nvSpPr>
        <p:spPr>
          <a:xfrm>
            <a:off x="8029575" y="3086100"/>
            <a:ext cx="2609850" cy="590550"/>
          </a:xfrm>
          <a:prstGeom prst="rect">
            <a:avLst/>
          </a:prstGeom>
          <a:noFill/>
          <a:ln w="0">
            <a:noFill/>
          </a:ln>
        </p:spPr>
        <p:txBody>
          <a:bodyPr wrap="square" lIns="0" tIns="0" rIns="0" bIns="0" anchor="t">
            <a:noAutofit/>
          </a:bodyPr>
          <a:lstStyle>
            <a:defPPr algn="l">
              <a:defRPr sz="1875" b="1">
                <a:solidFill>
                  <a:srgbClr val="183F3D"/>
                </a:solidFill>
                <a:latin typeface="NanumGothic"/>
                <a:ea typeface="NanumGothic"/>
                <a:cs typeface="NanumGothic"/>
              </a:defRPr>
            </a:defPPr>
          </a:lstStyle>
          <a:p>
            <a:pPr algn="l">
              <a:lnSpc>
                <a:spcPct val="108000"/>
              </a:lnSpc>
              <a:buNone/>
              <a:defRPr sz="1875" b="1">
                <a:solidFill>
                  <a:srgbClr val="183F3D"/>
                </a:solidFill>
                <a:latin typeface="NanumGothic"/>
                <a:ea typeface="NanumGothic"/>
                <a:cs typeface="NanumGothic"/>
              </a:defRPr>
            </a:pPr>
            <a:r>
              <a:rPr lang="en-US" sz="1875" b="1" dirty="0" err="1">
                <a:solidFill>
                  <a:srgbClr val="183F3D"/>
                </a:solidFill>
                <a:latin typeface="NanumGothic"/>
                <a:ea typeface="NanumGothic"/>
                <a:cs typeface="NanumGothic"/>
              </a:rPr>
              <a:t>event_type</a:t>
            </a:r>
            <a:r>
              <a:rPr lang="en-US" sz="1875" b="1" dirty="0">
                <a:solidFill>
                  <a:srgbClr val="183F3D"/>
                </a:solidFill>
                <a:latin typeface="NanumGothic"/>
                <a:ea typeface="NanumGothic"/>
                <a:cs typeface="NanumGothic"/>
              </a:rPr>
              <a:t> </a:t>
            </a:r>
            <a:r>
              <a:rPr lang="ko-KR" altLang="en-US" sz="1875" b="1" dirty="0">
                <a:solidFill>
                  <a:srgbClr val="183F3D"/>
                </a:solidFill>
                <a:latin typeface="NanumGothic"/>
                <a:ea typeface="NanumGothic"/>
                <a:cs typeface="NanumGothic"/>
              </a:rPr>
              <a:t>별</a:t>
            </a:r>
            <a:endParaRPr lang="en-US" altLang="ko-KR" sz="1875" b="1" dirty="0">
              <a:solidFill>
                <a:srgbClr val="183F3D"/>
              </a:solidFill>
              <a:latin typeface="NanumGothic"/>
              <a:ea typeface="NanumGothic"/>
              <a:cs typeface="NanumGothic"/>
            </a:endParaRPr>
          </a:p>
          <a:p>
            <a:pPr algn="l">
              <a:lnSpc>
                <a:spcPct val="108000"/>
              </a:lnSpc>
              <a:buNone/>
              <a:defRPr sz="1875" b="1">
                <a:solidFill>
                  <a:srgbClr val="183F3D"/>
                </a:solidFill>
                <a:latin typeface="NanumGothic"/>
                <a:ea typeface="NanumGothic"/>
                <a:cs typeface="NanumGothic"/>
              </a:defRPr>
            </a:pPr>
            <a:r>
              <a:rPr sz="1875" b="1" dirty="0" err="1">
                <a:solidFill>
                  <a:srgbClr val="183F3D"/>
                </a:solidFill>
                <a:latin typeface="NanumGothic"/>
                <a:ea typeface="NanumGothic"/>
                <a:cs typeface="NanumGothic"/>
              </a:rPr>
              <a:t>스키마</a:t>
            </a:r>
            <a:r>
              <a:rPr lang="ko-KR" altLang="en-US" sz="1875" b="1" dirty="0">
                <a:solidFill>
                  <a:srgbClr val="183F3D"/>
                </a:solidFill>
                <a:latin typeface="NanumGothic"/>
                <a:ea typeface="NanumGothic"/>
                <a:cs typeface="NanumGothic"/>
              </a:rPr>
              <a:t> </a:t>
            </a:r>
            <a:r>
              <a:rPr sz="1875" b="1" dirty="0" err="1">
                <a:solidFill>
                  <a:srgbClr val="183F3D"/>
                </a:solidFill>
                <a:latin typeface="NanumGothic"/>
                <a:ea typeface="NanumGothic"/>
                <a:cs typeface="NanumGothic"/>
              </a:rPr>
              <a:t>버전</a:t>
            </a:r>
            <a:r>
              <a:rPr lang="ko-KR" altLang="en-US" sz="1875" b="1" dirty="0" err="1">
                <a:solidFill>
                  <a:srgbClr val="183F3D"/>
                </a:solidFill>
                <a:latin typeface="NanumGothic"/>
                <a:ea typeface="NanumGothic"/>
                <a:cs typeface="NanumGothic"/>
              </a:rPr>
              <a:t>닝</a:t>
            </a:r>
            <a:r>
              <a:rPr lang="ko-KR" altLang="en-US" sz="1875" b="1" dirty="0">
                <a:solidFill>
                  <a:srgbClr val="183F3D"/>
                </a:solidFill>
                <a:latin typeface="NanumGothic"/>
                <a:ea typeface="NanumGothic"/>
                <a:cs typeface="NanumGothic"/>
              </a:rPr>
              <a:t> 적용</a:t>
            </a:r>
            <a:endParaRPr sz="1875" dirty="0">
              <a:solidFill>
                <a:srgbClr val="183F3D"/>
              </a:solidFill>
              <a:latin typeface="NanumGothic"/>
              <a:ea typeface="NanumGothic"/>
              <a:cs typeface="NanumGothic"/>
            </a:endParaRPr>
          </a:p>
        </p:txBody>
      </p:sp>
      <p:sp>
        <p:nvSpPr>
          <p:cNvPr id="20" name="card-3-body">
            <a:extLst>
              <a:ext uri="{FF2B5EF4-FFF2-40B4-BE49-F238E27FC236}">
                <a16:creationId xmlns:a16="http://schemas.microsoft.com/office/drawing/2014/main" id="{94A89930-A9FA-B2C0-70B2-41D88F3F0A4E}"/>
              </a:ext>
            </a:extLst>
          </p:cNvPr>
          <p:cNvSpPr>
            <a:spLocks noGrp="1"/>
          </p:cNvSpPr>
          <p:nvPr/>
        </p:nvSpPr>
        <p:spPr>
          <a:xfrm>
            <a:off x="8029575" y="3876675"/>
            <a:ext cx="2609850" cy="137160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marL="285750" indent="-285750" algn="l">
              <a:lnSpc>
                <a:spcPct val="108000"/>
              </a:lnSpc>
              <a:buFont typeface="Arial" panose="020B0604020202020204" pitchFamily="34" charset="0"/>
              <a:buChar char="•"/>
              <a:defRPr sz="1500" b="0">
                <a:solidFill>
                  <a:srgbClr val="6B5842"/>
                </a:solidFill>
                <a:latin typeface="NanumGothic"/>
                <a:ea typeface="NanumGothic"/>
                <a:cs typeface="NanumGothic"/>
              </a:defRPr>
            </a:pPr>
            <a:r>
              <a:rPr sz="1500" dirty="0">
                <a:solidFill>
                  <a:srgbClr val="6B5842"/>
                </a:solidFill>
                <a:latin typeface="NanumGothic"/>
                <a:ea typeface="NanumGothic"/>
                <a:cs typeface="NanumGothic"/>
              </a:rPr>
              <a:t>JSON </a:t>
            </a:r>
            <a:r>
              <a:rPr sz="1500" dirty="0" err="1">
                <a:solidFill>
                  <a:srgbClr val="6B5842"/>
                </a:solidFill>
                <a:latin typeface="NanumGothic"/>
                <a:ea typeface="NanumGothic"/>
                <a:cs typeface="NanumGothic"/>
              </a:rPr>
              <a:t>계약</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파일로</a:t>
            </a:r>
            <a:r>
              <a:rPr lang="ko-KR" altLang="en-US"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필드와</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자료형을</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검사</a:t>
            </a:r>
            <a:endParaRPr lang="en-US" sz="1500" dirty="0">
              <a:solidFill>
                <a:srgbClr val="6B5842"/>
              </a:solidFill>
              <a:latin typeface="NanumGothic"/>
              <a:ea typeface="NanumGothic"/>
              <a:cs typeface="NanumGothic"/>
            </a:endParaRPr>
          </a:p>
          <a:p>
            <a:pPr marL="285750" indent="-285750" algn="l">
              <a:lnSpc>
                <a:spcPct val="108000"/>
              </a:lnSpc>
              <a:buFont typeface="Arial" panose="020B0604020202020204" pitchFamily="34" charset="0"/>
              <a:buChar char="•"/>
              <a:defRPr sz="1500" b="0">
                <a:solidFill>
                  <a:srgbClr val="6B5842"/>
                </a:solidFill>
                <a:latin typeface="NanumGothic"/>
                <a:ea typeface="NanumGothic"/>
                <a:cs typeface="NanumGothic"/>
              </a:defRPr>
            </a:pPr>
            <a:r>
              <a:rPr lang="ko-KR" altLang="en-US" sz="1500" dirty="0">
                <a:solidFill>
                  <a:srgbClr val="6B5842"/>
                </a:solidFill>
                <a:latin typeface="NanumGothic"/>
                <a:ea typeface="NanumGothic"/>
                <a:cs typeface="NanumGothic"/>
              </a:rPr>
              <a:t>이벤트 타입과 스키마 버전을 이용해서 표준화 및 정규화 진행</a:t>
            </a:r>
            <a:endParaRPr sz="1500" dirty="0">
              <a:solidFill>
                <a:srgbClr val="6B5842"/>
              </a:solidFill>
              <a:latin typeface="NanumGothic"/>
              <a:ea typeface="NanumGothic"/>
              <a:cs typeface="NanumGothic"/>
            </a:endParaRPr>
          </a:p>
        </p:txBody>
      </p:sp>
    </p:spTree>
    <p:extLst>
      <p:ext uri="{BB962C8B-B14F-4D97-AF65-F5344CB8AC3E}">
        <p14:creationId xmlns:p14="http://schemas.microsoft.com/office/powerpoint/2010/main" val="3942887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9B6FD883-4491-488C-BE10-E59590BAC212}"/>
              </a:ext>
            </a:extLst>
          </p:cNvPr>
          <p:cNvSpPr>
            <a:spLocks noGrp="1"/>
          </p:cNvSpPr>
          <p:nvPr/>
        </p:nvSpPr>
        <p:spPr>
          <a:xfrm>
            <a:off x="1370367" y="1437939"/>
            <a:ext cx="5159524" cy="609600"/>
          </a:xfrm>
          <a:prstGeom prst="rect">
            <a:avLst/>
          </a:prstGeom>
          <a:noFill/>
          <a:ln w="0">
            <a:noFill/>
          </a:ln>
        </p:spPr>
        <p:txBody>
          <a:bodyPr wrap="square" lIns="0" tIns="0" rIns="0" bIns="0" anchor="t">
            <a:noAutofit/>
          </a:bodyPr>
          <a:lstStyle>
            <a:defPPr algn="l">
              <a:defRPr sz="3150" b="1">
                <a:solidFill>
                  <a:srgbClr val="183F3D"/>
                </a:solidFill>
                <a:latin typeface="NanumGothic"/>
                <a:ea typeface="NanumGothic"/>
                <a:cs typeface="NanumGothic"/>
              </a:defRPr>
            </a:defPPr>
          </a:lstStyle>
          <a:p>
            <a:pPr algn="l">
              <a:lnSpc>
                <a:spcPct val="125000"/>
              </a:lnSpc>
              <a:spcBef>
                <a:spcPts val="0"/>
              </a:spcBef>
              <a:spcAft>
                <a:spcPts val="0"/>
              </a:spcAft>
              <a:buNone/>
              <a:defRPr sz="3150" b="1">
                <a:solidFill>
                  <a:srgbClr val="183F3D"/>
                </a:solidFill>
                <a:latin typeface="NanumGothic"/>
                <a:ea typeface="NanumGothic"/>
                <a:cs typeface="NanumGothic"/>
              </a:defRPr>
            </a:pPr>
            <a:r>
              <a:rPr sz="3150" b="1">
                <a:solidFill>
                  <a:srgbClr val="183F3D"/>
                </a:solidFill>
                <a:latin typeface="NanumGothic"/>
                <a:ea typeface="NanumGothic"/>
                <a:cs typeface="NanumGothic"/>
              </a:rPr>
              <a:t>Std/Sinker 처리와 커밋 순서</a:t>
            </a:r>
          </a:p>
        </p:txBody>
      </p:sp>
      <p:sp>
        <p:nvSpPr>
          <p:cNvPr id="10" name="step-1-title">
            <a:extLst>
              <a:ext uri="{FF2B5EF4-FFF2-40B4-BE49-F238E27FC236}">
                <a16:creationId xmlns:a16="http://schemas.microsoft.com/office/drawing/2014/main" id="{4EEDC1D2-87A3-4FB4-BCC2-853DF2DE453D}"/>
              </a:ext>
            </a:extLst>
          </p:cNvPr>
          <p:cNvSpPr>
            <a:spLocks noGrp="1"/>
          </p:cNvSpPr>
          <p:nvPr/>
        </p:nvSpPr>
        <p:spPr>
          <a:xfrm>
            <a:off x="1370368" y="2301072"/>
            <a:ext cx="4333875" cy="333375"/>
          </a:xfrm>
          <a:prstGeom prst="rect">
            <a:avLst/>
          </a:prstGeom>
          <a:noFill/>
          <a:ln w="0">
            <a:noFill/>
          </a:ln>
        </p:spPr>
        <p:txBody>
          <a:bodyPr wrap="square" lIns="0" tIns="0" rIns="0" bIns="0" anchor="t">
            <a:noAutofit/>
          </a:bodyPr>
          <a:lstStyle>
            <a:defPPr algn="l">
              <a:defRPr sz="1875" b="1">
                <a:solidFill>
                  <a:srgbClr val="167D79"/>
                </a:solidFill>
                <a:latin typeface="NanumGothic"/>
                <a:ea typeface="NanumGothic"/>
                <a:cs typeface="NanumGothic"/>
              </a:defRPr>
            </a:defPPr>
          </a:lstStyle>
          <a:p>
            <a:pPr algn="l">
              <a:lnSpc>
                <a:spcPct val="125000"/>
              </a:lnSpc>
              <a:spcBef>
                <a:spcPts val="0"/>
              </a:spcBef>
              <a:spcAft>
                <a:spcPts val="0"/>
              </a:spcAft>
              <a:buNone/>
              <a:defRPr sz="1875" b="1">
                <a:solidFill>
                  <a:srgbClr val="167D79"/>
                </a:solidFill>
                <a:latin typeface="NanumGothic"/>
                <a:ea typeface="NanumGothic"/>
                <a:cs typeface="NanumGothic"/>
              </a:defRPr>
            </a:pPr>
            <a:r>
              <a:rPr b="1">
                <a:solidFill>
                  <a:srgbClr val="167D79"/>
                </a:solidFill>
                <a:latin typeface="NanumGothic"/>
                <a:ea typeface="NanumGothic"/>
                <a:cs typeface="NanumGothic"/>
              </a:rPr>
              <a:t>01  Raw 수신과 원본 저장</a:t>
            </a:r>
          </a:p>
        </p:txBody>
      </p:sp>
      <p:sp>
        <p:nvSpPr>
          <p:cNvPr id="11" name="step-1-body">
            <a:extLst>
              <a:ext uri="{FF2B5EF4-FFF2-40B4-BE49-F238E27FC236}">
                <a16:creationId xmlns:a16="http://schemas.microsoft.com/office/drawing/2014/main" id="{37BC3837-48FC-4A61-8328-4E9167E1DC08}"/>
              </a:ext>
            </a:extLst>
          </p:cNvPr>
          <p:cNvSpPr>
            <a:spLocks noGrp="1"/>
          </p:cNvSpPr>
          <p:nvPr/>
        </p:nvSpPr>
        <p:spPr>
          <a:xfrm>
            <a:off x="1466513" y="2625026"/>
            <a:ext cx="4170159" cy="333375"/>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25000"/>
              </a:lnSpc>
              <a:spcBef>
                <a:spcPts val="0"/>
              </a:spcBef>
              <a:spcAft>
                <a:spcPts val="0"/>
              </a:spcAft>
              <a:buNone/>
              <a:defRPr sz="1500" b="0">
                <a:solidFill>
                  <a:srgbClr val="6B5842"/>
                </a:solidFill>
                <a:latin typeface="NanumGothic"/>
                <a:ea typeface="NanumGothic"/>
                <a:cs typeface="NanumGothic"/>
              </a:defRPr>
            </a:pPr>
            <a:r>
              <a:rPr sz="1400" dirty="0">
                <a:solidFill>
                  <a:srgbClr val="6B5842"/>
                </a:solidFill>
                <a:latin typeface="NanumGothic"/>
                <a:ea typeface="NanumGothic"/>
                <a:cs typeface="NanumGothic"/>
              </a:rPr>
              <a:t>Kafka </a:t>
            </a:r>
            <a:r>
              <a:rPr sz="1400" dirty="0" err="1">
                <a:solidFill>
                  <a:srgbClr val="6B5842"/>
                </a:solidFill>
                <a:latin typeface="NanumGothic"/>
                <a:ea typeface="NanumGothic"/>
                <a:cs typeface="NanumGothic"/>
              </a:rPr>
              <a:t>Raw를</a:t>
            </a:r>
            <a:r>
              <a:rPr sz="1400" dirty="0">
                <a:solidFill>
                  <a:srgbClr val="6B5842"/>
                </a:solidFill>
                <a:latin typeface="NanumGothic"/>
                <a:ea typeface="NanumGothic"/>
                <a:cs typeface="NanumGothic"/>
              </a:rPr>
              <a:t> consume</a:t>
            </a:r>
            <a:r>
              <a:rPr lang="en-US" sz="1400" dirty="0">
                <a:solidFill>
                  <a:srgbClr val="6B5842"/>
                </a:solidFill>
                <a:latin typeface="NanumGothic"/>
                <a:ea typeface="NanumGothic"/>
                <a:cs typeface="NanumGothic"/>
              </a:rPr>
              <a:t> </a:t>
            </a:r>
            <a:r>
              <a:rPr lang="ko-KR" altLang="en-US" sz="1400" dirty="0">
                <a:solidFill>
                  <a:srgbClr val="6B5842"/>
                </a:solidFill>
                <a:latin typeface="NanumGothic"/>
                <a:ea typeface="NanumGothic"/>
                <a:cs typeface="NanumGothic"/>
              </a:rPr>
              <a:t>및 </a:t>
            </a:r>
            <a:r>
              <a:rPr sz="1400" dirty="0" err="1">
                <a:solidFill>
                  <a:srgbClr val="6B5842"/>
                </a:solidFill>
                <a:latin typeface="NanumGothic"/>
                <a:ea typeface="NanumGothic"/>
                <a:cs typeface="NanumGothic"/>
              </a:rPr>
              <a:t>MongoDB에</a:t>
            </a:r>
            <a:r>
              <a:rPr sz="1400" dirty="0">
                <a:solidFill>
                  <a:srgbClr val="6B5842"/>
                </a:solidFill>
                <a:latin typeface="NanumGothic"/>
                <a:ea typeface="NanumGothic"/>
                <a:cs typeface="NanumGothic"/>
              </a:rPr>
              <a:t> </a:t>
            </a:r>
            <a:r>
              <a:rPr sz="1400" dirty="0" err="1">
                <a:solidFill>
                  <a:srgbClr val="6B5842"/>
                </a:solidFill>
                <a:latin typeface="NanumGothic"/>
                <a:ea typeface="NanumGothic"/>
                <a:cs typeface="NanumGothic"/>
              </a:rPr>
              <a:t>원본</a:t>
            </a:r>
            <a:r>
              <a:rPr sz="1400" dirty="0">
                <a:solidFill>
                  <a:srgbClr val="6B5842"/>
                </a:solidFill>
                <a:latin typeface="NanumGothic"/>
                <a:ea typeface="NanumGothic"/>
                <a:cs typeface="NanumGothic"/>
              </a:rPr>
              <a:t> </a:t>
            </a:r>
            <a:r>
              <a:rPr sz="1400" dirty="0" err="1">
                <a:solidFill>
                  <a:srgbClr val="6B5842"/>
                </a:solidFill>
                <a:latin typeface="NanumGothic"/>
                <a:ea typeface="NanumGothic"/>
                <a:cs typeface="NanumGothic"/>
              </a:rPr>
              <a:t>보관</a:t>
            </a:r>
            <a:endParaRPr sz="1400" dirty="0">
              <a:solidFill>
                <a:srgbClr val="6B5842"/>
              </a:solidFill>
              <a:latin typeface="NanumGothic"/>
              <a:ea typeface="NanumGothic"/>
              <a:cs typeface="NanumGothic"/>
            </a:endParaRPr>
          </a:p>
        </p:txBody>
      </p:sp>
      <p:sp>
        <p:nvSpPr>
          <p:cNvPr id="12" name="step-2-title">
            <a:extLst>
              <a:ext uri="{FF2B5EF4-FFF2-40B4-BE49-F238E27FC236}">
                <a16:creationId xmlns:a16="http://schemas.microsoft.com/office/drawing/2014/main" id="{8402FB57-D466-4804-9DA5-88B1644564AB}"/>
              </a:ext>
            </a:extLst>
          </p:cNvPr>
          <p:cNvSpPr>
            <a:spLocks noGrp="1"/>
          </p:cNvSpPr>
          <p:nvPr/>
        </p:nvSpPr>
        <p:spPr>
          <a:xfrm>
            <a:off x="1370367" y="2882879"/>
            <a:ext cx="4333875" cy="333375"/>
          </a:xfrm>
          <a:prstGeom prst="rect">
            <a:avLst/>
          </a:prstGeom>
          <a:noFill/>
          <a:ln w="0">
            <a:noFill/>
          </a:ln>
        </p:spPr>
        <p:txBody>
          <a:bodyPr wrap="square" lIns="0" tIns="0" rIns="0" bIns="0" anchor="t">
            <a:noAutofit/>
          </a:bodyPr>
          <a:lstStyle>
            <a:defPPr algn="l">
              <a:defRPr sz="1875" b="1">
                <a:solidFill>
                  <a:srgbClr val="167D79"/>
                </a:solidFill>
                <a:latin typeface="NanumGothic"/>
                <a:ea typeface="NanumGothic"/>
                <a:cs typeface="NanumGothic"/>
              </a:defRPr>
            </a:defPPr>
          </a:lstStyle>
          <a:p>
            <a:pPr algn="l">
              <a:lnSpc>
                <a:spcPct val="125000"/>
              </a:lnSpc>
              <a:spcBef>
                <a:spcPts val="0"/>
              </a:spcBef>
              <a:spcAft>
                <a:spcPts val="0"/>
              </a:spcAft>
              <a:buNone/>
              <a:defRPr sz="1875" b="1">
                <a:solidFill>
                  <a:srgbClr val="167D79"/>
                </a:solidFill>
                <a:latin typeface="NanumGothic"/>
                <a:ea typeface="NanumGothic"/>
                <a:cs typeface="NanumGothic"/>
              </a:defRPr>
            </a:pPr>
            <a:r>
              <a:rPr b="1" dirty="0">
                <a:solidFill>
                  <a:srgbClr val="167D79"/>
                </a:solidFill>
                <a:latin typeface="NanumGothic"/>
                <a:ea typeface="NanumGothic"/>
                <a:cs typeface="NanumGothic"/>
              </a:rPr>
              <a:t>02  </a:t>
            </a:r>
            <a:r>
              <a:rPr b="1" dirty="0" err="1">
                <a:solidFill>
                  <a:srgbClr val="167D79"/>
                </a:solidFill>
                <a:latin typeface="NanumGothic"/>
                <a:ea typeface="NanumGothic"/>
                <a:cs typeface="NanumGothic"/>
              </a:rPr>
              <a:t>이벤트</a:t>
            </a:r>
            <a:r>
              <a:rPr b="1" dirty="0">
                <a:solidFill>
                  <a:srgbClr val="167D79"/>
                </a:solidFill>
                <a:latin typeface="NanumGothic"/>
                <a:ea typeface="NanumGothic"/>
                <a:cs typeface="NanumGothic"/>
              </a:rPr>
              <a:t> </a:t>
            </a:r>
            <a:r>
              <a:rPr b="1" dirty="0" err="1">
                <a:solidFill>
                  <a:srgbClr val="167D79"/>
                </a:solidFill>
                <a:latin typeface="NanumGothic"/>
                <a:ea typeface="NanumGothic"/>
                <a:cs typeface="NanumGothic"/>
              </a:rPr>
              <a:t>계약</a:t>
            </a:r>
            <a:r>
              <a:rPr b="1" dirty="0">
                <a:solidFill>
                  <a:srgbClr val="167D79"/>
                </a:solidFill>
                <a:latin typeface="NanumGothic"/>
                <a:ea typeface="NanumGothic"/>
                <a:cs typeface="NanumGothic"/>
              </a:rPr>
              <a:t> </a:t>
            </a:r>
            <a:r>
              <a:rPr b="1" dirty="0" err="1">
                <a:solidFill>
                  <a:srgbClr val="167D79"/>
                </a:solidFill>
                <a:latin typeface="NanumGothic"/>
                <a:ea typeface="NanumGothic"/>
                <a:cs typeface="NanumGothic"/>
              </a:rPr>
              <a:t>선택</a:t>
            </a:r>
            <a:endParaRPr b="1" dirty="0">
              <a:solidFill>
                <a:srgbClr val="167D79"/>
              </a:solidFill>
              <a:latin typeface="NanumGothic"/>
              <a:ea typeface="NanumGothic"/>
              <a:cs typeface="NanumGothic"/>
            </a:endParaRPr>
          </a:p>
        </p:txBody>
      </p:sp>
      <p:sp>
        <p:nvSpPr>
          <p:cNvPr id="13" name="step-2-body">
            <a:extLst>
              <a:ext uri="{FF2B5EF4-FFF2-40B4-BE49-F238E27FC236}">
                <a16:creationId xmlns:a16="http://schemas.microsoft.com/office/drawing/2014/main" id="{02FAEEA4-9A79-4F72-B75C-F06F3B10F89D}"/>
              </a:ext>
            </a:extLst>
          </p:cNvPr>
          <p:cNvSpPr>
            <a:spLocks noGrp="1"/>
          </p:cNvSpPr>
          <p:nvPr/>
        </p:nvSpPr>
        <p:spPr>
          <a:xfrm>
            <a:off x="1452225" y="3210709"/>
            <a:ext cx="4505773" cy="30480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25000"/>
              </a:lnSpc>
              <a:spcBef>
                <a:spcPts val="0"/>
              </a:spcBef>
              <a:spcAft>
                <a:spcPts val="0"/>
              </a:spcAft>
              <a:buNone/>
              <a:defRPr sz="1500" b="0">
                <a:solidFill>
                  <a:srgbClr val="6B5842"/>
                </a:solidFill>
                <a:latin typeface="NanumGothic"/>
                <a:ea typeface="NanumGothic"/>
                <a:cs typeface="NanumGothic"/>
              </a:defRPr>
            </a:pPr>
            <a:r>
              <a:rPr lang="en-US" altLang="ko-KR" sz="1400" dirty="0">
                <a:solidFill>
                  <a:srgbClr val="6B5842"/>
                </a:solidFill>
                <a:latin typeface="NanumGothic"/>
                <a:ea typeface="NanumGothic"/>
                <a:cs typeface="NanumGothic"/>
              </a:rPr>
              <a:t>(</a:t>
            </a:r>
            <a:r>
              <a:rPr sz="1400" dirty="0" err="1">
                <a:solidFill>
                  <a:srgbClr val="6B5842"/>
                </a:solidFill>
                <a:latin typeface="NanumGothic"/>
                <a:ea typeface="NanumGothic"/>
                <a:cs typeface="NanumGothic"/>
              </a:rPr>
              <a:t>event_type</a:t>
            </a:r>
            <a:r>
              <a:rPr lang="en-US" altLang="ko-KR" sz="1400" dirty="0">
                <a:solidFill>
                  <a:srgbClr val="6B5842"/>
                </a:solidFill>
                <a:latin typeface="NanumGothic"/>
                <a:ea typeface="NanumGothic"/>
                <a:cs typeface="NanumGothic"/>
              </a:rPr>
              <a:t>,</a:t>
            </a:r>
            <a:r>
              <a:rPr sz="1400" dirty="0">
                <a:solidFill>
                  <a:srgbClr val="6B5842"/>
                </a:solidFill>
                <a:latin typeface="NanumGothic"/>
                <a:ea typeface="NanumGothic"/>
                <a:cs typeface="NanumGothic"/>
              </a:rPr>
              <a:t> </a:t>
            </a:r>
            <a:r>
              <a:rPr sz="1400" dirty="0" err="1">
                <a:solidFill>
                  <a:srgbClr val="6B5842"/>
                </a:solidFill>
                <a:latin typeface="NanumGothic"/>
                <a:ea typeface="NanumGothic"/>
                <a:cs typeface="NanumGothic"/>
              </a:rPr>
              <a:t>schema_version</a:t>
            </a:r>
            <a:r>
              <a:rPr lang="en-US" altLang="ko-KR" sz="1400" dirty="0">
                <a:solidFill>
                  <a:srgbClr val="6B5842"/>
                </a:solidFill>
                <a:latin typeface="NanumGothic"/>
                <a:ea typeface="NanumGothic"/>
                <a:cs typeface="NanumGothic"/>
              </a:rPr>
              <a:t>)</a:t>
            </a:r>
            <a:r>
              <a:rPr lang="ko-KR" altLang="en-US" sz="1400" dirty="0">
                <a:solidFill>
                  <a:srgbClr val="6B5842"/>
                </a:solidFill>
                <a:latin typeface="NanumGothic"/>
                <a:ea typeface="NanumGothic"/>
                <a:cs typeface="NanumGothic"/>
              </a:rPr>
              <a:t>조합으로 </a:t>
            </a:r>
            <a:r>
              <a:rPr sz="1400" dirty="0">
                <a:solidFill>
                  <a:srgbClr val="6B5842"/>
                </a:solidFill>
                <a:latin typeface="NanumGothic"/>
                <a:ea typeface="NanumGothic"/>
                <a:cs typeface="NanumGothic"/>
              </a:rPr>
              <a:t>JSON </a:t>
            </a:r>
            <a:r>
              <a:rPr sz="1400" dirty="0" err="1">
                <a:solidFill>
                  <a:srgbClr val="6B5842"/>
                </a:solidFill>
                <a:latin typeface="NanumGothic"/>
                <a:ea typeface="NanumGothic"/>
                <a:cs typeface="NanumGothic"/>
              </a:rPr>
              <a:t>계약</a:t>
            </a:r>
            <a:r>
              <a:rPr sz="1400" dirty="0">
                <a:solidFill>
                  <a:srgbClr val="6B5842"/>
                </a:solidFill>
                <a:latin typeface="NanumGothic"/>
                <a:ea typeface="NanumGothic"/>
                <a:cs typeface="NanumGothic"/>
              </a:rPr>
              <a:t> </a:t>
            </a:r>
            <a:r>
              <a:rPr sz="1400" dirty="0" err="1">
                <a:solidFill>
                  <a:srgbClr val="6B5842"/>
                </a:solidFill>
                <a:latin typeface="NanumGothic"/>
                <a:ea typeface="NanumGothic"/>
                <a:cs typeface="NanumGothic"/>
              </a:rPr>
              <a:t>선택</a:t>
            </a:r>
            <a:endParaRPr sz="1400" dirty="0">
              <a:solidFill>
                <a:srgbClr val="6B5842"/>
              </a:solidFill>
              <a:latin typeface="NanumGothic"/>
              <a:ea typeface="NanumGothic"/>
              <a:cs typeface="NanumGothic"/>
            </a:endParaRPr>
          </a:p>
        </p:txBody>
      </p:sp>
      <p:sp>
        <p:nvSpPr>
          <p:cNvPr id="14" name="step-3-title">
            <a:extLst>
              <a:ext uri="{FF2B5EF4-FFF2-40B4-BE49-F238E27FC236}">
                <a16:creationId xmlns:a16="http://schemas.microsoft.com/office/drawing/2014/main" id="{0DE332BB-E051-4C24-9F78-D57A28E596C2}"/>
              </a:ext>
            </a:extLst>
          </p:cNvPr>
          <p:cNvSpPr>
            <a:spLocks noGrp="1"/>
          </p:cNvSpPr>
          <p:nvPr/>
        </p:nvSpPr>
        <p:spPr>
          <a:xfrm>
            <a:off x="1370366" y="3464686"/>
            <a:ext cx="4333875" cy="333375"/>
          </a:xfrm>
          <a:prstGeom prst="rect">
            <a:avLst/>
          </a:prstGeom>
          <a:noFill/>
          <a:ln w="0">
            <a:noFill/>
          </a:ln>
        </p:spPr>
        <p:txBody>
          <a:bodyPr wrap="square" lIns="0" tIns="0" rIns="0" bIns="0" anchor="t">
            <a:noAutofit/>
          </a:bodyPr>
          <a:lstStyle>
            <a:defPPr algn="l">
              <a:defRPr sz="1875" b="1">
                <a:solidFill>
                  <a:srgbClr val="167D79"/>
                </a:solidFill>
                <a:latin typeface="NanumGothic"/>
                <a:ea typeface="NanumGothic"/>
                <a:cs typeface="NanumGothic"/>
              </a:defRPr>
            </a:defPPr>
          </a:lstStyle>
          <a:p>
            <a:pPr algn="l">
              <a:lnSpc>
                <a:spcPct val="125000"/>
              </a:lnSpc>
              <a:spcBef>
                <a:spcPts val="0"/>
              </a:spcBef>
              <a:spcAft>
                <a:spcPts val="0"/>
              </a:spcAft>
              <a:buNone/>
              <a:defRPr sz="1875" b="1">
                <a:solidFill>
                  <a:srgbClr val="167D79"/>
                </a:solidFill>
                <a:latin typeface="NanumGothic"/>
                <a:ea typeface="NanumGothic"/>
                <a:cs typeface="NanumGothic"/>
              </a:defRPr>
            </a:pPr>
            <a:r>
              <a:rPr b="1" dirty="0">
                <a:solidFill>
                  <a:srgbClr val="167D79"/>
                </a:solidFill>
                <a:latin typeface="NanumGothic"/>
                <a:ea typeface="NanumGothic"/>
                <a:cs typeface="NanumGothic"/>
              </a:rPr>
              <a:t>03  </a:t>
            </a:r>
            <a:r>
              <a:rPr b="1" dirty="0" err="1">
                <a:solidFill>
                  <a:srgbClr val="167D79"/>
                </a:solidFill>
                <a:latin typeface="NanumGothic"/>
                <a:ea typeface="NanumGothic"/>
                <a:cs typeface="NanumGothic"/>
              </a:rPr>
              <a:t>검증·표준화와</a:t>
            </a:r>
            <a:r>
              <a:rPr b="1" dirty="0">
                <a:solidFill>
                  <a:srgbClr val="167D79"/>
                </a:solidFill>
                <a:latin typeface="NanumGothic"/>
                <a:ea typeface="NanumGothic"/>
                <a:cs typeface="NanumGothic"/>
              </a:rPr>
              <a:t> </a:t>
            </a:r>
            <a:r>
              <a:rPr b="1" dirty="0" err="1">
                <a:solidFill>
                  <a:srgbClr val="167D79"/>
                </a:solidFill>
                <a:latin typeface="NanumGothic"/>
                <a:ea typeface="NanumGothic"/>
                <a:cs typeface="NanumGothic"/>
              </a:rPr>
              <a:t>결과</a:t>
            </a:r>
            <a:r>
              <a:rPr b="1" dirty="0">
                <a:solidFill>
                  <a:srgbClr val="167D79"/>
                </a:solidFill>
                <a:latin typeface="NanumGothic"/>
                <a:ea typeface="NanumGothic"/>
                <a:cs typeface="NanumGothic"/>
              </a:rPr>
              <a:t> </a:t>
            </a:r>
            <a:r>
              <a:rPr b="1" dirty="0" err="1">
                <a:solidFill>
                  <a:srgbClr val="167D79"/>
                </a:solidFill>
                <a:latin typeface="NanumGothic"/>
                <a:ea typeface="NanumGothic"/>
                <a:cs typeface="NanumGothic"/>
              </a:rPr>
              <a:t>저장</a:t>
            </a:r>
            <a:endParaRPr b="1" dirty="0">
              <a:solidFill>
                <a:srgbClr val="167D79"/>
              </a:solidFill>
              <a:latin typeface="NanumGothic"/>
              <a:ea typeface="NanumGothic"/>
              <a:cs typeface="NanumGothic"/>
            </a:endParaRPr>
          </a:p>
        </p:txBody>
      </p:sp>
      <p:sp>
        <p:nvSpPr>
          <p:cNvPr id="15" name="step-3-body">
            <a:extLst>
              <a:ext uri="{FF2B5EF4-FFF2-40B4-BE49-F238E27FC236}">
                <a16:creationId xmlns:a16="http://schemas.microsoft.com/office/drawing/2014/main" id="{6FEF7B8C-6B62-4015-A764-079FB48D10D8}"/>
              </a:ext>
            </a:extLst>
          </p:cNvPr>
          <p:cNvSpPr>
            <a:spLocks noGrp="1"/>
          </p:cNvSpPr>
          <p:nvPr/>
        </p:nvSpPr>
        <p:spPr>
          <a:xfrm>
            <a:off x="1466513" y="3812159"/>
            <a:ext cx="4333875" cy="333375"/>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25000"/>
              </a:lnSpc>
              <a:spcBef>
                <a:spcPts val="0"/>
              </a:spcBef>
              <a:spcAft>
                <a:spcPts val="0"/>
              </a:spcAft>
              <a:buNone/>
              <a:defRPr sz="1500" b="0">
                <a:solidFill>
                  <a:srgbClr val="6B5842"/>
                </a:solidFill>
                <a:latin typeface="NanumGothic"/>
                <a:ea typeface="NanumGothic"/>
                <a:cs typeface="NanumGothic"/>
              </a:defRPr>
            </a:pPr>
            <a:r>
              <a:rPr lang="ko-KR" altLang="en-US" sz="1400" dirty="0">
                <a:solidFill>
                  <a:srgbClr val="6B5842"/>
                </a:solidFill>
                <a:latin typeface="NanumGothic"/>
                <a:ea typeface="NanumGothic"/>
                <a:cs typeface="NanumGothic"/>
              </a:rPr>
              <a:t>계약을 통해 표준화 수행 후 </a:t>
            </a:r>
            <a:r>
              <a:rPr sz="1400" dirty="0" err="1">
                <a:solidFill>
                  <a:srgbClr val="6B5842"/>
                </a:solidFill>
                <a:latin typeface="NanumGothic"/>
                <a:ea typeface="NanumGothic"/>
                <a:cs typeface="NanumGothic"/>
              </a:rPr>
              <a:t>MongoDB에</a:t>
            </a:r>
            <a:r>
              <a:rPr sz="1400" dirty="0">
                <a:solidFill>
                  <a:srgbClr val="6B5842"/>
                </a:solidFill>
                <a:latin typeface="NanumGothic"/>
                <a:ea typeface="NanumGothic"/>
                <a:cs typeface="NanumGothic"/>
              </a:rPr>
              <a:t> </a:t>
            </a:r>
            <a:r>
              <a:rPr sz="1400" dirty="0" err="1">
                <a:solidFill>
                  <a:srgbClr val="6B5842"/>
                </a:solidFill>
                <a:latin typeface="NanumGothic"/>
                <a:ea typeface="NanumGothic"/>
                <a:cs typeface="NanumGothic"/>
              </a:rPr>
              <a:t>저장</a:t>
            </a:r>
            <a:endParaRPr sz="1400" dirty="0">
              <a:solidFill>
                <a:srgbClr val="6B5842"/>
              </a:solidFill>
              <a:latin typeface="NanumGothic"/>
              <a:ea typeface="NanumGothic"/>
              <a:cs typeface="NanumGothic"/>
            </a:endParaRPr>
          </a:p>
        </p:txBody>
      </p:sp>
      <p:sp>
        <p:nvSpPr>
          <p:cNvPr id="16" name="step-4-title">
            <a:extLst>
              <a:ext uri="{FF2B5EF4-FFF2-40B4-BE49-F238E27FC236}">
                <a16:creationId xmlns:a16="http://schemas.microsoft.com/office/drawing/2014/main" id="{1DF2AD4E-8D3A-41F9-A0A6-63075AE1D1B8}"/>
              </a:ext>
            </a:extLst>
          </p:cNvPr>
          <p:cNvSpPr>
            <a:spLocks noGrp="1"/>
          </p:cNvSpPr>
          <p:nvPr/>
        </p:nvSpPr>
        <p:spPr>
          <a:xfrm>
            <a:off x="1370367" y="4135785"/>
            <a:ext cx="4143375" cy="333375"/>
          </a:xfrm>
          <a:prstGeom prst="rect">
            <a:avLst/>
          </a:prstGeom>
          <a:noFill/>
          <a:ln w="0">
            <a:noFill/>
          </a:ln>
        </p:spPr>
        <p:txBody>
          <a:bodyPr wrap="square" lIns="0" tIns="0" rIns="0" bIns="0" anchor="t">
            <a:noAutofit/>
          </a:bodyPr>
          <a:lstStyle>
            <a:defPPr algn="l">
              <a:defRPr sz="1875" b="1">
                <a:solidFill>
                  <a:srgbClr val="167D79"/>
                </a:solidFill>
                <a:latin typeface="NanumGothic"/>
                <a:ea typeface="NanumGothic"/>
                <a:cs typeface="NanumGothic"/>
              </a:defRPr>
            </a:defPPr>
          </a:lstStyle>
          <a:p>
            <a:pPr algn="l">
              <a:lnSpc>
                <a:spcPct val="125000"/>
              </a:lnSpc>
              <a:spcBef>
                <a:spcPts val="0"/>
              </a:spcBef>
              <a:spcAft>
                <a:spcPts val="0"/>
              </a:spcAft>
              <a:buNone/>
              <a:defRPr sz="1875" b="1">
                <a:solidFill>
                  <a:srgbClr val="167D79"/>
                </a:solidFill>
                <a:latin typeface="NanumGothic"/>
                <a:ea typeface="NanumGothic"/>
                <a:cs typeface="NanumGothic"/>
              </a:defRPr>
            </a:pPr>
            <a:r>
              <a:rPr b="1" dirty="0">
                <a:solidFill>
                  <a:srgbClr val="167D79"/>
                </a:solidFill>
                <a:latin typeface="NanumGothic"/>
                <a:ea typeface="NanumGothic"/>
                <a:cs typeface="NanumGothic"/>
              </a:rPr>
              <a:t>04  Std </a:t>
            </a:r>
            <a:r>
              <a:rPr b="1" dirty="0" err="1">
                <a:solidFill>
                  <a:srgbClr val="167D79"/>
                </a:solidFill>
                <a:latin typeface="NanumGothic"/>
                <a:ea typeface="NanumGothic"/>
                <a:cs typeface="NanumGothic"/>
              </a:rPr>
              <a:t>발행과</a:t>
            </a:r>
            <a:r>
              <a:rPr b="1" dirty="0">
                <a:solidFill>
                  <a:srgbClr val="167D79"/>
                </a:solidFill>
                <a:latin typeface="NanumGothic"/>
                <a:ea typeface="NanumGothic"/>
                <a:cs typeface="NanumGothic"/>
              </a:rPr>
              <a:t> ACK </a:t>
            </a:r>
            <a:r>
              <a:rPr b="1" dirty="0" err="1">
                <a:solidFill>
                  <a:srgbClr val="167D79"/>
                </a:solidFill>
                <a:latin typeface="NanumGothic"/>
                <a:ea typeface="NanumGothic"/>
                <a:cs typeface="NanumGothic"/>
              </a:rPr>
              <a:t>확인</a:t>
            </a:r>
            <a:endParaRPr b="1" dirty="0">
              <a:solidFill>
                <a:srgbClr val="167D79"/>
              </a:solidFill>
              <a:latin typeface="NanumGothic"/>
              <a:ea typeface="NanumGothic"/>
              <a:cs typeface="NanumGothic"/>
            </a:endParaRPr>
          </a:p>
        </p:txBody>
      </p:sp>
      <p:sp>
        <p:nvSpPr>
          <p:cNvPr id="17" name="step-4-body">
            <a:extLst>
              <a:ext uri="{FF2B5EF4-FFF2-40B4-BE49-F238E27FC236}">
                <a16:creationId xmlns:a16="http://schemas.microsoft.com/office/drawing/2014/main" id="{B7EE5CC2-7D72-49BE-B86F-B3CE487C9F61}"/>
              </a:ext>
            </a:extLst>
          </p:cNvPr>
          <p:cNvSpPr>
            <a:spLocks noGrp="1"/>
          </p:cNvSpPr>
          <p:nvPr/>
        </p:nvSpPr>
        <p:spPr>
          <a:xfrm>
            <a:off x="1466513" y="4521516"/>
            <a:ext cx="2629574" cy="314325"/>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25000"/>
              </a:lnSpc>
              <a:spcBef>
                <a:spcPts val="0"/>
              </a:spcBef>
              <a:spcAft>
                <a:spcPts val="0"/>
              </a:spcAft>
              <a:buNone/>
              <a:defRPr sz="1500" b="0">
                <a:solidFill>
                  <a:srgbClr val="6B5842"/>
                </a:solidFill>
                <a:latin typeface="NanumGothic"/>
                <a:ea typeface="NanumGothic"/>
                <a:cs typeface="NanumGothic"/>
              </a:defRPr>
            </a:pPr>
            <a:r>
              <a:rPr lang="ko-KR" altLang="en-US" sz="1400" dirty="0">
                <a:solidFill>
                  <a:srgbClr val="6B5842"/>
                </a:solidFill>
                <a:latin typeface="NanumGothic"/>
                <a:ea typeface="NanumGothic"/>
                <a:cs typeface="NanumGothic"/>
              </a:rPr>
              <a:t>표준화 데이터를 </a:t>
            </a:r>
            <a:r>
              <a:rPr sz="1400" dirty="0">
                <a:solidFill>
                  <a:srgbClr val="6B5842"/>
                </a:solidFill>
                <a:latin typeface="NanumGothic"/>
                <a:ea typeface="NanumGothic"/>
                <a:cs typeface="NanumGothic"/>
              </a:rPr>
              <a:t>Kafka</a:t>
            </a:r>
            <a:r>
              <a:rPr lang="ko-KR" altLang="en-US" sz="1400" dirty="0">
                <a:solidFill>
                  <a:srgbClr val="6B5842"/>
                </a:solidFill>
                <a:latin typeface="NanumGothic"/>
                <a:ea typeface="NanumGothic"/>
                <a:cs typeface="NanumGothic"/>
              </a:rPr>
              <a:t>로 발행</a:t>
            </a:r>
            <a:endParaRPr sz="1400" dirty="0">
              <a:solidFill>
                <a:srgbClr val="6B5842"/>
              </a:solidFill>
              <a:latin typeface="NanumGothic"/>
              <a:ea typeface="NanumGothic"/>
              <a:cs typeface="NanumGothic"/>
            </a:endParaRPr>
          </a:p>
        </p:txBody>
      </p:sp>
      <p:sp>
        <p:nvSpPr>
          <p:cNvPr id="18" name="step-5-title">
            <a:extLst>
              <a:ext uri="{FF2B5EF4-FFF2-40B4-BE49-F238E27FC236}">
                <a16:creationId xmlns:a16="http://schemas.microsoft.com/office/drawing/2014/main" id="{5C2FDFB4-BA59-4407-8AA2-710397BA2640}"/>
              </a:ext>
            </a:extLst>
          </p:cNvPr>
          <p:cNvSpPr>
            <a:spLocks noGrp="1"/>
          </p:cNvSpPr>
          <p:nvPr/>
        </p:nvSpPr>
        <p:spPr>
          <a:xfrm>
            <a:off x="1370366" y="4806884"/>
            <a:ext cx="4143375" cy="333375"/>
          </a:xfrm>
          <a:prstGeom prst="rect">
            <a:avLst/>
          </a:prstGeom>
          <a:noFill/>
          <a:ln w="0">
            <a:noFill/>
          </a:ln>
        </p:spPr>
        <p:txBody>
          <a:bodyPr wrap="square" lIns="0" tIns="0" rIns="0" bIns="0" anchor="t">
            <a:noAutofit/>
          </a:bodyPr>
          <a:lstStyle>
            <a:defPPr algn="l">
              <a:defRPr sz="1875" b="1">
                <a:solidFill>
                  <a:srgbClr val="167D79"/>
                </a:solidFill>
                <a:latin typeface="NanumGothic"/>
                <a:ea typeface="NanumGothic"/>
                <a:cs typeface="NanumGothic"/>
              </a:defRPr>
            </a:defPPr>
          </a:lstStyle>
          <a:p>
            <a:pPr algn="l">
              <a:lnSpc>
                <a:spcPct val="125000"/>
              </a:lnSpc>
              <a:spcBef>
                <a:spcPts val="0"/>
              </a:spcBef>
              <a:spcAft>
                <a:spcPts val="0"/>
              </a:spcAft>
              <a:buNone/>
              <a:defRPr sz="1875" b="1">
                <a:solidFill>
                  <a:srgbClr val="167D79"/>
                </a:solidFill>
                <a:latin typeface="NanumGothic"/>
                <a:ea typeface="NanumGothic"/>
                <a:cs typeface="NanumGothic"/>
              </a:defRPr>
            </a:pPr>
            <a:r>
              <a:rPr b="1" dirty="0">
                <a:solidFill>
                  <a:srgbClr val="167D79"/>
                </a:solidFill>
                <a:latin typeface="NanumGothic"/>
                <a:ea typeface="NanumGothic"/>
                <a:cs typeface="NanumGothic"/>
              </a:rPr>
              <a:t>05  Raw offset </a:t>
            </a:r>
            <a:r>
              <a:rPr b="1" dirty="0" err="1">
                <a:solidFill>
                  <a:srgbClr val="167D79"/>
                </a:solidFill>
                <a:latin typeface="NanumGothic"/>
                <a:ea typeface="NanumGothic"/>
                <a:cs typeface="NanumGothic"/>
              </a:rPr>
              <a:t>수동</a:t>
            </a:r>
            <a:r>
              <a:rPr b="1" dirty="0">
                <a:solidFill>
                  <a:srgbClr val="167D79"/>
                </a:solidFill>
                <a:latin typeface="NanumGothic"/>
                <a:ea typeface="NanumGothic"/>
                <a:cs typeface="NanumGothic"/>
              </a:rPr>
              <a:t> </a:t>
            </a:r>
            <a:r>
              <a:rPr b="1" dirty="0" err="1">
                <a:solidFill>
                  <a:srgbClr val="167D79"/>
                </a:solidFill>
                <a:latin typeface="NanumGothic"/>
                <a:ea typeface="NanumGothic"/>
                <a:cs typeface="NanumGothic"/>
              </a:rPr>
              <a:t>커밋</a:t>
            </a:r>
            <a:endParaRPr b="1" dirty="0">
              <a:solidFill>
                <a:srgbClr val="167D79"/>
              </a:solidFill>
              <a:latin typeface="NanumGothic"/>
              <a:ea typeface="NanumGothic"/>
              <a:cs typeface="NanumGothic"/>
            </a:endParaRPr>
          </a:p>
        </p:txBody>
      </p:sp>
      <p:sp>
        <p:nvSpPr>
          <p:cNvPr id="19" name="step-5-body">
            <a:extLst>
              <a:ext uri="{FF2B5EF4-FFF2-40B4-BE49-F238E27FC236}">
                <a16:creationId xmlns:a16="http://schemas.microsoft.com/office/drawing/2014/main" id="{29C0AF02-33ED-445D-8E98-818BA8456D5E}"/>
              </a:ext>
            </a:extLst>
          </p:cNvPr>
          <p:cNvSpPr>
            <a:spLocks noGrp="1"/>
          </p:cNvSpPr>
          <p:nvPr/>
        </p:nvSpPr>
        <p:spPr>
          <a:xfrm>
            <a:off x="1466513" y="5154357"/>
            <a:ext cx="3391244" cy="30480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25000"/>
              </a:lnSpc>
              <a:spcBef>
                <a:spcPts val="0"/>
              </a:spcBef>
              <a:spcAft>
                <a:spcPts val="0"/>
              </a:spcAft>
              <a:buNone/>
              <a:defRPr sz="1500" b="0">
                <a:solidFill>
                  <a:srgbClr val="6B5842"/>
                </a:solidFill>
                <a:latin typeface="NanumGothic"/>
                <a:ea typeface="NanumGothic"/>
                <a:cs typeface="NanumGothic"/>
              </a:defRPr>
            </a:pPr>
            <a:r>
              <a:rPr sz="1400" dirty="0">
                <a:solidFill>
                  <a:srgbClr val="6B5842"/>
                </a:solidFill>
                <a:latin typeface="NanumGothic"/>
                <a:ea typeface="NanumGothic"/>
                <a:cs typeface="NanumGothic"/>
              </a:rPr>
              <a:t>offset</a:t>
            </a:r>
            <a:r>
              <a:rPr lang="ko-KR" altLang="en-US" sz="1400" dirty="0">
                <a:solidFill>
                  <a:srgbClr val="6B5842"/>
                </a:solidFill>
                <a:latin typeface="NanumGothic"/>
                <a:ea typeface="NanumGothic"/>
                <a:cs typeface="NanumGothic"/>
              </a:rPr>
              <a:t> 저장 및 </a:t>
            </a:r>
            <a:r>
              <a:rPr sz="1400" dirty="0">
                <a:solidFill>
                  <a:srgbClr val="6B5842"/>
                </a:solidFill>
                <a:latin typeface="NanumGothic"/>
                <a:ea typeface="NanumGothic"/>
                <a:cs typeface="NanumGothic"/>
              </a:rPr>
              <a:t>commit</a:t>
            </a:r>
            <a:r>
              <a:rPr lang="ko-KR" altLang="en-US" sz="1400" dirty="0">
                <a:solidFill>
                  <a:srgbClr val="6B5842"/>
                </a:solidFill>
                <a:latin typeface="NanumGothic"/>
                <a:ea typeface="NanumGothic"/>
                <a:cs typeface="NanumGothic"/>
              </a:rPr>
              <a:t>을 수동으로 처리</a:t>
            </a:r>
            <a:endParaRPr sz="1400" dirty="0">
              <a:solidFill>
                <a:srgbClr val="6B5842"/>
              </a:solidFill>
              <a:latin typeface="NanumGothic"/>
              <a:ea typeface="NanumGothic"/>
              <a:cs typeface="NanumGothic"/>
            </a:endParaRPr>
          </a:p>
        </p:txBody>
      </p:sp>
      <p:pic>
        <p:nvPicPr>
          <p:cNvPr id="7" name="그림 6">
            <a:extLst>
              <a:ext uri="{FF2B5EF4-FFF2-40B4-BE49-F238E27FC236}">
                <a16:creationId xmlns:a16="http://schemas.microsoft.com/office/drawing/2014/main" id="{8CFFB202-0D79-855A-89DD-C2ACCEB0C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004" y="1539905"/>
            <a:ext cx="5653196" cy="4516311"/>
          </a:xfrm>
          <a:prstGeom prst="rect">
            <a:avLst/>
          </a:prstGeom>
        </p:spPr>
      </p:pic>
    </p:spTree>
    <p:extLst>
      <p:ext uri="{BB962C8B-B14F-4D97-AF65-F5344CB8AC3E}">
        <p14:creationId xmlns:p14="http://schemas.microsoft.com/office/powerpoint/2010/main" val="3771612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title">
            <a:extLst>
              <a:ext uri="{FF2B5EF4-FFF2-40B4-BE49-F238E27FC236}">
                <a16:creationId xmlns:a16="http://schemas.microsoft.com/office/drawing/2014/main" id="{9B6FD883-4491-488C-BE10-E59590BAC212}"/>
              </a:ext>
            </a:extLst>
          </p:cNvPr>
          <p:cNvSpPr>
            <a:spLocks noGrp="1"/>
          </p:cNvSpPr>
          <p:nvPr/>
        </p:nvSpPr>
        <p:spPr>
          <a:xfrm>
            <a:off x="1381125" y="1524000"/>
            <a:ext cx="9429750" cy="609600"/>
          </a:xfrm>
          <a:prstGeom prst="rect">
            <a:avLst/>
          </a:prstGeom>
          <a:noFill/>
          <a:ln w="0">
            <a:noFill/>
          </a:ln>
        </p:spPr>
        <p:txBody>
          <a:bodyPr wrap="square" lIns="0" tIns="0" rIns="0" bIns="0" anchor="t">
            <a:noAutofit/>
          </a:bodyPr>
          <a:lstStyle>
            <a:defPPr algn="l">
              <a:defRPr sz="3150" b="1">
                <a:solidFill>
                  <a:srgbClr val="183F3D"/>
                </a:solidFill>
                <a:latin typeface="NanumGothic"/>
                <a:ea typeface="NanumGothic"/>
                <a:cs typeface="NanumGothic"/>
              </a:defRPr>
            </a:defPPr>
          </a:lstStyle>
          <a:p>
            <a:pPr algn="l">
              <a:lnSpc>
                <a:spcPct val="135000"/>
              </a:lnSpc>
              <a:spcBef>
                <a:spcPts val="0"/>
              </a:spcBef>
              <a:spcAft>
                <a:spcPts val="0"/>
              </a:spcAft>
              <a:buNone/>
              <a:defRPr sz="3150" b="1">
                <a:solidFill>
                  <a:srgbClr val="183F3D"/>
                </a:solidFill>
                <a:latin typeface="NanumGothic"/>
                <a:ea typeface="NanumGothic"/>
                <a:cs typeface="NanumGothic"/>
              </a:defRPr>
            </a:pPr>
            <a:r>
              <a:rPr sz="3150" b="1">
                <a:solidFill>
                  <a:srgbClr val="183F3D"/>
                </a:solidFill>
                <a:latin typeface="NanumGothic"/>
                <a:ea typeface="NanumGothic"/>
                <a:cs typeface="NanumGothic"/>
              </a:rPr>
              <a:t>추후 패치 적용 항목</a:t>
            </a:r>
          </a:p>
        </p:txBody>
      </p:sp>
      <p:sp>
        <p:nvSpPr>
          <p:cNvPr id="4" name="text">
            <a:extLst>
              <a:ext uri="{FF2B5EF4-FFF2-40B4-BE49-F238E27FC236}">
                <a16:creationId xmlns:a16="http://schemas.microsoft.com/office/drawing/2014/main" id="{E8C3A388-A059-4804-AB33-96C9FFE31F43}"/>
              </a:ext>
            </a:extLst>
          </p:cNvPr>
          <p:cNvSpPr>
            <a:spLocks noGrp="1"/>
          </p:cNvSpPr>
          <p:nvPr/>
        </p:nvSpPr>
        <p:spPr>
          <a:xfrm>
            <a:off x="5905500" y="5962650"/>
            <a:ext cx="381000" cy="190500"/>
          </a:xfrm>
          <a:prstGeom prst="rect">
            <a:avLst/>
          </a:prstGeom>
          <a:noFill/>
          <a:ln w="0">
            <a:noFill/>
          </a:ln>
        </p:spPr>
        <p:txBody>
          <a:bodyPr wrap="square" lIns="0" tIns="0" rIns="0" bIns="0" anchor="t">
            <a:noAutofit/>
          </a:bodyPr>
          <a:lstStyle>
            <a:defPPr algn="ctr">
              <a:defRPr sz="975" b="0">
                <a:solidFill>
                  <a:srgbClr val="6B5842"/>
                </a:solidFill>
                <a:latin typeface="NanumGothic"/>
                <a:ea typeface="NanumGothic"/>
                <a:cs typeface="NanumGothic"/>
              </a:defRPr>
            </a:defPPr>
          </a:lstStyle>
          <a:p>
            <a:pPr algn="ctr">
              <a:lnSpc>
                <a:spcPct val="135000"/>
              </a:lnSpc>
              <a:spcBef>
                <a:spcPts val="0"/>
              </a:spcBef>
              <a:spcAft>
                <a:spcPts val="0"/>
              </a:spcAft>
              <a:buNone/>
              <a:defRPr sz="975" b="0">
                <a:solidFill>
                  <a:srgbClr val="6B5842"/>
                </a:solidFill>
                <a:latin typeface="NanumGothic"/>
                <a:ea typeface="NanumGothic"/>
                <a:cs typeface="NanumGothic"/>
              </a:defRPr>
            </a:pPr>
            <a:r>
              <a:rPr sz="975">
                <a:solidFill>
                  <a:srgbClr val="6B5842"/>
                </a:solidFill>
                <a:latin typeface="NanumGothic"/>
                <a:ea typeface="NanumGothic"/>
                <a:cs typeface="NanumGothic"/>
              </a:rPr>
              <a:t>01</a:t>
            </a:r>
          </a:p>
        </p:txBody>
      </p:sp>
      <p:sp>
        <p:nvSpPr>
          <p:cNvPr id="6" name="service-card-1-frame">
            <a:extLst>
              <a:ext uri="{FF2B5EF4-FFF2-40B4-BE49-F238E27FC236}">
                <a16:creationId xmlns:a16="http://schemas.microsoft.com/office/drawing/2014/main" id="{80943BEF-FA2A-47A5-AE4C-EC76F4F99BE9}"/>
              </a:ext>
            </a:extLst>
          </p:cNvPr>
          <p:cNvSpPr>
            <a:spLocks noGrp="1"/>
          </p:cNvSpPr>
          <p:nvPr/>
        </p:nvSpPr>
        <p:spPr>
          <a:xfrm>
            <a:off x="1381125" y="2686050"/>
            <a:ext cx="2200275"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7" name="service-card-1-header">
            <a:extLst>
              <a:ext uri="{FF2B5EF4-FFF2-40B4-BE49-F238E27FC236}">
                <a16:creationId xmlns:a16="http://schemas.microsoft.com/office/drawing/2014/main" id="{1078AF8E-642D-44C0-83B7-77FFFB1A62EF}"/>
              </a:ext>
            </a:extLst>
          </p:cNvPr>
          <p:cNvSpPr>
            <a:spLocks noGrp="1"/>
          </p:cNvSpPr>
          <p:nvPr/>
        </p:nvSpPr>
        <p:spPr>
          <a:xfrm>
            <a:off x="1400175" y="2705100"/>
            <a:ext cx="2162175"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8" name="card-1-number">
            <a:extLst>
              <a:ext uri="{FF2B5EF4-FFF2-40B4-BE49-F238E27FC236}">
                <a16:creationId xmlns:a16="http://schemas.microsoft.com/office/drawing/2014/main" id="{80D04521-BE46-42AE-BE30-0B99F00E84D1}"/>
              </a:ext>
            </a:extLst>
          </p:cNvPr>
          <p:cNvSpPr>
            <a:spLocks noGrp="1"/>
          </p:cNvSpPr>
          <p:nvPr/>
        </p:nvSpPr>
        <p:spPr>
          <a:xfrm>
            <a:off x="1552575" y="2800350"/>
            <a:ext cx="1857375" cy="285750"/>
          </a:xfrm>
          <a:prstGeom prst="rect">
            <a:avLst/>
          </a:prstGeom>
          <a:noFill/>
          <a:ln w="0">
            <a:noFill/>
          </a:ln>
        </p:spPr>
        <p:txBody>
          <a:bodyPr wrap="square" lIns="0" tIns="0" rIns="0" bIns="0" anchor="t">
            <a:noAutofit/>
          </a:bodyPr>
          <a:lstStyle>
            <a:defPPr algn="l">
              <a:defRPr sz="1650" b="1">
                <a:solidFill>
                  <a:srgbClr val="167D79"/>
                </a:solidFill>
                <a:latin typeface="NanumGothic"/>
                <a:ea typeface="NanumGothic"/>
                <a:cs typeface="NanumGothic"/>
              </a:defRPr>
            </a:defPPr>
          </a:lstStyle>
          <a:p>
            <a:pPr algn="l">
              <a:lnSpc>
                <a:spcPct val="135000"/>
              </a:lnSpc>
              <a:spcBef>
                <a:spcPts val="0"/>
              </a:spcBef>
              <a:spcAft>
                <a:spcPts val="0"/>
              </a:spcAft>
              <a:buNone/>
              <a:defRPr sz="1650" b="1">
                <a:solidFill>
                  <a:srgbClr val="167D79"/>
                </a:solidFill>
                <a:latin typeface="NanumGothic"/>
                <a:ea typeface="NanumGothic"/>
                <a:cs typeface="NanumGothic"/>
              </a:defRPr>
            </a:pPr>
            <a:r>
              <a:rPr sz="1650" b="1">
                <a:solidFill>
                  <a:srgbClr val="167D79"/>
                </a:solidFill>
                <a:latin typeface="NanumGothic"/>
                <a:ea typeface="NanumGothic"/>
                <a:cs typeface="NanumGothic"/>
              </a:rPr>
              <a:t>01</a:t>
            </a:r>
          </a:p>
        </p:txBody>
      </p:sp>
      <p:sp>
        <p:nvSpPr>
          <p:cNvPr id="9" name="card-1-title">
            <a:extLst>
              <a:ext uri="{FF2B5EF4-FFF2-40B4-BE49-F238E27FC236}">
                <a16:creationId xmlns:a16="http://schemas.microsoft.com/office/drawing/2014/main" id="{1CD4B094-0B12-49D9-8AE4-804284D2E71E}"/>
              </a:ext>
            </a:extLst>
          </p:cNvPr>
          <p:cNvSpPr>
            <a:spLocks noGrp="1"/>
          </p:cNvSpPr>
          <p:nvPr/>
        </p:nvSpPr>
        <p:spPr>
          <a:xfrm>
            <a:off x="1552575" y="3152775"/>
            <a:ext cx="1857375" cy="590550"/>
          </a:xfrm>
          <a:prstGeom prst="rect">
            <a:avLst/>
          </a:prstGeom>
          <a:noFill/>
          <a:ln w="0">
            <a:noFill/>
          </a:ln>
        </p:spPr>
        <p:txBody>
          <a:bodyPr wrap="square" lIns="0" tIns="0" rIns="0" bIns="0" anchor="t">
            <a:noAutofit/>
          </a:bodyPr>
          <a:lstStyle>
            <a:defPPr algn="l">
              <a:defRPr sz="1800" b="1">
                <a:solidFill>
                  <a:srgbClr val="183F3D"/>
                </a:solidFill>
                <a:latin typeface="NanumGothic"/>
                <a:ea typeface="NanumGothic"/>
                <a:cs typeface="NanumGothic"/>
              </a:defRPr>
            </a:defPPr>
          </a:lstStyle>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Avro 기반</a:t>
            </a:r>
          </a:p>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스키마 버저닝</a:t>
            </a:r>
          </a:p>
        </p:txBody>
      </p:sp>
      <p:sp>
        <p:nvSpPr>
          <p:cNvPr id="10" name="card-1-body">
            <a:extLst>
              <a:ext uri="{FF2B5EF4-FFF2-40B4-BE49-F238E27FC236}">
                <a16:creationId xmlns:a16="http://schemas.microsoft.com/office/drawing/2014/main" id="{1D69A8BF-0C91-4B62-9187-CB9BA2CE6856}"/>
              </a:ext>
            </a:extLst>
          </p:cNvPr>
          <p:cNvSpPr>
            <a:spLocks noGrp="1"/>
          </p:cNvSpPr>
          <p:nvPr/>
        </p:nvSpPr>
        <p:spPr>
          <a:xfrm>
            <a:off x="1552575" y="3905250"/>
            <a:ext cx="1857375" cy="13144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Schema Registry 연계</a:t>
            </a:r>
          </a:p>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스키마 버전 자동 관리</a:t>
            </a:r>
          </a:p>
        </p:txBody>
      </p:sp>
      <p:sp>
        <p:nvSpPr>
          <p:cNvPr id="11" name="service-card-2-frame">
            <a:extLst>
              <a:ext uri="{FF2B5EF4-FFF2-40B4-BE49-F238E27FC236}">
                <a16:creationId xmlns:a16="http://schemas.microsoft.com/office/drawing/2014/main" id="{30D72C89-0A28-4044-8627-970000577A44}"/>
              </a:ext>
            </a:extLst>
          </p:cNvPr>
          <p:cNvSpPr>
            <a:spLocks noGrp="1"/>
          </p:cNvSpPr>
          <p:nvPr/>
        </p:nvSpPr>
        <p:spPr>
          <a:xfrm>
            <a:off x="3790950" y="2686050"/>
            <a:ext cx="2200275"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12" name="service-card-2-header">
            <a:extLst>
              <a:ext uri="{FF2B5EF4-FFF2-40B4-BE49-F238E27FC236}">
                <a16:creationId xmlns:a16="http://schemas.microsoft.com/office/drawing/2014/main" id="{DD9860A8-E672-4F36-9D5F-486F6B7E7B51}"/>
              </a:ext>
            </a:extLst>
          </p:cNvPr>
          <p:cNvSpPr>
            <a:spLocks noGrp="1"/>
          </p:cNvSpPr>
          <p:nvPr/>
        </p:nvSpPr>
        <p:spPr>
          <a:xfrm>
            <a:off x="3810000" y="2705100"/>
            <a:ext cx="2162175"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13" name="card-2-number">
            <a:extLst>
              <a:ext uri="{FF2B5EF4-FFF2-40B4-BE49-F238E27FC236}">
                <a16:creationId xmlns:a16="http://schemas.microsoft.com/office/drawing/2014/main" id="{EE651A84-99A1-4533-A97D-E2CD7EE2D19F}"/>
              </a:ext>
            </a:extLst>
          </p:cNvPr>
          <p:cNvSpPr>
            <a:spLocks noGrp="1"/>
          </p:cNvSpPr>
          <p:nvPr/>
        </p:nvSpPr>
        <p:spPr>
          <a:xfrm>
            <a:off x="3962400" y="2800350"/>
            <a:ext cx="1857375" cy="285750"/>
          </a:xfrm>
          <a:prstGeom prst="rect">
            <a:avLst/>
          </a:prstGeom>
          <a:noFill/>
          <a:ln w="0">
            <a:noFill/>
          </a:ln>
        </p:spPr>
        <p:txBody>
          <a:bodyPr wrap="square" lIns="0" tIns="0" rIns="0" bIns="0" anchor="t">
            <a:noAutofit/>
          </a:bodyPr>
          <a:lstStyle>
            <a:defPPr algn="l">
              <a:defRPr sz="1650" b="1">
                <a:solidFill>
                  <a:srgbClr val="167D79"/>
                </a:solidFill>
                <a:latin typeface="NanumGothic"/>
                <a:ea typeface="NanumGothic"/>
                <a:cs typeface="NanumGothic"/>
              </a:defRPr>
            </a:defPPr>
          </a:lstStyle>
          <a:p>
            <a:pPr algn="l">
              <a:lnSpc>
                <a:spcPct val="135000"/>
              </a:lnSpc>
              <a:spcBef>
                <a:spcPts val="0"/>
              </a:spcBef>
              <a:spcAft>
                <a:spcPts val="0"/>
              </a:spcAft>
              <a:buNone/>
              <a:defRPr sz="1650" b="1">
                <a:solidFill>
                  <a:srgbClr val="167D79"/>
                </a:solidFill>
                <a:latin typeface="NanumGothic"/>
                <a:ea typeface="NanumGothic"/>
                <a:cs typeface="NanumGothic"/>
              </a:defRPr>
            </a:pPr>
            <a:r>
              <a:rPr sz="1650" b="1">
                <a:solidFill>
                  <a:srgbClr val="167D79"/>
                </a:solidFill>
                <a:latin typeface="NanumGothic"/>
                <a:ea typeface="NanumGothic"/>
                <a:cs typeface="NanumGothic"/>
              </a:rPr>
              <a:t>02</a:t>
            </a:r>
          </a:p>
        </p:txBody>
      </p:sp>
      <p:sp>
        <p:nvSpPr>
          <p:cNvPr id="14" name="card-2-title">
            <a:extLst>
              <a:ext uri="{FF2B5EF4-FFF2-40B4-BE49-F238E27FC236}">
                <a16:creationId xmlns:a16="http://schemas.microsoft.com/office/drawing/2014/main" id="{34BA716F-00FB-4186-B49F-4A3E7EB697C0}"/>
              </a:ext>
            </a:extLst>
          </p:cNvPr>
          <p:cNvSpPr>
            <a:spLocks noGrp="1"/>
          </p:cNvSpPr>
          <p:nvPr/>
        </p:nvSpPr>
        <p:spPr>
          <a:xfrm>
            <a:off x="3962400" y="3152775"/>
            <a:ext cx="1857375" cy="590550"/>
          </a:xfrm>
          <a:prstGeom prst="rect">
            <a:avLst/>
          </a:prstGeom>
          <a:noFill/>
          <a:ln w="0">
            <a:noFill/>
          </a:ln>
        </p:spPr>
        <p:txBody>
          <a:bodyPr wrap="square" lIns="0" tIns="0" rIns="0" bIns="0" anchor="t">
            <a:noAutofit/>
          </a:bodyPr>
          <a:lstStyle>
            <a:defPPr algn="l">
              <a:defRPr sz="1800" b="1">
                <a:solidFill>
                  <a:srgbClr val="183F3D"/>
                </a:solidFill>
                <a:latin typeface="NanumGothic"/>
                <a:ea typeface="NanumGothic"/>
                <a:cs typeface="NanumGothic"/>
              </a:defRPr>
            </a:defPPr>
          </a:lstStyle>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표준화 노드</a:t>
            </a:r>
          </a:p>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고가용성 확보</a:t>
            </a:r>
          </a:p>
        </p:txBody>
      </p:sp>
      <p:sp>
        <p:nvSpPr>
          <p:cNvPr id="15" name="card-2-body">
            <a:extLst>
              <a:ext uri="{FF2B5EF4-FFF2-40B4-BE49-F238E27FC236}">
                <a16:creationId xmlns:a16="http://schemas.microsoft.com/office/drawing/2014/main" id="{B811ABC9-13EA-483E-A240-12EB5F824F4B}"/>
              </a:ext>
            </a:extLst>
          </p:cNvPr>
          <p:cNvSpPr>
            <a:spLocks noGrp="1"/>
          </p:cNvSpPr>
          <p:nvPr/>
        </p:nvSpPr>
        <p:spPr>
          <a:xfrm>
            <a:off x="3962400" y="3905250"/>
            <a:ext cx="1857375" cy="13144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marL="285750" indent="-285750" algn="l">
              <a:lnSpc>
                <a:spcPct val="140000"/>
              </a:lnSpc>
              <a:spcBef>
                <a:spcPts val="0"/>
              </a:spcBef>
              <a:spcAft>
                <a:spcPts val="0"/>
              </a:spcAft>
              <a:buFont typeface="Arial" panose="020B0604020202020204" pitchFamily="34" charset="0"/>
              <a:buChar char="•"/>
              <a:defRPr sz="1500" b="0">
                <a:solidFill>
                  <a:srgbClr val="6B5842"/>
                </a:solidFill>
                <a:latin typeface="NanumGothic"/>
                <a:ea typeface="NanumGothic"/>
                <a:cs typeface="NanumGothic"/>
              </a:defRPr>
            </a:pPr>
            <a:r>
              <a:rPr sz="1500" dirty="0" err="1">
                <a:solidFill>
                  <a:srgbClr val="6B5842"/>
                </a:solidFill>
                <a:latin typeface="NanumGothic"/>
                <a:ea typeface="NanumGothic"/>
                <a:cs typeface="NanumGothic"/>
              </a:rPr>
              <a:t>표준화</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노드</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다중화</a:t>
            </a:r>
            <a:endParaRPr sz="1500" dirty="0">
              <a:solidFill>
                <a:srgbClr val="6B5842"/>
              </a:solidFill>
              <a:latin typeface="NanumGothic"/>
              <a:ea typeface="NanumGothic"/>
              <a:cs typeface="NanumGothic"/>
            </a:endParaRPr>
          </a:p>
          <a:p>
            <a:pPr marL="285750" indent="-285750" algn="l">
              <a:lnSpc>
                <a:spcPct val="140000"/>
              </a:lnSpc>
              <a:spcBef>
                <a:spcPts val="0"/>
              </a:spcBef>
              <a:spcAft>
                <a:spcPts val="0"/>
              </a:spcAft>
              <a:buFont typeface="Arial" panose="020B0604020202020204" pitchFamily="34" charset="0"/>
              <a:buChar char="•"/>
              <a:defRPr sz="1500" b="0">
                <a:solidFill>
                  <a:srgbClr val="6B5842"/>
                </a:solidFill>
                <a:latin typeface="NanumGothic"/>
                <a:ea typeface="NanumGothic"/>
                <a:cs typeface="NanumGothic"/>
              </a:defRPr>
            </a:pPr>
            <a:r>
              <a:rPr sz="1500" dirty="0" err="1">
                <a:solidFill>
                  <a:srgbClr val="6B5842"/>
                </a:solidFill>
                <a:latin typeface="NanumGothic"/>
                <a:ea typeface="NanumGothic"/>
                <a:cs typeface="NanumGothic"/>
              </a:rPr>
              <a:t>장애</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시에도</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처리</a:t>
            </a:r>
            <a:r>
              <a:rPr sz="1500" dirty="0">
                <a:solidFill>
                  <a:srgbClr val="6B5842"/>
                </a:solidFill>
                <a:latin typeface="NanumGothic"/>
                <a:ea typeface="NanumGothic"/>
                <a:cs typeface="NanumGothic"/>
              </a:rPr>
              <a:t> </a:t>
            </a:r>
            <a:r>
              <a:rPr sz="1500" dirty="0" err="1">
                <a:solidFill>
                  <a:srgbClr val="6B5842"/>
                </a:solidFill>
                <a:latin typeface="NanumGothic"/>
                <a:ea typeface="NanumGothic"/>
                <a:cs typeface="NanumGothic"/>
              </a:rPr>
              <a:t>지속</a:t>
            </a:r>
            <a:endParaRPr lang="en-US" sz="1500" dirty="0">
              <a:solidFill>
                <a:srgbClr val="6B5842"/>
              </a:solidFill>
              <a:latin typeface="NanumGothic"/>
              <a:ea typeface="NanumGothic"/>
              <a:cs typeface="NanumGothic"/>
            </a:endParaRPr>
          </a:p>
          <a:p>
            <a:pPr marL="285750" indent="-285750" algn="l">
              <a:lnSpc>
                <a:spcPct val="140000"/>
              </a:lnSpc>
              <a:spcBef>
                <a:spcPts val="0"/>
              </a:spcBef>
              <a:spcAft>
                <a:spcPts val="0"/>
              </a:spcAft>
              <a:buFont typeface="Arial" panose="020B0604020202020204" pitchFamily="34" charset="0"/>
              <a:buChar char="•"/>
              <a:defRPr sz="1500" b="0">
                <a:solidFill>
                  <a:srgbClr val="6B5842"/>
                </a:solidFill>
                <a:latin typeface="NanumGothic"/>
                <a:ea typeface="NanumGothic"/>
                <a:cs typeface="NanumGothic"/>
              </a:defRPr>
            </a:pPr>
            <a:r>
              <a:rPr lang="en-US" sz="1500" dirty="0">
                <a:solidFill>
                  <a:srgbClr val="6B5842"/>
                </a:solidFill>
                <a:latin typeface="NanumGothic"/>
                <a:ea typeface="NanumGothic"/>
                <a:cs typeface="NanumGothic"/>
              </a:rPr>
              <a:t>rebalancing</a:t>
            </a:r>
          </a:p>
          <a:p>
            <a:pPr marL="285750" indent="-285750" algn="l">
              <a:lnSpc>
                <a:spcPct val="140000"/>
              </a:lnSpc>
              <a:spcBef>
                <a:spcPts val="0"/>
              </a:spcBef>
              <a:spcAft>
                <a:spcPts val="0"/>
              </a:spcAft>
              <a:buFont typeface="Arial" panose="020B0604020202020204" pitchFamily="34" charset="0"/>
              <a:buChar char="•"/>
              <a:defRPr sz="1500" b="0">
                <a:solidFill>
                  <a:srgbClr val="6B5842"/>
                </a:solidFill>
                <a:latin typeface="NanumGothic"/>
                <a:ea typeface="NanumGothic"/>
                <a:cs typeface="NanumGothic"/>
              </a:defRPr>
            </a:pPr>
            <a:endParaRPr lang="en-US" sz="1500" dirty="0">
              <a:solidFill>
                <a:srgbClr val="6B5842"/>
              </a:solidFill>
              <a:latin typeface="NanumGothic"/>
              <a:ea typeface="NanumGothic"/>
              <a:cs typeface="NanumGothic"/>
            </a:endParaRPr>
          </a:p>
        </p:txBody>
      </p:sp>
      <p:sp>
        <p:nvSpPr>
          <p:cNvPr id="16" name="service-card-3-frame">
            <a:extLst>
              <a:ext uri="{FF2B5EF4-FFF2-40B4-BE49-F238E27FC236}">
                <a16:creationId xmlns:a16="http://schemas.microsoft.com/office/drawing/2014/main" id="{2BEC0269-2902-4885-ACA1-384BF2F8E81F}"/>
              </a:ext>
            </a:extLst>
          </p:cNvPr>
          <p:cNvSpPr>
            <a:spLocks noGrp="1"/>
          </p:cNvSpPr>
          <p:nvPr/>
        </p:nvSpPr>
        <p:spPr>
          <a:xfrm>
            <a:off x="6200775" y="2686050"/>
            <a:ext cx="2200275"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17" name="service-card-3-header">
            <a:extLst>
              <a:ext uri="{FF2B5EF4-FFF2-40B4-BE49-F238E27FC236}">
                <a16:creationId xmlns:a16="http://schemas.microsoft.com/office/drawing/2014/main" id="{6FD63675-66ED-4AEA-B823-C7B234E640B1}"/>
              </a:ext>
            </a:extLst>
          </p:cNvPr>
          <p:cNvSpPr>
            <a:spLocks noGrp="1"/>
          </p:cNvSpPr>
          <p:nvPr/>
        </p:nvSpPr>
        <p:spPr>
          <a:xfrm>
            <a:off x="6219825" y="2705100"/>
            <a:ext cx="2162175"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18" name="card-3-number">
            <a:extLst>
              <a:ext uri="{FF2B5EF4-FFF2-40B4-BE49-F238E27FC236}">
                <a16:creationId xmlns:a16="http://schemas.microsoft.com/office/drawing/2014/main" id="{F593D2D4-4172-4B96-9DD2-FFE9EDF8F166}"/>
              </a:ext>
            </a:extLst>
          </p:cNvPr>
          <p:cNvSpPr>
            <a:spLocks noGrp="1"/>
          </p:cNvSpPr>
          <p:nvPr/>
        </p:nvSpPr>
        <p:spPr>
          <a:xfrm>
            <a:off x="6372225" y="2800350"/>
            <a:ext cx="1857375" cy="285750"/>
          </a:xfrm>
          <a:prstGeom prst="rect">
            <a:avLst/>
          </a:prstGeom>
          <a:noFill/>
          <a:ln w="0">
            <a:noFill/>
          </a:ln>
        </p:spPr>
        <p:txBody>
          <a:bodyPr wrap="square" lIns="0" tIns="0" rIns="0" bIns="0" anchor="t">
            <a:noAutofit/>
          </a:bodyPr>
          <a:lstStyle>
            <a:defPPr algn="l">
              <a:defRPr sz="1650" b="1">
                <a:solidFill>
                  <a:srgbClr val="167D79"/>
                </a:solidFill>
                <a:latin typeface="NanumGothic"/>
                <a:ea typeface="NanumGothic"/>
                <a:cs typeface="NanumGothic"/>
              </a:defRPr>
            </a:defPPr>
          </a:lstStyle>
          <a:p>
            <a:pPr algn="l">
              <a:lnSpc>
                <a:spcPct val="135000"/>
              </a:lnSpc>
              <a:spcBef>
                <a:spcPts val="0"/>
              </a:spcBef>
              <a:spcAft>
                <a:spcPts val="0"/>
              </a:spcAft>
              <a:buNone/>
              <a:defRPr sz="1650" b="1">
                <a:solidFill>
                  <a:srgbClr val="167D79"/>
                </a:solidFill>
                <a:latin typeface="NanumGothic"/>
                <a:ea typeface="NanumGothic"/>
                <a:cs typeface="NanumGothic"/>
              </a:defRPr>
            </a:pPr>
            <a:r>
              <a:rPr sz="1650" b="1">
                <a:solidFill>
                  <a:srgbClr val="167D79"/>
                </a:solidFill>
                <a:latin typeface="NanumGothic"/>
                <a:ea typeface="NanumGothic"/>
                <a:cs typeface="NanumGothic"/>
              </a:rPr>
              <a:t>03</a:t>
            </a:r>
          </a:p>
        </p:txBody>
      </p:sp>
      <p:sp>
        <p:nvSpPr>
          <p:cNvPr id="19" name="card-3-title">
            <a:extLst>
              <a:ext uri="{FF2B5EF4-FFF2-40B4-BE49-F238E27FC236}">
                <a16:creationId xmlns:a16="http://schemas.microsoft.com/office/drawing/2014/main" id="{487796DE-E91E-44C6-9833-4E8821A0F990}"/>
              </a:ext>
            </a:extLst>
          </p:cNvPr>
          <p:cNvSpPr>
            <a:spLocks noGrp="1"/>
          </p:cNvSpPr>
          <p:nvPr/>
        </p:nvSpPr>
        <p:spPr>
          <a:xfrm>
            <a:off x="6372225" y="3152775"/>
            <a:ext cx="1857375" cy="590550"/>
          </a:xfrm>
          <a:prstGeom prst="rect">
            <a:avLst/>
          </a:prstGeom>
          <a:noFill/>
          <a:ln w="0">
            <a:noFill/>
          </a:ln>
        </p:spPr>
        <p:txBody>
          <a:bodyPr wrap="square" lIns="0" tIns="0" rIns="0" bIns="0" anchor="t">
            <a:noAutofit/>
          </a:bodyPr>
          <a:lstStyle>
            <a:defPPr algn="l">
              <a:defRPr sz="1800" b="1">
                <a:solidFill>
                  <a:srgbClr val="183F3D"/>
                </a:solidFill>
                <a:latin typeface="NanumGothic"/>
                <a:ea typeface="NanumGothic"/>
                <a:cs typeface="NanumGothic"/>
              </a:defRPr>
            </a:defPPr>
          </a:lstStyle>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클러스터 매니저</a:t>
            </a:r>
          </a:p>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변경</a:t>
            </a:r>
          </a:p>
        </p:txBody>
      </p:sp>
      <p:sp>
        <p:nvSpPr>
          <p:cNvPr id="20" name="card-3-body">
            <a:extLst>
              <a:ext uri="{FF2B5EF4-FFF2-40B4-BE49-F238E27FC236}">
                <a16:creationId xmlns:a16="http://schemas.microsoft.com/office/drawing/2014/main" id="{4485AD55-D284-41C0-8804-A59632ED99E3}"/>
              </a:ext>
            </a:extLst>
          </p:cNvPr>
          <p:cNvSpPr>
            <a:spLocks noGrp="1"/>
          </p:cNvSpPr>
          <p:nvPr/>
        </p:nvSpPr>
        <p:spPr>
          <a:xfrm>
            <a:off x="6372225" y="3905250"/>
            <a:ext cx="1857375" cy="13144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Cluster mode 도입</a:t>
            </a:r>
          </a:p>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Driver 실행 위치를</a:t>
            </a:r>
          </a:p>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클러스터 내부로 변경</a:t>
            </a:r>
          </a:p>
        </p:txBody>
      </p:sp>
      <p:sp>
        <p:nvSpPr>
          <p:cNvPr id="21" name="service-card-4-frame">
            <a:extLst>
              <a:ext uri="{FF2B5EF4-FFF2-40B4-BE49-F238E27FC236}">
                <a16:creationId xmlns:a16="http://schemas.microsoft.com/office/drawing/2014/main" id="{00DE311B-DA6A-4E07-AA28-BB2D007CF5C3}"/>
              </a:ext>
            </a:extLst>
          </p:cNvPr>
          <p:cNvSpPr>
            <a:spLocks noGrp="1"/>
          </p:cNvSpPr>
          <p:nvPr/>
        </p:nvSpPr>
        <p:spPr>
          <a:xfrm>
            <a:off x="8610600" y="2686050"/>
            <a:ext cx="2200275" cy="2667000"/>
          </a:xfrm>
          <a:prstGeom prst="rect">
            <a:avLst/>
          </a:prstGeom>
          <a:solidFill>
            <a:srgbClr val="FFFCF7"/>
          </a:solidFill>
          <a:ln w="28575">
            <a:solidFill>
              <a:srgbClr val="167D79"/>
            </a:solidFill>
          </a:ln>
        </p:spPr>
        <p:style>
          <a:lnRef idx="0">
            <a:scrgbClr r="0" g="0" b="0"/>
          </a:lnRef>
          <a:fillRef idx="0">
            <a:scrgbClr r="0" g="0" b="0"/>
          </a:fillRef>
          <a:effectRef idx="10">
            <a:scrgbClr r="0" g="0" b="0"/>
          </a:effectRef>
          <a:fontRef idx="major"/>
        </p:style>
        <p:txBody>
          <a:bodyPr/>
          <a:lstStyle/>
          <a:p>
            <a:endParaRPr>
              <a:latin typeface="NanumGothic"/>
              <a:ea typeface="NanumGothic"/>
              <a:cs typeface="NanumGothic"/>
            </a:endParaRPr>
          </a:p>
        </p:txBody>
      </p:sp>
      <p:sp>
        <p:nvSpPr>
          <p:cNvPr id="22" name="service-card-4-header">
            <a:extLst>
              <a:ext uri="{FF2B5EF4-FFF2-40B4-BE49-F238E27FC236}">
                <a16:creationId xmlns:a16="http://schemas.microsoft.com/office/drawing/2014/main" id="{230C558E-113C-4ED2-B1B2-0D2767DAA722}"/>
              </a:ext>
            </a:extLst>
          </p:cNvPr>
          <p:cNvSpPr>
            <a:spLocks noGrp="1"/>
          </p:cNvSpPr>
          <p:nvPr/>
        </p:nvSpPr>
        <p:spPr>
          <a:xfrm>
            <a:off x="8629650" y="2705100"/>
            <a:ext cx="2162175" cy="1038225"/>
          </a:xfrm>
          <a:prstGeom prst="rect">
            <a:avLst/>
          </a:prstGeom>
          <a:solidFill>
            <a:srgbClr val="EEF3E5"/>
          </a:solidFill>
          <a:ln w="0">
            <a:noFill/>
          </a:ln>
        </p:spPr>
        <p:txBody>
          <a:bodyPr/>
          <a:lstStyle/>
          <a:p>
            <a:endParaRPr>
              <a:latin typeface="NanumGothic"/>
              <a:ea typeface="NanumGothic"/>
              <a:cs typeface="NanumGothic"/>
            </a:endParaRPr>
          </a:p>
        </p:txBody>
      </p:sp>
      <p:sp>
        <p:nvSpPr>
          <p:cNvPr id="23" name="card-4-number">
            <a:extLst>
              <a:ext uri="{FF2B5EF4-FFF2-40B4-BE49-F238E27FC236}">
                <a16:creationId xmlns:a16="http://schemas.microsoft.com/office/drawing/2014/main" id="{E77E2AB0-F527-407D-BD56-F84610B3CEC9}"/>
              </a:ext>
            </a:extLst>
          </p:cNvPr>
          <p:cNvSpPr>
            <a:spLocks noGrp="1"/>
          </p:cNvSpPr>
          <p:nvPr/>
        </p:nvSpPr>
        <p:spPr>
          <a:xfrm>
            <a:off x="8782050" y="2800350"/>
            <a:ext cx="1857375" cy="285750"/>
          </a:xfrm>
          <a:prstGeom prst="rect">
            <a:avLst/>
          </a:prstGeom>
          <a:noFill/>
          <a:ln w="0">
            <a:noFill/>
          </a:ln>
        </p:spPr>
        <p:txBody>
          <a:bodyPr wrap="square" lIns="0" tIns="0" rIns="0" bIns="0" anchor="t">
            <a:noAutofit/>
          </a:bodyPr>
          <a:lstStyle>
            <a:defPPr algn="l">
              <a:defRPr sz="1650" b="1">
                <a:solidFill>
                  <a:srgbClr val="167D79"/>
                </a:solidFill>
                <a:latin typeface="NanumGothic"/>
                <a:ea typeface="NanumGothic"/>
                <a:cs typeface="NanumGothic"/>
              </a:defRPr>
            </a:defPPr>
          </a:lstStyle>
          <a:p>
            <a:pPr algn="l">
              <a:lnSpc>
                <a:spcPct val="135000"/>
              </a:lnSpc>
              <a:spcBef>
                <a:spcPts val="0"/>
              </a:spcBef>
              <a:spcAft>
                <a:spcPts val="0"/>
              </a:spcAft>
              <a:buNone/>
              <a:defRPr sz="1650" b="1">
                <a:solidFill>
                  <a:srgbClr val="167D79"/>
                </a:solidFill>
                <a:latin typeface="NanumGothic"/>
                <a:ea typeface="NanumGothic"/>
                <a:cs typeface="NanumGothic"/>
              </a:defRPr>
            </a:pPr>
            <a:r>
              <a:rPr sz="1650" b="1">
                <a:solidFill>
                  <a:srgbClr val="167D79"/>
                </a:solidFill>
                <a:latin typeface="NanumGothic"/>
                <a:ea typeface="NanumGothic"/>
                <a:cs typeface="NanumGothic"/>
              </a:rPr>
              <a:t>04</a:t>
            </a:r>
          </a:p>
        </p:txBody>
      </p:sp>
      <p:sp>
        <p:nvSpPr>
          <p:cNvPr id="24" name="card-4-title">
            <a:extLst>
              <a:ext uri="{FF2B5EF4-FFF2-40B4-BE49-F238E27FC236}">
                <a16:creationId xmlns:a16="http://schemas.microsoft.com/office/drawing/2014/main" id="{3EF0EF58-EABD-4DCF-AAF9-63CBB51CEBDE}"/>
              </a:ext>
            </a:extLst>
          </p:cNvPr>
          <p:cNvSpPr>
            <a:spLocks noGrp="1"/>
          </p:cNvSpPr>
          <p:nvPr/>
        </p:nvSpPr>
        <p:spPr>
          <a:xfrm>
            <a:off x="8782050" y="3152775"/>
            <a:ext cx="1857375" cy="590550"/>
          </a:xfrm>
          <a:prstGeom prst="rect">
            <a:avLst/>
          </a:prstGeom>
          <a:noFill/>
          <a:ln w="0">
            <a:noFill/>
          </a:ln>
        </p:spPr>
        <p:txBody>
          <a:bodyPr wrap="square" lIns="0" tIns="0" rIns="0" bIns="0" anchor="t">
            <a:noAutofit/>
          </a:bodyPr>
          <a:lstStyle>
            <a:defPPr algn="l">
              <a:defRPr sz="1800" b="1">
                <a:solidFill>
                  <a:srgbClr val="183F3D"/>
                </a:solidFill>
                <a:latin typeface="NanumGothic"/>
                <a:ea typeface="NanumGothic"/>
                <a:cs typeface="NanumGothic"/>
              </a:defRPr>
            </a:defPPr>
          </a:lstStyle>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Checkpoint</a:t>
            </a:r>
          </a:p>
          <a:p>
            <a:pPr algn="l">
              <a:lnSpc>
                <a:spcPct val="120000"/>
              </a:lnSpc>
              <a:spcBef>
                <a:spcPts val="0"/>
              </a:spcBef>
              <a:spcAft>
                <a:spcPts val="0"/>
              </a:spcAft>
              <a:buNone/>
              <a:defRPr sz="1800" b="1">
                <a:solidFill>
                  <a:srgbClr val="183F3D"/>
                </a:solidFill>
                <a:latin typeface="NanumGothic"/>
                <a:ea typeface="NanumGothic"/>
                <a:cs typeface="NanumGothic"/>
              </a:defRPr>
            </a:pPr>
            <a:r>
              <a:rPr sz="1800" b="1">
                <a:solidFill>
                  <a:srgbClr val="183F3D"/>
                </a:solidFill>
                <a:latin typeface="NanumGothic"/>
                <a:ea typeface="NanumGothic"/>
                <a:cs typeface="NanumGothic"/>
              </a:rPr>
              <a:t>공유 저장소</a:t>
            </a:r>
          </a:p>
        </p:txBody>
      </p:sp>
      <p:sp>
        <p:nvSpPr>
          <p:cNvPr id="25" name="card-4-body">
            <a:extLst>
              <a:ext uri="{FF2B5EF4-FFF2-40B4-BE49-F238E27FC236}">
                <a16:creationId xmlns:a16="http://schemas.microsoft.com/office/drawing/2014/main" id="{EE4B751B-C48A-4B4A-BDFD-5A868728F564}"/>
              </a:ext>
            </a:extLst>
          </p:cNvPr>
          <p:cNvSpPr>
            <a:spLocks noGrp="1"/>
          </p:cNvSpPr>
          <p:nvPr/>
        </p:nvSpPr>
        <p:spPr>
          <a:xfrm>
            <a:off x="8782050" y="3905250"/>
            <a:ext cx="1857375" cy="1314450"/>
          </a:xfrm>
          <a:prstGeom prst="rect">
            <a:avLst/>
          </a:prstGeom>
          <a:noFill/>
          <a:ln w="0">
            <a:noFill/>
          </a:ln>
        </p:spPr>
        <p:txBody>
          <a:bodyPr wrap="square" lIns="0" tIns="0" rIns="0" bIns="0" anchor="t">
            <a:noAutofit/>
          </a:bodyPr>
          <a:lstStyle>
            <a:defPPr algn="l">
              <a:defRPr sz="1500" b="0">
                <a:solidFill>
                  <a:srgbClr val="6B5842"/>
                </a:solidFill>
                <a:latin typeface="NanumGothic"/>
                <a:ea typeface="NanumGothic"/>
                <a:cs typeface="NanumGothic"/>
              </a:defRPr>
            </a:defPPr>
          </a:lstStyle>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Spark Driver의</a:t>
            </a:r>
          </a:p>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처리 진행 상태를</a:t>
            </a:r>
          </a:p>
          <a:p>
            <a:pPr algn="l">
              <a:lnSpc>
                <a:spcPct val="140000"/>
              </a:lnSpc>
              <a:spcBef>
                <a:spcPts val="0"/>
              </a:spcBef>
              <a:spcAft>
                <a:spcPts val="0"/>
              </a:spcAft>
              <a:buNone/>
              <a:defRPr sz="1500" b="0">
                <a:solidFill>
                  <a:srgbClr val="6B5842"/>
                </a:solidFill>
                <a:latin typeface="NanumGothic"/>
                <a:ea typeface="NanumGothic"/>
                <a:cs typeface="NanumGothic"/>
              </a:defRPr>
            </a:pPr>
            <a:r>
              <a:rPr sz="1500">
                <a:solidFill>
                  <a:srgbClr val="6B5842"/>
                </a:solidFill>
                <a:latin typeface="NanumGothic"/>
                <a:ea typeface="NanumGothic"/>
                <a:cs typeface="NanumGothic"/>
              </a:rPr>
              <a:t>클라우드 저장소에 공유</a:t>
            </a:r>
          </a:p>
        </p:txBody>
      </p:sp>
      <p:sp>
        <p:nvSpPr>
          <p:cNvPr id="26" name="lead">
            <a:extLst>
              <a:ext uri="{FF2B5EF4-FFF2-40B4-BE49-F238E27FC236}">
                <a16:creationId xmlns:a16="http://schemas.microsoft.com/office/drawing/2014/main" id="{80932E4A-FBBF-49ED-9331-5B4820DFFD8E}"/>
              </a:ext>
            </a:extLst>
          </p:cNvPr>
          <p:cNvSpPr>
            <a:spLocks noGrp="1"/>
          </p:cNvSpPr>
          <p:nvPr/>
        </p:nvSpPr>
        <p:spPr>
          <a:xfrm>
            <a:off x="1381125" y="2181225"/>
            <a:ext cx="9429750" cy="304800"/>
          </a:xfrm>
          <a:prstGeom prst="rect">
            <a:avLst/>
          </a:prstGeom>
          <a:noFill/>
          <a:ln w="0">
            <a:noFill/>
          </a:ln>
        </p:spPr>
        <p:txBody>
          <a:bodyPr wrap="square" lIns="0" tIns="0" rIns="0" bIns="0" anchor="t">
            <a:noAutofit/>
          </a:bodyPr>
          <a:lstStyle>
            <a:defPPr algn="l">
              <a:defRPr sz="1575">
                <a:solidFill>
                  <a:srgbClr val="6B5842"/>
                </a:solidFill>
                <a:latin typeface="NanumGothic"/>
                <a:ea typeface="NanumGothic"/>
                <a:cs typeface="NanumGothic"/>
              </a:defRPr>
            </a:defPPr>
          </a:lstStyle>
          <a:p>
            <a:pPr algn="l">
              <a:lnSpc>
                <a:spcPct val="135000"/>
              </a:lnSpc>
              <a:spcBef>
                <a:spcPts val="0"/>
              </a:spcBef>
              <a:spcAft>
                <a:spcPts val="0"/>
              </a:spcAft>
              <a:buNone/>
              <a:defRPr sz="1575">
                <a:solidFill>
                  <a:srgbClr val="6B5842"/>
                </a:solidFill>
                <a:latin typeface="NanumGothic"/>
                <a:ea typeface="NanumGothic"/>
                <a:cs typeface="NanumGothic"/>
              </a:defRPr>
            </a:pPr>
            <a:r>
              <a:rPr sz="1575">
                <a:solidFill>
                  <a:srgbClr val="6B5842"/>
                </a:solidFill>
                <a:latin typeface="NanumGothic"/>
                <a:ea typeface="NanumGothic"/>
                <a:cs typeface="NanumGothic"/>
              </a:rPr>
              <a:t>스키마 관리와 장애 복구를 강화하기 위한 개선 계획입니다.</a:t>
            </a:r>
          </a:p>
        </p:txBody>
      </p:sp>
      <p:sp>
        <p:nvSpPr>
          <p:cNvPr id="27" name="footer">
            <a:extLst>
              <a:ext uri="{FF2B5EF4-FFF2-40B4-BE49-F238E27FC236}">
                <a16:creationId xmlns:a16="http://schemas.microsoft.com/office/drawing/2014/main" id="{6B1C4E46-781D-41C1-88CE-7132BEB8AAD9}"/>
              </a:ext>
            </a:extLst>
          </p:cNvPr>
          <p:cNvSpPr>
            <a:spLocks noGrp="1"/>
          </p:cNvSpPr>
          <p:nvPr/>
        </p:nvSpPr>
        <p:spPr>
          <a:xfrm>
            <a:off x="3176587" y="5610225"/>
            <a:ext cx="5838826" cy="285750"/>
          </a:xfrm>
          <a:prstGeom prst="rect">
            <a:avLst/>
          </a:prstGeom>
          <a:noFill/>
          <a:ln w="0">
            <a:noFill/>
          </a:ln>
        </p:spPr>
        <p:txBody>
          <a:bodyPr wrap="square" lIns="0" tIns="0" rIns="0" bIns="0" anchor="t">
            <a:noAutofit/>
          </a:bodyPr>
          <a:lstStyle>
            <a:defPPr algn="l">
              <a:defRPr sz="1575" b="1">
                <a:solidFill>
                  <a:srgbClr val="167D79"/>
                </a:solidFill>
                <a:latin typeface="NanumGothic"/>
                <a:ea typeface="NanumGothic"/>
                <a:cs typeface="NanumGothic"/>
              </a:defRPr>
            </a:defPPr>
          </a:lstStyle>
          <a:p>
            <a:pPr algn="l">
              <a:lnSpc>
                <a:spcPct val="135000"/>
              </a:lnSpc>
              <a:spcBef>
                <a:spcPts val="0"/>
              </a:spcBef>
              <a:spcAft>
                <a:spcPts val="0"/>
              </a:spcAft>
              <a:buNone/>
              <a:defRPr sz="1575" b="1">
                <a:solidFill>
                  <a:srgbClr val="167D79"/>
                </a:solidFill>
                <a:latin typeface="NanumGothic"/>
                <a:ea typeface="NanumGothic"/>
                <a:cs typeface="NanumGothic"/>
              </a:defRPr>
            </a:pPr>
            <a:r>
              <a:rPr sz="1575" b="1" dirty="0" err="1">
                <a:solidFill>
                  <a:srgbClr val="167D79"/>
                </a:solidFill>
                <a:latin typeface="NanumGothic"/>
                <a:ea typeface="NanumGothic"/>
                <a:cs typeface="NanumGothic"/>
              </a:rPr>
              <a:t>스키마</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변경과</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서버</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장애에</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대응하는</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운영</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구조로</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개선할</a:t>
            </a:r>
            <a:r>
              <a:rPr sz="1575" b="1" dirty="0">
                <a:solidFill>
                  <a:srgbClr val="167D79"/>
                </a:solidFill>
                <a:latin typeface="NanumGothic"/>
                <a:ea typeface="NanumGothic"/>
                <a:cs typeface="NanumGothic"/>
              </a:rPr>
              <a:t> </a:t>
            </a:r>
            <a:r>
              <a:rPr sz="1575" b="1" dirty="0" err="1">
                <a:solidFill>
                  <a:srgbClr val="167D79"/>
                </a:solidFill>
                <a:latin typeface="NanumGothic"/>
                <a:ea typeface="NanumGothic"/>
                <a:cs typeface="NanumGothic"/>
              </a:rPr>
              <a:t>예정입니다</a:t>
            </a:r>
            <a:r>
              <a:rPr sz="1575" b="1" dirty="0">
                <a:solidFill>
                  <a:srgbClr val="167D79"/>
                </a:solidFill>
                <a:latin typeface="NanumGothic"/>
                <a:ea typeface="NanumGothic"/>
                <a:cs typeface="NanumGothic"/>
              </a:rPr>
              <a:t>.</a:t>
            </a:r>
          </a:p>
        </p:txBody>
      </p:sp>
    </p:spTree>
    <p:extLst>
      <p:ext uri="{BB962C8B-B14F-4D97-AF65-F5344CB8AC3E}">
        <p14:creationId xmlns:p14="http://schemas.microsoft.com/office/powerpoint/2010/main" val="201051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190750" y="1898650"/>
            <a:ext cx="1905000" cy="436017"/>
          </a:xfrm>
          <a:prstGeom prst="rect">
            <a:avLst/>
          </a:prstGeom>
        </p:spPr>
        <p:txBody>
          <a:bodyPr lIns="0" tIns="0" rIns="0" bIns="0" rtlCol="0" anchor="t">
            <a:spAutoFit/>
          </a:bodyPr>
          <a:lstStyle/>
          <a:p>
            <a:pPr>
              <a:lnSpc>
                <a:spcPts val="3420"/>
              </a:lnSpc>
            </a:pPr>
            <a:r>
              <a:rPr lang="en-US" sz="2850" b="1">
                <a:solidFill>
                  <a:srgbClr val="E8B64E"/>
                </a:solidFill>
                <a:latin typeface="Nanum Gothic Eco Bold"/>
                <a:ea typeface="Nanum Gothic Eco Bold"/>
                <a:cs typeface="Nanum Gothic Eco Bold"/>
                <a:sym typeface="Nanum Gothic Eco Bold"/>
              </a:rPr>
              <a:t>05</a:t>
            </a:r>
          </a:p>
        </p:txBody>
      </p:sp>
      <p:sp>
        <p:nvSpPr>
          <p:cNvPr id="5" name="TextBox 5"/>
          <p:cNvSpPr txBox="1"/>
          <p:nvPr/>
        </p:nvSpPr>
        <p:spPr>
          <a:xfrm>
            <a:off x="2190750" y="2794000"/>
            <a:ext cx="7620000" cy="705578"/>
          </a:xfrm>
          <a:prstGeom prst="rect">
            <a:avLst/>
          </a:prstGeom>
        </p:spPr>
        <p:txBody>
          <a:bodyPr lIns="0" tIns="0" rIns="0" bIns="0" rtlCol="0" anchor="t">
            <a:spAutoFit/>
          </a:bodyPr>
          <a:lstStyle/>
          <a:p>
            <a:pPr>
              <a:lnSpc>
                <a:spcPts val="5760"/>
              </a:lnSpc>
            </a:pPr>
            <a:r>
              <a:rPr lang="en-US" sz="4800" b="1">
                <a:solidFill>
                  <a:srgbClr val="FFFCF7"/>
                </a:solidFill>
                <a:latin typeface="Nanum Gothic Eco Bold"/>
                <a:ea typeface="Nanum Gothic Eco Bold"/>
                <a:cs typeface="Nanum Gothic Eco Bold"/>
                <a:sym typeface="Nanum Gothic Eco Bold"/>
              </a:rPr>
              <a:t>광고서버</a:t>
            </a:r>
          </a:p>
        </p:txBody>
      </p:sp>
      <p:sp>
        <p:nvSpPr>
          <p:cNvPr id="6" name="TextBox 6"/>
          <p:cNvSpPr txBox="1"/>
          <p:nvPr/>
        </p:nvSpPr>
        <p:spPr>
          <a:xfrm>
            <a:off x="2190750" y="3810000"/>
            <a:ext cx="7620000" cy="320601"/>
          </a:xfrm>
          <a:prstGeom prst="rect">
            <a:avLst/>
          </a:prstGeom>
        </p:spPr>
        <p:txBody>
          <a:bodyPr lIns="0" tIns="0" rIns="0" bIns="0" rtlCol="0" anchor="t">
            <a:spAutoFit/>
          </a:bodyPr>
          <a:lstStyle/>
          <a:p>
            <a:pPr>
              <a:lnSpc>
                <a:spcPts val="2519"/>
              </a:lnSpc>
            </a:pPr>
            <a:r>
              <a:rPr lang="en-US" sz="2100">
                <a:solidFill>
                  <a:srgbClr val="EED9B5"/>
                </a:solidFill>
                <a:latin typeface="Nanum Gothic Eco"/>
                <a:ea typeface="Nanum Gothic Eco"/>
                <a:cs typeface="Nanum Gothic Eco"/>
                <a:sym typeface="Nanum Gothic Eco"/>
              </a:rPr>
              <a:t>광고 선택부터 반응 판정과 과금까지</a:t>
            </a:r>
          </a:p>
        </p:txBody>
      </p:sp>
      <p:sp>
        <p:nvSpPr>
          <p:cNvPr id="7" name="TextBox 7"/>
          <p:cNvSpPr txBox="1"/>
          <p:nvPr/>
        </p:nvSpPr>
        <p:spPr>
          <a:xfrm>
            <a:off x="2476500" y="4946650"/>
            <a:ext cx="5238750" cy="121572"/>
          </a:xfrm>
          <a:prstGeom prst="rect">
            <a:avLst/>
          </a:prstGeom>
        </p:spPr>
        <p:txBody>
          <a:bodyPr lIns="0" tIns="0" rIns="0" bIns="0" rtlCol="0" anchor="t">
            <a:spAutoFit/>
          </a:bodyPr>
          <a:lstStyle/>
          <a:p>
            <a:pPr>
              <a:lnSpc>
                <a:spcPts val="990"/>
              </a:lnSpc>
            </a:pPr>
            <a:r>
              <a:rPr lang="en-US" sz="825">
                <a:solidFill>
                  <a:srgbClr val="EED9B5"/>
                </a:solidFill>
                <a:latin typeface="Nanum Gothic Eco"/>
                <a:ea typeface="Nanum Gothic Eco"/>
                <a:cs typeface="Nanum Gothic Eco"/>
                <a:sym typeface="Nanum Gothic Eco"/>
              </a:rPr>
              <a:t>PLAYDATA METAVERSE</a:t>
            </a:r>
          </a:p>
        </p:txBody>
      </p:sp>
      <p:sp>
        <p:nvSpPr>
          <p:cNvPr id="8" name="TextBox 8"/>
          <p:cNvSpPr txBox="1"/>
          <p:nvPr/>
        </p:nvSpPr>
        <p:spPr>
          <a:xfrm>
            <a:off x="9239250" y="4851401"/>
            <a:ext cx="285750" cy="169277"/>
          </a:xfrm>
          <a:prstGeom prst="rect">
            <a:avLst/>
          </a:prstGeom>
        </p:spPr>
        <p:txBody>
          <a:bodyPr lIns="0" tIns="0" rIns="0" bIns="0" rtlCol="0" anchor="t">
            <a:spAutoFit/>
          </a:bodyPr>
          <a:lstStyle/>
          <a:p>
            <a:pPr algn="r">
              <a:lnSpc>
                <a:spcPts val="1350"/>
              </a:lnSpc>
            </a:pPr>
            <a:r>
              <a:rPr lang="en-US" sz="1125">
                <a:solidFill>
                  <a:srgbClr val="EED9B5"/>
                </a:solidFill>
                <a:latin typeface="Nanum Gothic Eco"/>
                <a:ea typeface="Nanum Gothic Eco"/>
                <a:cs typeface="Nanum Gothic Eco"/>
                <a:sym typeface="Nanum Gothic Eco"/>
              </a:rPr>
              <a:t>05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pPr>
            <a:r>
              <a:rPr lang="en-US" sz="1200" b="1">
                <a:solidFill>
                  <a:srgbClr val="167D79"/>
                </a:solidFill>
                <a:latin typeface="Nanum Gothic Eco Bold"/>
                <a:ea typeface="Nanum Gothic Eco Bold"/>
                <a:cs typeface="Nanum Gothic Eco Bold"/>
                <a:sym typeface="Nanum Gothic Eco Bold"/>
              </a:rPr>
              <a:t>AD SERVER</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pPr>
            <a:r>
              <a:rPr lang="en-US" sz="3150" b="1">
                <a:solidFill>
                  <a:srgbClr val="183F3D"/>
                </a:solidFill>
                <a:latin typeface="Nanum Gothic Eco Bold"/>
                <a:ea typeface="Nanum Gothic Eco Bold"/>
                <a:cs typeface="Nanum Gothic Eco Bold"/>
                <a:sym typeface="Nanum Gothic Eco Bold"/>
              </a:rPr>
              <a:t>광고 운영과 반응 처리</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13</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810000" cy="278923"/>
          </a:xfrm>
          <a:prstGeom prst="rect">
            <a:avLst/>
          </a:prstGeom>
        </p:spPr>
        <p:txBody>
          <a:bodyPr lIns="0" tIns="0" rIns="0" bIns="0" rtlCol="0" anchor="t">
            <a:spAutoFit/>
          </a:bodyPr>
          <a:lstStyle/>
          <a:p>
            <a:pPr>
              <a:lnSpc>
                <a:spcPts val="2250"/>
              </a:lnSpc>
            </a:pPr>
            <a:r>
              <a:rPr lang="en-US" sz="1875" b="1">
                <a:solidFill>
                  <a:srgbClr val="183F3D"/>
                </a:solidFill>
                <a:latin typeface="Nanum Gothic Eco Bold"/>
                <a:ea typeface="Nanum Gothic Eco Bold"/>
                <a:cs typeface="Nanum Gothic Eco Bold"/>
                <a:sym typeface="Nanum Gothic Eco Bold"/>
              </a:rPr>
              <a:t>광고 등록</a:t>
            </a:r>
          </a:p>
        </p:txBody>
      </p:sp>
      <p:sp>
        <p:nvSpPr>
          <p:cNvPr id="9" name="TextBox 9"/>
          <p:cNvSpPr txBox="1"/>
          <p:nvPr/>
        </p:nvSpPr>
        <p:spPr>
          <a:xfrm>
            <a:off x="1905000" y="2879725"/>
            <a:ext cx="3810000" cy="231217"/>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광고주 화면에서 캠페인·입찰·예산 설정</a:t>
            </a: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810000" cy="278923"/>
          </a:xfrm>
          <a:prstGeom prst="rect">
            <a:avLst/>
          </a:prstGeom>
        </p:spPr>
        <p:txBody>
          <a:bodyPr lIns="0" tIns="0" rIns="0" bIns="0" rtlCol="0" anchor="t">
            <a:spAutoFit/>
          </a:bodyPr>
          <a:lstStyle/>
          <a:p>
            <a:pPr>
              <a:lnSpc>
                <a:spcPts val="2250"/>
              </a:lnSpc>
            </a:pPr>
            <a:r>
              <a:rPr lang="en-US" sz="1875" b="1">
                <a:solidFill>
                  <a:srgbClr val="183F3D"/>
                </a:solidFill>
                <a:latin typeface="Nanum Gothic Eco Bold"/>
                <a:ea typeface="Nanum Gothic Eco Bold"/>
                <a:cs typeface="Nanum Gothic Eco Bold"/>
                <a:sym typeface="Nanum Gothic Eco Bold"/>
              </a:rPr>
              <a:t>광고 선택</a:t>
            </a:r>
          </a:p>
        </p:txBody>
      </p:sp>
      <p:sp>
        <p:nvSpPr>
          <p:cNvPr id="12" name="TextBox 12"/>
          <p:cNvSpPr txBox="1"/>
          <p:nvPr/>
        </p:nvSpPr>
        <p:spPr>
          <a:xfrm>
            <a:off x="1905000" y="3975100"/>
            <a:ext cx="3810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광고 자리마다 요청이 오면</a:t>
            </a:r>
          </a:p>
          <a:p>
            <a:pPr>
              <a:lnSpc>
                <a:spcPts val="1890"/>
              </a:lnSpc>
              <a:spcBef>
                <a:spcPct val="0"/>
              </a:spcBef>
            </a:pPr>
            <a:r>
              <a:rPr lang="en-US" sz="1575">
                <a:solidFill>
                  <a:srgbClr val="6B5842"/>
                </a:solidFill>
                <a:latin typeface="Nanum Gothic Eco"/>
                <a:ea typeface="Nanum Gothic Eco"/>
                <a:cs typeface="Nanum Gothic Eco"/>
                <a:sym typeface="Nanum Gothic Eco"/>
              </a:rPr>
              <a:t>입찰을 비교해 하나를 골라 응답</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810000" cy="278923"/>
          </a:xfrm>
          <a:prstGeom prst="rect">
            <a:avLst/>
          </a:prstGeom>
        </p:spPr>
        <p:txBody>
          <a:bodyPr lIns="0" tIns="0" rIns="0" bIns="0" rtlCol="0" anchor="t">
            <a:spAutoFit/>
          </a:bodyPr>
          <a:lstStyle/>
          <a:p>
            <a:pPr>
              <a:lnSpc>
                <a:spcPts val="2250"/>
              </a:lnSpc>
            </a:pPr>
            <a:r>
              <a:rPr lang="en-US" sz="1875" b="1">
                <a:solidFill>
                  <a:srgbClr val="183F3D"/>
                </a:solidFill>
                <a:latin typeface="Nanum Gothic Eco Bold"/>
                <a:ea typeface="Nanum Gothic Eco Bold"/>
                <a:cs typeface="Nanum Gothic Eco Bold"/>
                <a:sym typeface="Nanum Gothic Eco Bold"/>
              </a:rPr>
              <a:t>반응 판정</a:t>
            </a:r>
          </a:p>
        </p:txBody>
      </p:sp>
      <p:sp>
        <p:nvSpPr>
          <p:cNvPr id="15" name="TextBox 15"/>
          <p:cNvSpPr txBox="1"/>
          <p:nvPr/>
        </p:nvSpPr>
        <p:spPr>
          <a:xfrm>
            <a:off x="1905000" y="5070475"/>
            <a:ext cx="3810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노출·클릭·전환을 규칙 11개로 판정</a:t>
            </a:r>
          </a:p>
          <a:p>
            <a:pPr>
              <a:lnSpc>
                <a:spcPts val="1890"/>
              </a:lnSpc>
              <a:spcBef>
                <a:spcPct val="0"/>
              </a:spcBef>
            </a:pPr>
            <a:r>
              <a:rPr lang="en-US" sz="1575">
                <a:solidFill>
                  <a:srgbClr val="6B5842"/>
                </a:solidFill>
                <a:latin typeface="Nanum Gothic Eco"/>
                <a:ea typeface="Nanum Gothic Eco"/>
                <a:cs typeface="Nanum Gothic Eco"/>
                <a:sym typeface="Nanum Gothic Eco"/>
              </a:rPr>
              <a:t>받아들인 반응만 과금</a:t>
            </a:r>
          </a:p>
        </p:txBody>
      </p:sp>
      <p:grpSp>
        <p:nvGrpSpPr>
          <p:cNvPr id="16" name="Group 16"/>
          <p:cNvGrpSpPr/>
          <p:nvPr/>
        </p:nvGrpSpPr>
        <p:grpSpPr>
          <a:xfrm>
            <a:off x="6191250" y="2857703"/>
            <a:ext cx="4619625" cy="2599919"/>
            <a:chOff x="0" y="0"/>
            <a:chExt cx="9239250" cy="5199837"/>
          </a:xfrm>
        </p:grpSpPr>
        <p:sp>
          <p:nvSpPr>
            <p:cNvPr id="17" name="Freeform 17"/>
            <p:cNvSpPr/>
            <p:nvPr/>
          </p:nvSpPr>
          <p:spPr>
            <a:xfrm>
              <a:off x="0" y="0"/>
              <a:ext cx="9239250" cy="5199888"/>
            </a:xfrm>
            <a:custGeom>
              <a:avLst/>
              <a:gdLst/>
              <a:ahLst/>
              <a:cxnLst/>
              <a:rect l="l" t="t" r="r" b="b"/>
              <a:pathLst>
                <a:path w="9239250" h="5199888">
                  <a:moveTo>
                    <a:pt x="0" y="0"/>
                  </a:moveTo>
                  <a:lnTo>
                    <a:pt x="9239250" y="0"/>
                  </a:lnTo>
                  <a:lnTo>
                    <a:pt x="9239250" y="5199888"/>
                  </a:lnTo>
                  <a:lnTo>
                    <a:pt x="0" y="5199888"/>
                  </a:lnTo>
                  <a:lnTo>
                    <a:pt x="0" y="0"/>
                  </a:lnTo>
                  <a:close/>
                </a:path>
              </a:pathLst>
            </a:custGeom>
            <a:blipFill>
              <a:blip r:embed="rId4"/>
              <a:stretch>
                <a:fillRect/>
              </a:stretch>
            </a:blipFill>
          </p:spPr>
          <p:txBody>
            <a:bodyPr/>
            <a:lstStyle/>
            <a:p>
              <a:endParaRPr lang="ko-KR" altLang="en-US" sz="1200"/>
            </a:p>
          </p:txBody>
        </p:sp>
      </p:grpSp>
      <p:sp>
        <p:nvSpPr>
          <p:cNvPr id="18" name="TextBox 18"/>
          <p:cNvSpPr txBox="1"/>
          <p:nvPr/>
        </p:nvSpPr>
        <p:spPr>
          <a:xfrm>
            <a:off x="6191250" y="5603876"/>
            <a:ext cx="4619625"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게임 속 캠퍼스 광고판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ARCHITECTURE</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광고 서버 구성과 데이터 흐름</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14</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spcBef>
                <a:spcPct val="0"/>
              </a:spcBef>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381126" y="3565525"/>
            <a:ext cx="400050" cy="243143"/>
          </a:xfrm>
          <a:prstGeom prst="rect">
            <a:avLst/>
          </a:prstGeom>
        </p:spPr>
        <p:txBody>
          <a:bodyPr lIns="0" tIns="0" rIns="0" bIns="0" rtlCol="0" anchor="t">
            <a:spAutoFit/>
          </a:bodyPr>
          <a:lstStyle/>
          <a:p>
            <a:pPr>
              <a:lnSpc>
                <a:spcPts val="1980"/>
              </a:lnSpc>
              <a:spcBef>
                <a:spcPct val="0"/>
              </a:spcBef>
            </a:pPr>
            <a:r>
              <a:rPr lang="en-US" sz="1650" b="1">
                <a:solidFill>
                  <a:srgbClr val="167D79"/>
                </a:solidFill>
                <a:latin typeface="Nanum Gothic Eco Bold"/>
                <a:ea typeface="Nanum Gothic Eco Bold"/>
                <a:cs typeface="Nanum Gothic Eco Bold"/>
                <a:sym typeface="Nanum Gothic Eco Bold"/>
              </a:rPr>
              <a:t>02</a:t>
            </a:r>
          </a:p>
        </p:txBody>
      </p:sp>
      <p:sp>
        <p:nvSpPr>
          <p:cNvPr id="9" name="TextBox 9"/>
          <p:cNvSpPr txBox="1"/>
          <p:nvPr/>
        </p:nvSpPr>
        <p:spPr>
          <a:xfrm>
            <a:off x="1381126" y="4660901"/>
            <a:ext cx="400050" cy="243143"/>
          </a:xfrm>
          <a:prstGeom prst="rect">
            <a:avLst/>
          </a:prstGeom>
        </p:spPr>
        <p:txBody>
          <a:bodyPr lIns="0" tIns="0" rIns="0" bIns="0" rtlCol="0" anchor="t">
            <a:spAutoFit/>
          </a:bodyPr>
          <a:lstStyle/>
          <a:p>
            <a:pPr>
              <a:lnSpc>
                <a:spcPts val="1980"/>
              </a:lnSpc>
              <a:spcBef>
                <a:spcPct val="0"/>
              </a:spcBef>
            </a:pPr>
            <a:r>
              <a:rPr lang="en-US" sz="1650" b="1">
                <a:solidFill>
                  <a:srgbClr val="167D79"/>
                </a:solidFill>
                <a:latin typeface="Nanum Gothic Eco Bold"/>
                <a:ea typeface="Nanum Gothic Eco Bold"/>
                <a:cs typeface="Nanum Gothic Eco Bold"/>
                <a:sym typeface="Nanum Gothic Eco Bold"/>
              </a:rPr>
              <a:t>03</a:t>
            </a:r>
          </a:p>
        </p:txBody>
      </p:sp>
      <p:sp>
        <p:nvSpPr>
          <p:cNvPr id="10" name="TextBox 10"/>
          <p:cNvSpPr txBox="1"/>
          <p:nvPr/>
        </p:nvSpPr>
        <p:spPr>
          <a:xfrm>
            <a:off x="1905000" y="2444750"/>
            <a:ext cx="3175000" cy="279692"/>
          </a:xfrm>
          <a:prstGeom prst="rect">
            <a:avLst/>
          </a:prstGeom>
        </p:spPr>
        <p:txBody>
          <a:bodyPr lIns="0" tIns="0" rIns="0" bIns="0" rtlCol="0" anchor="t">
            <a:spAutoFit/>
          </a:bodyPr>
          <a:lstStyle/>
          <a:p>
            <a:pPr>
              <a:lnSpc>
                <a:spcPts val="2279"/>
              </a:lnSpc>
              <a:spcBef>
                <a:spcPct val="0"/>
              </a:spcBef>
            </a:pPr>
            <a:r>
              <a:rPr lang="en-US" sz="1900" b="1">
                <a:solidFill>
                  <a:srgbClr val="183F3D"/>
                </a:solidFill>
                <a:latin typeface="Nanum Gothic Eco Bold"/>
                <a:ea typeface="Nanum Gothic Eco Bold"/>
                <a:cs typeface="Nanum Gothic Eco Bold"/>
                <a:sym typeface="Nanum Gothic Eco Bold"/>
              </a:rPr>
              <a:t>프론트 / 백 분리</a:t>
            </a:r>
          </a:p>
        </p:txBody>
      </p:sp>
      <p:sp>
        <p:nvSpPr>
          <p:cNvPr id="11" name="TextBox 11"/>
          <p:cNvSpPr txBox="1"/>
          <p:nvPr/>
        </p:nvSpPr>
        <p:spPr>
          <a:xfrm>
            <a:off x="1905000" y="3540126"/>
            <a:ext cx="3175000" cy="279692"/>
          </a:xfrm>
          <a:prstGeom prst="rect">
            <a:avLst/>
          </a:prstGeom>
        </p:spPr>
        <p:txBody>
          <a:bodyPr lIns="0" tIns="0" rIns="0" bIns="0" rtlCol="0" anchor="t">
            <a:spAutoFit/>
          </a:bodyPr>
          <a:lstStyle/>
          <a:p>
            <a:pPr>
              <a:lnSpc>
                <a:spcPts val="2279"/>
              </a:lnSpc>
              <a:spcBef>
                <a:spcPct val="0"/>
              </a:spcBef>
            </a:pPr>
            <a:r>
              <a:rPr lang="en-US" sz="1900" b="1">
                <a:solidFill>
                  <a:srgbClr val="183F3D"/>
                </a:solidFill>
                <a:latin typeface="Nanum Gothic Eco Bold"/>
                <a:ea typeface="Nanum Gothic Eco Bold"/>
                <a:cs typeface="Nanum Gothic Eco Bold"/>
                <a:sym typeface="Nanum Gothic Eco Bold"/>
              </a:rPr>
              <a:t>한 트랜잭션 + outbox</a:t>
            </a:r>
          </a:p>
        </p:txBody>
      </p:sp>
      <p:sp>
        <p:nvSpPr>
          <p:cNvPr id="12" name="TextBox 12"/>
          <p:cNvSpPr txBox="1"/>
          <p:nvPr/>
        </p:nvSpPr>
        <p:spPr>
          <a:xfrm>
            <a:off x="1905000" y="4635500"/>
            <a:ext cx="3175000" cy="279692"/>
          </a:xfrm>
          <a:prstGeom prst="rect">
            <a:avLst/>
          </a:prstGeom>
        </p:spPr>
        <p:txBody>
          <a:bodyPr lIns="0" tIns="0" rIns="0" bIns="0" rtlCol="0" anchor="t">
            <a:spAutoFit/>
          </a:bodyPr>
          <a:lstStyle/>
          <a:p>
            <a:pPr>
              <a:lnSpc>
                <a:spcPts val="2279"/>
              </a:lnSpc>
              <a:spcBef>
                <a:spcPct val="0"/>
              </a:spcBef>
            </a:pPr>
            <a:r>
              <a:rPr lang="en-US" sz="1900" b="1">
                <a:solidFill>
                  <a:srgbClr val="183F3D"/>
                </a:solidFill>
                <a:latin typeface="Nanum Gothic Eco Bold"/>
                <a:ea typeface="Nanum Gothic Eco Bold"/>
                <a:cs typeface="Nanum Gothic Eco Bold"/>
                <a:sym typeface="Nanum Gothic Eco Bold"/>
              </a:rPr>
              <a:t>매체 API는 내부망만</a:t>
            </a:r>
          </a:p>
        </p:txBody>
      </p:sp>
      <p:sp>
        <p:nvSpPr>
          <p:cNvPr id="13" name="TextBox 13"/>
          <p:cNvSpPr txBox="1"/>
          <p:nvPr/>
        </p:nvSpPr>
        <p:spPr>
          <a:xfrm>
            <a:off x="5245100" y="5600700"/>
            <a:ext cx="5562600" cy="243656"/>
          </a:xfrm>
          <a:prstGeom prst="rect">
            <a:avLst/>
          </a:prstGeom>
        </p:spPr>
        <p:txBody>
          <a:bodyPr lIns="0" tIns="0" rIns="0" bIns="0" rtlCol="0" anchor="t">
            <a:spAutoFit/>
          </a:bodyPr>
          <a:lstStyle/>
          <a:p>
            <a:pPr>
              <a:lnSpc>
                <a:spcPts val="1919"/>
              </a:lnSpc>
              <a:spcBef>
                <a:spcPct val="0"/>
              </a:spcBef>
            </a:pPr>
            <a:r>
              <a:rPr lang="en-US" sz="1600" b="1">
                <a:solidFill>
                  <a:srgbClr val="167D79"/>
                </a:solidFill>
                <a:latin typeface="Nanum Gothic Eco Bold"/>
                <a:ea typeface="Nanum Gothic Eco Bold"/>
                <a:cs typeface="Nanum Gothic Eco Bold"/>
                <a:sym typeface="Nanum Gothic Eco Bold"/>
              </a:rPr>
              <a:t>관리자 경로는 강의실 IP만 허용</a:t>
            </a:r>
          </a:p>
        </p:txBody>
      </p:sp>
      <p:sp>
        <p:nvSpPr>
          <p:cNvPr id="14" name="TextBox 14"/>
          <p:cNvSpPr txBox="1"/>
          <p:nvPr/>
        </p:nvSpPr>
        <p:spPr>
          <a:xfrm>
            <a:off x="1905000" y="2886075"/>
            <a:ext cx="3175000" cy="487313"/>
          </a:xfrm>
          <a:prstGeom prst="rect">
            <a:avLst/>
          </a:prstGeom>
        </p:spPr>
        <p:txBody>
          <a:bodyPr lIns="0" tIns="0" rIns="0" bIns="0" rtlCol="0" anchor="t">
            <a:spAutoFit/>
          </a:bodyPr>
          <a:lstStyle/>
          <a:p>
            <a:pPr>
              <a:lnSpc>
                <a:spcPts val="1919"/>
              </a:lnSpc>
              <a:spcBef>
                <a:spcPct val="0"/>
              </a:spcBef>
            </a:pPr>
            <a:r>
              <a:rPr lang="en-US" sz="1600">
                <a:solidFill>
                  <a:srgbClr val="6B5842"/>
                </a:solidFill>
                <a:latin typeface="Nanum Gothic Eco"/>
                <a:ea typeface="Nanum Gothic Eco"/>
                <a:cs typeface="Nanum Gothic Eco"/>
                <a:sym typeface="Nanum Gothic Eco"/>
              </a:rPr>
              <a:t>공개된 프론트는 DB 없이 화면만,</a:t>
            </a:r>
          </a:p>
          <a:p>
            <a:pPr>
              <a:lnSpc>
                <a:spcPts val="1919"/>
              </a:lnSpc>
              <a:spcBef>
                <a:spcPct val="0"/>
              </a:spcBef>
            </a:pPr>
            <a:r>
              <a:rPr lang="en-US" sz="1600">
                <a:solidFill>
                  <a:srgbClr val="6B5842"/>
                </a:solidFill>
                <a:latin typeface="Nanum Gothic Eco"/>
                <a:ea typeface="Nanum Gothic Eco"/>
                <a:cs typeface="Nanum Gothic Eco"/>
                <a:sym typeface="Nanum Gothic Eco"/>
              </a:rPr>
              <a:t>판단·저장은 내부망 백 서버</a:t>
            </a:r>
          </a:p>
        </p:txBody>
      </p:sp>
      <p:sp>
        <p:nvSpPr>
          <p:cNvPr id="15" name="TextBox 15"/>
          <p:cNvSpPr txBox="1"/>
          <p:nvPr/>
        </p:nvSpPr>
        <p:spPr>
          <a:xfrm>
            <a:off x="1905000" y="3981451"/>
            <a:ext cx="3175000" cy="487313"/>
          </a:xfrm>
          <a:prstGeom prst="rect">
            <a:avLst/>
          </a:prstGeom>
        </p:spPr>
        <p:txBody>
          <a:bodyPr lIns="0" tIns="0" rIns="0" bIns="0" rtlCol="0" anchor="t">
            <a:spAutoFit/>
          </a:bodyPr>
          <a:lstStyle/>
          <a:p>
            <a:pPr>
              <a:lnSpc>
                <a:spcPts val="1919"/>
              </a:lnSpc>
              <a:spcBef>
                <a:spcPct val="0"/>
              </a:spcBef>
            </a:pPr>
            <a:r>
              <a:rPr lang="en-US" sz="1600">
                <a:solidFill>
                  <a:srgbClr val="6B5842"/>
                </a:solidFill>
                <a:latin typeface="Nanum Gothic Eco"/>
                <a:ea typeface="Nanum Gothic Eco"/>
                <a:cs typeface="Nanum Gothic Eco"/>
                <a:sym typeface="Nanum Gothic Eco"/>
              </a:rPr>
              <a:t>업무 데이터와 이벤트를 함께 커밋,</a:t>
            </a:r>
          </a:p>
          <a:p>
            <a:pPr>
              <a:lnSpc>
                <a:spcPts val="1919"/>
              </a:lnSpc>
              <a:spcBef>
                <a:spcPct val="0"/>
              </a:spcBef>
            </a:pPr>
            <a:r>
              <a:rPr lang="en-US" sz="1600">
                <a:solidFill>
                  <a:srgbClr val="6B5842"/>
                </a:solidFill>
                <a:latin typeface="Nanum Gothic Eco"/>
                <a:ea typeface="Nanum Gothic Eco"/>
                <a:cs typeface="Nanum Gothic Eco"/>
                <a:sym typeface="Nanum Gothic Eco"/>
              </a:rPr>
              <a:t>중계가 MongoDB로 옮긴다</a:t>
            </a:r>
          </a:p>
        </p:txBody>
      </p:sp>
      <p:sp>
        <p:nvSpPr>
          <p:cNvPr id="16" name="TextBox 16"/>
          <p:cNvSpPr txBox="1"/>
          <p:nvPr/>
        </p:nvSpPr>
        <p:spPr>
          <a:xfrm>
            <a:off x="1905000" y="5076826"/>
            <a:ext cx="3175000" cy="487313"/>
          </a:xfrm>
          <a:prstGeom prst="rect">
            <a:avLst/>
          </a:prstGeom>
        </p:spPr>
        <p:txBody>
          <a:bodyPr lIns="0" tIns="0" rIns="0" bIns="0" rtlCol="0" anchor="t">
            <a:spAutoFit/>
          </a:bodyPr>
          <a:lstStyle/>
          <a:p>
            <a:pPr>
              <a:lnSpc>
                <a:spcPts val="1919"/>
              </a:lnSpc>
              <a:spcBef>
                <a:spcPct val="0"/>
              </a:spcBef>
            </a:pPr>
            <a:r>
              <a:rPr lang="en-US" sz="1600">
                <a:solidFill>
                  <a:srgbClr val="6B5842"/>
                </a:solidFill>
                <a:latin typeface="Nanum Gothic Eco"/>
                <a:ea typeface="Nanum Gothic Eco"/>
                <a:cs typeface="Nanum Gothic Eco"/>
                <a:sym typeface="Nanum Gothic Eco"/>
              </a:rPr>
              <a:t>게임 백엔드만 백 서버를 부르고</a:t>
            </a:r>
          </a:p>
          <a:p>
            <a:pPr>
              <a:lnSpc>
                <a:spcPts val="1919"/>
              </a:lnSpc>
              <a:spcBef>
                <a:spcPct val="0"/>
              </a:spcBef>
            </a:pPr>
            <a:r>
              <a:rPr lang="en-US" sz="1600">
                <a:solidFill>
                  <a:srgbClr val="6B5842"/>
                </a:solidFill>
                <a:latin typeface="Nanum Gothic Eco"/>
                <a:ea typeface="Nanum Gothic Eco"/>
                <a:cs typeface="Nanum Gothic Eco"/>
                <a:sym typeface="Nanum Gothic Eco"/>
              </a:rPr>
              <a:t>바깥에는 열지 않는다</a:t>
            </a:r>
          </a:p>
        </p:txBody>
      </p:sp>
      <p:sp>
        <p:nvSpPr>
          <p:cNvPr id="17" name="Freeform 17" descr="광고 서버 서버 구성과 데이터 흐름: 브라우저→nginx→프론트 Django→백 Django, 매체 서버→백(내부망), 백→MySQL(업무+outbox)→중계→MongoDB→데이터 파이프라인"/>
          <p:cNvSpPr/>
          <p:nvPr/>
        </p:nvSpPr>
        <p:spPr>
          <a:xfrm>
            <a:off x="5245100" y="2317750"/>
            <a:ext cx="5562600" cy="3206750"/>
          </a:xfrm>
          <a:custGeom>
            <a:avLst/>
            <a:gdLst/>
            <a:ahLst/>
            <a:cxnLst/>
            <a:rect l="l" t="t" r="r" b="b"/>
            <a:pathLst>
              <a:path w="8343900" h="4810125">
                <a:moveTo>
                  <a:pt x="0" y="0"/>
                </a:moveTo>
                <a:lnTo>
                  <a:pt x="8343900" y="0"/>
                </a:lnTo>
                <a:lnTo>
                  <a:pt x="8343900" y="4810125"/>
                </a:lnTo>
                <a:lnTo>
                  <a:pt x="0" y="4810125"/>
                </a:lnTo>
                <a:lnTo>
                  <a:pt x="0" y="0"/>
                </a:lnTo>
                <a:close/>
              </a:path>
            </a:pathLst>
          </a:custGeom>
          <a:blipFill>
            <a:blip r:embed="rId4"/>
            <a:stretch>
              <a:fillRect l="-20" r="-20"/>
            </a:stretch>
          </a:blipFill>
        </p:spPr>
        <p:txBody>
          <a:bodyPr/>
          <a:lstStyle/>
          <a:p>
            <a:endParaRPr lang="ko-KR" altLang="en-US" sz="1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ENGINE</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순수 함수로 된 광고 결정</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15</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DB·Django를 모른다</a:t>
            </a:r>
          </a:p>
        </p:txBody>
      </p:sp>
      <p:sp>
        <p:nvSpPr>
          <p:cNvPr id="9" name="TextBox 9"/>
          <p:cNvSpPr txBox="1"/>
          <p:nvPr/>
        </p:nvSpPr>
        <p:spPr>
          <a:xfrm>
            <a:off x="1905000" y="287972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값만 받아 결과를 돌려주는</a:t>
            </a:r>
          </a:p>
          <a:p>
            <a:pPr>
              <a:lnSpc>
                <a:spcPts val="1890"/>
              </a:lnSpc>
              <a:spcBef>
                <a:spcPct val="0"/>
              </a:spcBef>
            </a:pPr>
            <a:r>
              <a:rPr lang="en-US" sz="1575">
                <a:solidFill>
                  <a:srgbClr val="6B5842"/>
                </a:solidFill>
                <a:latin typeface="Nanum Gothic Eco"/>
                <a:ea typeface="Nanum Gothic Eco"/>
                <a:cs typeface="Nanum Gothic Eco"/>
                <a:sym typeface="Nanum Gothic Eco"/>
              </a:rPr>
              <a:t>순수 파이썬 함수</a:t>
            </a: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금액 → 필터 → 정책</a:t>
            </a:r>
          </a:p>
        </p:txBody>
      </p:sp>
      <p:sp>
        <p:nvSpPr>
          <p:cNvPr id="12" name="TextBox 12"/>
          <p:cNvSpPr txBox="1"/>
          <p:nvPr/>
        </p:nvSpPr>
        <p:spPr>
          <a:xfrm>
            <a:off x="1905000" y="3975100"/>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적용 금액을 계산하고</a:t>
            </a:r>
          </a:p>
          <a:p>
            <a:pPr>
              <a:lnSpc>
                <a:spcPts val="1890"/>
              </a:lnSpc>
              <a:spcBef>
                <a:spcPct val="0"/>
              </a:spcBef>
            </a:pPr>
            <a:r>
              <a:rPr lang="en-US" sz="1575">
                <a:solidFill>
                  <a:srgbClr val="6B5842"/>
                </a:solidFill>
                <a:latin typeface="Nanum Gothic Eco"/>
                <a:ea typeface="Nanum Gothic Eco"/>
                <a:cs typeface="Nanum Gothic Eco"/>
                <a:sym typeface="Nanum Gothic Eco"/>
              </a:rPr>
              <a:t>자격 필터 5개, 선택 정책 순서</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규칙은 한 곳에만</a:t>
            </a:r>
          </a:p>
        </p:txBody>
      </p:sp>
      <p:sp>
        <p:nvSpPr>
          <p:cNvPr id="15" name="TextBox 15"/>
          <p:cNvSpPr txBox="1"/>
          <p:nvPr/>
        </p:nvSpPr>
        <p:spPr>
          <a:xfrm>
            <a:off x="1905000" y="507047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선택·광고주 안내·종료 판정이</a:t>
            </a:r>
          </a:p>
          <a:p>
            <a:pPr>
              <a:lnSpc>
                <a:spcPts val="1890"/>
              </a:lnSpc>
              <a:spcBef>
                <a:spcPct val="0"/>
              </a:spcBef>
            </a:pPr>
            <a:r>
              <a:rPr lang="en-US" sz="1575">
                <a:solidFill>
                  <a:srgbClr val="6B5842"/>
                </a:solidFill>
                <a:latin typeface="Nanum Gothic Eco"/>
                <a:ea typeface="Nanum Gothic Eco"/>
                <a:cs typeface="Nanum Gothic Eco"/>
                <a:sym typeface="Nanum Gothic Eco"/>
              </a:rPr>
              <a:t>같은 pricing.py를 쓴다</a:t>
            </a:r>
          </a:p>
        </p:txBody>
      </p:sp>
      <p:grpSp>
        <p:nvGrpSpPr>
          <p:cNvPr id="16" name="Group 16"/>
          <p:cNvGrpSpPr/>
          <p:nvPr/>
        </p:nvGrpSpPr>
        <p:grpSpPr>
          <a:xfrm>
            <a:off x="5245100" y="2317750"/>
            <a:ext cx="5562600" cy="3206750"/>
            <a:chOff x="0" y="0"/>
            <a:chExt cx="11125200" cy="6413500"/>
          </a:xfrm>
        </p:grpSpPr>
        <p:sp>
          <p:nvSpPr>
            <p:cNvPr id="17" name="Freeform 17" descr="engine/api.py의 decide()와 engine/pricing.py의 effect_of() 코드 발췌"/>
            <p:cNvSpPr/>
            <p:nvPr/>
          </p:nvSpPr>
          <p:spPr>
            <a:xfrm>
              <a:off x="0" y="0"/>
              <a:ext cx="11125200" cy="6413551"/>
            </a:xfrm>
            <a:custGeom>
              <a:avLst/>
              <a:gdLst/>
              <a:ahLst/>
              <a:cxnLst/>
              <a:rect l="l" t="t" r="r" b="b"/>
              <a:pathLst>
                <a:path w="11125200" h="6413551">
                  <a:moveTo>
                    <a:pt x="0" y="0"/>
                  </a:moveTo>
                  <a:lnTo>
                    <a:pt x="11125200" y="0"/>
                  </a:lnTo>
                  <a:lnTo>
                    <a:pt x="11125200" y="6413551"/>
                  </a:lnTo>
                  <a:lnTo>
                    <a:pt x="0" y="6413551"/>
                  </a:lnTo>
                  <a:lnTo>
                    <a:pt x="0" y="0"/>
                  </a:lnTo>
                  <a:close/>
                </a:path>
              </a:pathLst>
            </a:custGeom>
            <a:blipFill>
              <a:blip r:embed="rId4"/>
              <a:stretch>
                <a:fillRect l="-20" r="-20"/>
              </a:stretch>
            </a:blipFill>
          </p:spPr>
          <p:txBody>
            <a:bodyPr/>
            <a:lstStyle/>
            <a:p>
              <a:endParaRPr lang="ko-KR" altLang="en-US" sz="1200"/>
            </a:p>
          </p:txBody>
        </p:sp>
      </p:grpSp>
      <p:sp>
        <p:nvSpPr>
          <p:cNvPr id="18" name="TextBox 18"/>
          <p:cNvSpPr txBox="1"/>
          <p:nvPr/>
        </p:nvSpPr>
        <p:spPr>
          <a:xfrm>
            <a:off x="5245100" y="5594350"/>
            <a:ext cx="5562600"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다른 모듈은 engine/api.py 한 곳만 부른다</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POLICY</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선택 정책과 과금 정책</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16</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상한 근접 가중 추첨</a:t>
            </a:r>
          </a:p>
        </p:txBody>
      </p:sp>
      <p:sp>
        <p:nvSpPr>
          <p:cNvPr id="9" name="TextBox 9"/>
          <p:cNvSpPr txBox="1"/>
          <p:nvPr/>
        </p:nvSpPr>
        <p:spPr>
          <a:xfrm>
            <a:off x="1905000" y="287972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상한에 가까울수록 자주,</a:t>
            </a:r>
          </a:p>
          <a:p>
            <a:pPr>
              <a:lnSpc>
                <a:spcPts val="1890"/>
              </a:lnSpc>
              <a:spcBef>
                <a:spcPct val="0"/>
              </a:spcBef>
            </a:pPr>
            <a:r>
              <a:rPr lang="en-US" sz="1575">
                <a:solidFill>
                  <a:srgbClr val="6B5842"/>
                </a:solidFill>
                <a:latin typeface="Nanum Gothic Eco"/>
                <a:ea typeface="Nanum Gothic Eco"/>
                <a:cs typeface="Nanum Gothic Eco"/>
                <a:sym typeface="Nanum Gothic Eco"/>
              </a:rPr>
              <a:t>하한 근처도 0은 아니다</a:t>
            </a: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반응 비율 과금</a:t>
            </a:r>
          </a:p>
        </p:txBody>
      </p:sp>
      <p:sp>
        <p:nvSpPr>
          <p:cNvPr id="12" name="TextBox 12"/>
          <p:cNvSpPr txBox="1"/>
          <p:nvPr/>
        </p:nvSpPr>
        <p:spPr>
          <a:xfrm>
            <a:off x="1905000" y="3975100"/>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반응 하나 = 적용 금액 ×</a:t>
            </a:r>
          </a:p>
          <a:p>
            <a:pPr>
              <a:lnSpc>
                <a:spcPts val="1890"/>
              </a:lnSpc>
              <a:spcBef>
                <a:spcPct val="0"/>
              </a:spcBef>
            </a:pPr>
            <a:r>
              <a:rPr lang="en-US" sz="1575">
                <a:solidFill>
                  <a:srgbClr val="6B5842"/>
                </a:solidFill>
                <a:latin typeface="Nanum Gothic Eco"/>
                <a:ea typeface="Nanum Gothic Eco"/>
                <a:cs typeface="Nanum Gothic Eco"/>
                <a:sym typeface="Nanum Gothic Eco"/>
              </a:rPr>
              <a:t>그 반응의 비율 ÷ 100 (내림)</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이름·버전으로 교체</a:t>
            </a:r>
          </a:p>
        </p:txBody>
      </p:sp>
      <p:sp>
        <p:nvSpPr>
          <p:cNvPr id="15" name="TextBox 15"/>
          <p:cNvSpPr txBox="1"/>
          <p:nvPr/>
        </p:nvSpPr>
        <p:spPr>
          <a:xfrm>
            <a:off x="1905000" y="507047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새 파일 + 설정 한 줄,</a:t>
            </a:r>
          </a:p>
          <a:p>
            <a:pPr>
              <a:lnSpc>
                <a:spcPts val="1890"/>
              </a:lnSpc>
              <a:spcBef>
                <a:spcPct val="0"/>
              </a:spcBef>
            </a:pPr>
            <a:r>
              <a:rPr lang="en-US" sz="1575">
                <a:solidFill>
                  <a:srgbClr val="6B5842"/>
                </a:solidFill>
                <a:latin typeface="Nanum Gothic Eco"/>
                <a:ea typeface="Nanum Gothic Eco"/>
                <a:cs typeface="Nanum Gothic Eco"/>
                <a:sym typeface="Nanum Gothic Eco"/>
              </a:rPr>
              <a:t>결정·원장에 정책 이름 기록</a:t>
            </a:r>
          </a:p>
        </p:txBody>
      </p:sp>
      <p:grpSp>
        <p:nvGrpSpPr>
          <p:cNvPr id="16" name="Group 16"/>
          <p:cNvGrpSpPr/>
          <p:nvPr/>
        </p:nvGrpSpPr>
        <p:grpSpPr>
          <a:xfrm>
            <a:off x="5245100" y="2317750"/>
            <a:ext cx="5562600" cy="3206750"/>
            <a:chOff x="0" y="0"/>
            <a:chExt cx="11125200" cy="6413500"/>
          </a:xfrm>
        </p:grpSpPr>
        <p:sp>
          <p:nvSpPr>
            <p:cNvPr id="17" name="Freeform 17" descr="상한 근접 가중 추첨(weighted_by_bid)과 반응 비율 과금(ShareV1) 코드 발췌"/>
            <p:cNvSpPr/>
            <p:nvPr/>
          </p:nvSpPr>
          <p:spPr>
            <a:xfrm>
              <a:off x="0" y="0"/>
              <a:ext cx="11125200" cy="6413551"/>
            </a:xfrm>
            <a:custGeom>
              <a:avLst/>
              <a:gdLst/>
              <a:ahLst/>
              <a:cxnLst/>
              <a:rect l="l" t="t" r="r" b="b"/>
              <a:pathLst>
                <a:path w="11125200" h="6413551">
                  <a:moveTo>
                    <a:pt x="0" y="0"/>
                  </a:moveTo>
                  <a:lnTo>
                    <a:pt x="11125200" y="0"/>
                  </a:lnTo>
                  <a:lnTo>
                    <a:pt x="11125200" y="6413551"/>
                  </a:lnTo>
                  <a:lnTo>
                    <a:pt x="0" y="6413551"/>
                  </a:lnTo>
                  <a:lnTo>
                    <a:pt x="0" y="0"/>
                  </a:lnTo>
                  <a:close/>
                </a:path>
              </a:pathLst>
            </a:custGeom>
            <a:blipFill>
              <a:blip r:embed="rId4"/>
              <a:stretch>
                <a:fillRect l="-20" r="-20"/>
              </a:stretch>
            </a:blipFill>
          </p:spPr>
          <p:txBody>
            <a:bodyPr/>
            <a:lstStyle/>
            <a:p>
              <a:endParaRPr lang="ko-KR" altLang="en-US" sz="1200"/>
            </a:p>
          </p:txBody>
        </p:sp>
      </p:grpSp>
      <p:sp>
        <p:nvSpPr>
          <p:cNvPr id="18" name="TextBox 18"/>
          <p:cNvSpPr txBox="1"/>
          <p:nvPr/>
        </p:nvSpPr>
        <p:spPr>
          <a:xfrm>
            <a:off x="5245100" y="5594350"/>
            <a:ext cx="5562600"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상한 광고는 하한 광고의 3배 비중 (K = 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INTEGRITY</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같은 반응은 한 번만 과금</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17</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원장은 추가만</a:t>
            </a:r>
          </a:p>
        </p:txBody>
      </p:sp>
      <p:sp>
        <p:nvSpPr>
          <p:cNvPr id="9" name="TextBox 9"/>
          <p:cNvSpPr txBox="1"/>
          <p:nvPr/>
        </p:nvSpPr>
        <p:spPr>
          <a:xfrm>
            <a:off x="1905000" y="287972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잔액 = 원장 합계,</a:t>
            </a:r>
          </a:p>
          <a:p>
            <a:pPr>
              <a:lnSpc>
                <a:spcPts val="1890"/>
              </a:lnSpc>
              <a:spcBef>
                <a:spcPct val="0"/>
              </a:spcBef>
            </a:pPr>
            <a:r>
              <a:rPr lang="en-US" sz="1575">
                <a:solidFill>
                  <a:srgbClr val="6B5842"/>
                </a:solidFill>
                <a:latin typeface="Nanum Gothic Eco"/>
                <a:ea typeface="Nanum Gothic Eco"/>
                <a:cs typeface="Nanum Gothic Eco"/>
                <a:sym typeface="Nanum Gothic Eco"/>
              </a:rPr>
              <a:t>정정도 반대 부호의 새 줄</a:t>
            </a: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DB 제약이 마지막 방어선</a:t>
            </a:r>
          </a:p>
        </p:txBody>
      </p:sp>
      <p:sp>
        <p:nvSpPr>
          <p:cNvPr id="12" name="TextBox 12"/>
          <p:cNvSpPr txBox="1"/>
          <p:nvPr/>
        </p:nvSpPr>
        <p:spPr>
          <a:xfrm>
            <a:off x="1905000" y="3975100"/>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동시에 같은 반응이 와도</a:t>
            </a:r>
          </a:p>
          <a:p>
            <a:pPr>
              <a:lnSpc>
                <a:spcPts val="1890"/>
              </a:lnSpc>
              <a:spcBef>
                <a:spcPct val="0"/>
              </a:spcBef>
            </a:pPr>
            <a:r>
              <a:rPr lang="en-US" sz="1575">
                <a:solidFill>
                  <a:srgbClr val="6B5842"/>
                </a:solidFill>
                <a:latin typeface="Nanum Gothic Eco"/>
                <a:ea typeface="Nanum Gothic Eco"/>
                <a:cs typeface="Nanum Gothic Eco"/>
                <a:sym typeface="Nanum Gothic Eco"/>
              </a:rPr>
              <a:t>reaction_ref 유일 제약이 막음</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한 트랜잭션에 함께</a:t>
            </a:r>
          </a:p>
        </p:txBody>
      </p:sp>
      <p:sp>
        <p:nvSpPr>
          <p:cNvPr id="15" name="TextBox 15"/>
          <p:cNvSpPr txBox="1"/>
          <p:nvPr/>
        </p:nvSpPr>
        <p:spPr>
          <a:xfrm>
            <a:off x="1905000" y="507047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판정·과금과 outbox 이벤트를</a:t>
            </a:r>
          </a:p>
          <a:p>
            <a:pPr>
              <a:lnSpc>
                <a:spcPts val="1890"/>
              </a:lnSpc>
              <a:spcBef>
                <a:spcPct val="0"/>
              </a:spcBef>
            </a:pPr>
            <a:r>
              <a:rPr lang="en-US" sz="1575">
                <a:solidFill>
                  <a:srgbClr val="6B5842"/>
                </a:solidFill>
                <a:latin typeface="Nanum Gothic Eco"/>
                <a:ea typeface="Nanum Gothic Eco"/>
                <a:cs typeface="Nanum Gothic Eco"/>
                <a:sym typeface="Nanum Gothic Eco"/>
              </a:rPr>
              <a:t>같이 커밋</a:t>
            </a:r>
          </a:p>
        </p:txBody>
      </p:sp>
      <p:grpSp>
        <p:nvGrpSpPr>
          <p:cNvPr id="16" name="Group 16"/>
          <p:cNvGrpSpPr/>
          <p:nvPr/>
        </p:nvGrpSpPr>
        <p:grpSpPr>
          <a:xfrm>
            <a:off x="5245100" y="2317750"/>
            <a:ext cx="5562600" cy="3206750"/>
            <a:chOff x="0" y="0"/>
            <a:chExt cx="11125200" cy="6413500"/>
          </a:xfrm>
        </p:grpSpPr>
        <p:sp>
          <p:nvSpPr>
            <p:cNvPr id="17" name="Freeform 17" descr="원장 유일 제약과 멱등 과금(charge_for_reaction) 코드 발췌"/>
            <p:cNvSpPr/>
            <p:nvPr/>
          </p:nvSpPr>
          <p:spPr>
            <a:xfrm>
              <a:off x="0" y="0"/>
              <a:ext cx="11125200" cy="6413551"/>
            </a:xfrm>
            <a:custGeom>
              <a:avLst/>
              <a:gdLst/>
              <a:ahLst/>
              <a:cxnLst/>
              <a:rect l="l" t="t" r="r" b="b"/>
              <a:pathLst>
                <a:path w="11125200" h="6413551">
                  <a:moveTo>
                    <a:pt x="0" y="0"/>
                  </a:moveTo>
                  <a:lnTo>
                    <a:pt x="11125200" y="0"/>
                  </a:lnTo>
                  <a:lnTo>
                    <a:pt x="11125200" y="6413551"/>
                  </a:lnTo>
                  <a:lnTo>
                    <a:pt x="0" y="6413551"/>
                  </a:lnTo>
                  <a:lnTo>
                    <a:pt x="0" y="0"/>
                  </a:lnTo>
                  <a:close/>
                </a:path>
              </a:pathLst>
            </a:custGeom>
            <a:blipFill>
              <a:blip r:embed="rId4"/>
              <a:stretch>
                <a:fillRect l="-20" r="-20"/>
              </a:stretch>
            </a:blipFill>
          </p:spPr>
          <p:txBody>
            <a:bodyPr/>
            <a:lstStyle/>
            <a:p>
              <a:endParaRPr lang="ko-KR" altLang="en-US" sz="1200"/>
            </a:p>
          </p:txBody>
        </p:sp>
      </p:grpSp>
      <p:sp>
        <p:nvSpPr>
          <p:cNvPr id="18" name="TextBox 18"/>
          <p:cNvSpPr txBox="1"/>
          <p:nvPr/>
        </p:nvSpPr>
        <p:spPr>
          <a:xfrm>
            <a:off x="5245100" y="5594350"/>
            <a:ext cx="5562600"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동시 150 요청에서 유실 0 · 이중 과금 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SECURITY</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ID를 가로채도 과금되지 않게</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18</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클릭 토큰은 서명</a:t>
            </a:r>
          </a:p>
        </p:txBody>
      </p:sp>
      <p:sp>
        <p:nvSpPr>
          <p:cNvPr id="9" name="TextBox 9"/>
          <p:cNvSpPr txBox="1"/>
          <p:nvPr/>
        </p:nvSpPr>
        <p:spPr>
          <a:xfrm>
            <a:off x="1905000" y="287972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결정 ID만 서명해 싣고</a:t>
            </a:r>
          </a:p>
          <a:p>
            <a:pPr>
              <a:lnSpc>
                <a:spcPts val="1890"/>
              </a:lnSpc>
              <a:spcBef>
                <a:spcPct val="0"/>
              </a:spcBef>
            </a:pPr>
            <a:r>
              <a:rPr lang="en-US" sz="1575">
                <a:solidFill>
                  <a:srgbClr val="6B5842"/>
                </a:solidFill>
                <a:latin typeface="Nanum Gothic Eco"/>
                <a:ea typeface="Nanum Gothic Eco"/>
                <a:cs typeface="Nanum Gothic Eco"/>
                <a:sym typeface="Nanum Gothic Eco"/>
              </a:rPr>
              <a:t>위조·변조는 이유 없이 404</a:t>
            </a: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반응 ID는 계산 불가</a:t>
            </a:r>
          </a:p>
        </p:txBody>
      </p:sp>
      <p:sp>
        <p:nvSpPr>
          <p:cNvPr id="12" name="TextBox 12"/>
          <p:cNvSpPr txBox="1"/>
          <p:nvPr/>
        </p:nvSpPr>
        <p:spPr>
          <a:xfrm>
            <a:off x="1905000" y="3975100"/>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서버 클릭 ID는 비밀 키 HMAC,</a:t>
            </a:r>
          </a:p>
          <a:p>
            <a:pPr>
              <a:lnSpc>
                <a:spcPts val="1890"/>
              </a:lnSpc>
              <a:spcBef>
                <a:spcPct val="0"/>
              </a:spcBef>
            </a:pPr>
            <a:r>
              <a:rPr lang="en-US" sz="1575">
                <a:solidFill>
                  <a:srgbClr val="6B5842"/>
                </a:solidFill>
                <a:latin typeface="Nanum Gothic Eco"/>
                <a:ea typeface="Nanum Gothic Eco"/>
                <a:cs typeface="Nanum Gothic Eco"/>
                <a:sym typeface="Nanum Gothic Eco"/>
              </a:rPr>
              <a:t>매체가 미리 만들 수 없다</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필수 규칙 7개</a:t>
            </a:r>
          </a:p>
        </p:txBody>
      </p:sp>
      <p:sp>
        <p:nvSpPr>
          <p:cNvPr id="15" name="TextBox 15"/>
          <p:cNvSpPr txBox="1"/>
          <p:nvPr/>
        </p:nvSpPr>
        <p:spPr>
          <a:xfrm>
            <a:off x="1905000" y="5070475"/>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다른 매체의 결정·멈춘 매체·</a:t>
            </a:r>
          </a:p>
          <a:p>
            <a:pPr>
              <a:lnSpc>
                <a:spcPts val="1890"/>
              </a:lnSpc>
              <a:spcBef>
                <a:spcPct val="0"/>
              </a:spcBef>
            </a:pPr>
            <a:r>
              <a:rPr lang="en-US" sz="1575">
                <a:solidFill>
                  <a:srgbClr val="6B5842"/>
                </a:solidFill>
                <a:latin typeface="Nanum Gothic Eco"/>
                <a:ea typeface="Nanum Gothic Eco"/>
                <a:cs typeface="Nanum Gothic Eco"/>
                <a:sym typeface="Nanum Gothic Eco"/>
              </a:rPr>
              <a:t>광고 없는 결정은 과금 안 됨</a:t>
            </a:r>
          </a:p>
        </p:txBody>
      </p:sp>
      <p:grpSp>
        <p:nvGrpSpPr>
          <p:cNvPr id="16" name="Group 16"/>
          <p:cNvGrpSpPr/>
          <p:nvPr/>
        </p:nvGrpSpPr>
        <p:grpSpPr>
          <a:xfrm>
            <a:off x="5245100" y="2317750"/>
            <a:ext cx="5562600" cy="3206750"/>
            <a:chOff x="0" y="0"/>
            <a:chExt cx="11125200" cy="6413500"/>
          </a:xfrm>
        </p:grpSpPr>
        <p:sp>
          <p:nvSpPr>
            <p:cNvPr id="17" name="Freeform 17" descr="클릭 토큰 서명, 서버 클릭 reaction_id HMAC, 필수 규칙 코드 발췌"/>
            <p:cNvSpPr/>
            <p:nvPr/>
          </p:nvSpPr>
          <p:spPr>
            <a:xfrm>
              <a:off x="0" y="0"/>
              <a:ext cx="11125200" cy="6413551"/>
            </a:xfrm>
            <a:custGeom>
              <a:avLst/>
              <a:gdLst/>
              <a:ahLst/>
              <a:cxnLst/>
              <a:rect l="l" t="t" r="r" b="b"/>
              <a:pathLst>
                <a:path w="11125200" h="6413551">
                  <a:moveTo>
                    <a:pt x="0" y="0"/>
                  </a:moveTo>
                  <a:lnTo>
                    <a:pt x="11125200" y="0"/>
                  </a:lnTo>
                  <a:lnTo>
                    <a:pt x="11125200" y="6413551"/>
                  </a:lnTo>
                  <a:lnTo>
                    <a:pt x="0" y="6413551"/>
                  </a:lnTo>
                  <a:lnTo>
                    <a:pt x="0" y="0"/>
                  </a:lnTo>
                  <a:close/>
                </a:path>
              </a:pathLst>
            </a:custGeom>
            <a:blipFill>
              <a:blip r:embed="rId4"/>
              <a:stretch>
                <a:fillRect l="-20" r="-20"/>
              </a:stretch>
            </a:blipFill>
          </p:spPr>
          <p:txBody>
            <a:bodyPr/>
            <a:lstStyle/>
            <a:p>
              <a:endParaRPr lang="ko-KR" altLang="en-US" sz="1200"/>
            </a:p>
          </p:txBody>
        </p:sp>
      </p:grpSp>
      <p:sp>
        <p:nvSpPr>
          <p:cNvPr id="18" name="TextBox 18"/>
          <p:cNvSpPr txBox="1"/>
          <p:nvPr/>
        </p:nvSpPr>
        <p:spPr>
          <a:xfrm>
            <a:off x="5245100" y="5594350"/>
            <a:ext cx="5562600"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토큰에는 사람 ID를 싣지 않는다</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pPr>
            <a:r>
              <a:rPr lang="en-US" sz="1200" b="1">
                <a:solidFill>
                  <a:srgbClr val="167D79"/>
                </a:solidFill>
                <a:latin typeface="Nanum Gothic Eco Bold"/>
                <a:ea typeface="Nanum Gothic Eco Bold"/>
                <a:cs typeface="Nanum Gothic Eco Bold"/>
                <a:sym typeface="Nanum Gothic Eco Bold"/>
              </a:rPr>
              <a:t>ENGINEERING</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동시 150 요청의 교착 해결</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20</a:t>
            </a:r>
          </a:p>
        </p:txBody>
      </p:sp>
      <p:sp>
        <p:nvSpPr>
          <p:cNvPr id="7" name="TextBox 7"/>
          <p:cNvSpPr txBox="1"/>
          <p:nvPr/>
        </p:nvSpPr>
        <p:spPr>
          <a:xfrm>
            <a:off x="1381125" y="2463800"/>
            <a:ext cx="4191000" cy="352789"/>
          </a:xfrm>
          <a:prstGeom prst="rect">
            <a:avLst/>
          </a:prstGeom>
        </p:spPr>
        <p:txBody>
          <a:bodyPr lIns="0" tIns="0" rIns="0" bIns="0" rtlCol="0" anchor="t">
            <a:spAutoFit/>
          </a:bodyPr>
          <a:lstStyle/>
          <a:p>
            <a:pPr>
              <a:lnSpc>
                <a:spcPts val="2880"/>
              </a:lnSpc>
            </a:pPr>
            <a:r>
              <a:rPr lang="en-US" sz="2400" b="1">
                <a:solidFill>
                  <a:srgbClr val="6B5842"/>
                </a:solidFill>
                <a:latin typeface="Nanum Gothic Eco Bold"/>
                <a:ea typeface="Nanum Gothic Eco Bold"/>
                <a:cs typeface="Nanum Gothic Eco Bold"/>
                <a:sym typeface="Nanum Gothic Eco Bold"/>
              </a:rPr>
              <a:t>문제</a:t>
            </a:r>
          </a:p>
        </p:txBody>
      </p:sp>
      <p:sp>
        <p:nvSpPr>
          <p:cNvPr id="8" name="TextBox 8"/>
          <p:cNvSpPr txBox="1"/>
          <p:nvPr/>
        </p:nvSpPr>
        <p:spPr>
          <a:xfrm>
            <a:off x="1381125" y="3136901"/>
            <a:ext cx="4191000" cy="699935"/>
          </a:xfrm>
          <a:prstGeom prst="rect">
            <a:avLst/>
          </a:prstGeom>
        </p:spPr>
        <p:txBody>
          <a:bodyPr lIns="0" tIns="0" rIns="0" bIns="0" rtlCol="0" anchor="t">
            <a:spAutoFit/>
          </a:bodyPr>
          <a:lstStyle/>
          <a:p>
            <a:pPr>
              <a:lnSpc>
                <a:spcPts val="2790"/>
              </a:lnSpc>
              <a:spcBef>
                <a:spcPct val="0"/>
              </a:spcBef>
            </a:pPr>
            <a:r>
              <a:rPr lang="en-US" sz="2325" b="1">
                <a:solidFill>
                  <a:srgbClr val="183F3D"/>
                </a:solidFill>
                <a:latin typeface="Nanum Gothic Eco Bold"/>
                <a:ea typeface="Nanum Gothic Eco Bold"/>
                <a:cs typeface="Nanum Gothic Eco Bold"/>
                <a:sym typeface="Nanum Gothic Eco Bold"/>
              </a:rPr>
              <a:t>MySQL 기본 격리 수준에서</a:t>
            </a:r>
          </a:p>
          <a:p>
            <a:pPr>
              <a:lnSpc>
                <a:spcPts val="2790"/>
              </a:lnSpc>
              <a:spcBef>
                <a:spcPct val="0"/>
              </a:spcBef>
            </a:pPr>
            <a:r>
              <a:rPr lang="en-US" sz="2325" b="1">
                <a:solidFill>
                  <a:srgbClr val="183F3D"/>
                </a:solidFill>
                <a:latin typeface="Nanum Gothic Eco Bold"/>
                <a:ea typeface="Nanum Gothic Eco Bold"/>
                <a:cs typeface="Nanum Gothic Eco Bold"/>
                <a:sym typeface="Nanum Gothic Eco Bold"/>
              </a:rPr>
              <a:t>동시 150 요청에 교착 8건</a:t>
            </a:r>
          </a:p>
        </p:txBody>
      </p:sp>
      <p:sp>
        <p:nvSpPr>
          <p:cNvPr id="9" name="TextBox 9"/>
          <p:cNvSpPr txBox="1"/>
          <p:nvPr/>
        </p:nvSpPr>
        <p:spPr>
          <a:xfrm>
            <a:off x="1381125" y="4708525"/>
            <a:ext cx="4191000" cy="549125"/>
          </a:xfrm>
          <a:prstGeom prst="rect">
            <a:avLst/>
          </a:prstGeom>
        </p:spPr>
        <p:txBody>
          <a:bodyPr lIns="0" tIns="0" rIns="0" bIns="0" rtlCol="0" anchor="t">
            <a:spAutoFit/>
          </a:bodyPr>
          <a:lstStyle/>
          <a:p>
            <a:pPr>
              <a:lnSpc>
                <a:spcPts val="2160"/>
              </a:lnSpc>
              <a:spcBef>
                <a:spcPct val="0"/>
              </a:spcBef>
            </a:pPr>
            <a:r>
              <a:rPr lang="en-US">
                <a:solidFill>
                  <a:srgbClr val="6B5842"/>
                </a:solidFill>
                <a:latin typeface="Nanum Gothic Eco"/>
                <a:ea typeface="Nanum Gothic Eco"/>
                <a:cs typeface="Nanum Gothic Eco"/>
                <a:sym typeface="Nanum Gothic Eco"/>
              </a:rPr>
              <a:t>같은 유일 키를 노리는 동시 INSERT를</a:t>
            </a:r>
          </a:p>
          <a:p>
            <a:pPr>
              <a:lnSpc>
                <a:spcPts val="2160"/>
              </a:lnSpc>
              <a:spcBef>
                <a:spcPct val="0"/>
              </a:spcBef>
            </a:pPr>
            <a:r>
              <a:rPr lang="en-US">
                <a:solidFill>
                  <a:srgbClr val="6B5842"/>
                </a:solidFill>
                <a:latin typeface="Nanum Gothic Eco"/>
                <a:ea typeface="Nanum Gothic Eco"/>
                <a:cs typeface="Nanum Gothic Eco"/>
                <a:sym typeface="Nanum Gothic Eco"/>
              </a:rPr>
              <a:t>간격 잠금이 교착으로 몰았다</a:t>
            </a:r>
          </a:p>
        </p:txBody>
      </p:sp>
      <p:grpSp>
        <p:nvGrpSpPr>
          <p:cNvPr id="10" name="Group 10"/>
          <p:cNvGrpSpPr/>
          <p:nvPr/>
        </p:nvGrpSpPr>
        <p:grpSpPr>
          <a:xfrm>
            <a:off x="6019800" y="2476500"/>
            <a:ext cx="9525" cy="2857500"/>
            <a:chOff x="0" y="0"/>
            <a:chExt cx="19050" cy="5715000"/>
          </a:xfrm>
        </p:grpSpPr>
        <p:sp>
          <p:nvSpPr>
            <p:cNvPr id="11" name="Freeform 11"/>
            <p:cNvSpPr/>
            <p:nvPr/>
          </p:nvSpPr>
          <p:spPr>
            <a:xfrm>
              <a:off x="0" y="0"/>
              <a:ext cx="19050" cy="5715000"/>
            </a:xfrm>
            <a:custGeom>
              <a:avLst/>
              <a:gdLst/>
              <a:ahLst/>
              <a:cxnLst/>
              <a:rect l="l" t="t" r="r" b="b"/>
              <a:pathLst>
                <a:path w="19050" h="5715000">
                  <a:moveTo>
                    <a:pt x="0" y="0"/>
                  </a:moveTo>
                  <a:lnTo>
                    <a:pt x="19050" y="0"/>
                  </a:lnTo>
                  <a:lnTo>
                    <a:pt x="19050" y="5715000"/>
                  </a:lnTo>
                  <a:lnTo>
                    <a:pt x="0" y="5715000"/>
                  </a:lnTo>
                  <a:close/>
                </a:path>
              </a:pathLst>
            </a:custGeom>
            <a:solidFill>
              <a:srgbClr val="D6C3A4"/>
            </a:solidFill>
          </p:spPr>
          <p:txBody>
            <a:bodyPr/>
            <a:lstStyle/>
            <a:p>
              <a:endParaRPr lang="ko-KR" altLang="en-US" sz="1200"/>
            </a:p>
          </p:txBody>
        </p:sp>
      </p:grpSp>
      <p:sp>
        <p:nvSpPr>
          <p:cNvPr id="12" name="TextBox 12"/>
          <p:cNvSpPr txBox="1"/>
          <p:nvPr/>
        </p:nvSpPr>
        <p:spPr>
          <a:xfrm>
            <a:off x="6667500" y="2463800"/>
            <a:ext cx="4143375" cy="352789"/>
          </a:xfrm>
          <a:prstGeom prst="rect">
            <a:avLst/>
          </a:prstGeom>
        </p:spPr>
        <p:txBody>
          <a:bodyPr lIns="0" tIns="0" rIns="0" bIns="0" rtlCol="0" anchor="t">
            <a:spAutoFit/>
          </a:bodyPr>
          <a:lstStyle/>
          <a:p>
            <a:pPr>
              <a:lnSpc>
                <a:spcPts val="2880"/>
              </a:lnSpc>
            </a:pPr>
            <a:r>
              <a:rPr lang="en-US" sz="2400" b="1">
                <a:solidFill>
                  <a:srgbClr val="167D79"/>
                </a:solidFill>
                <a:latin typeface="Nanum Gothic Eco Bold"/>
                <a:ea typeface="Nanum Gothic Eco Bold"/>
                <a:cs typeface="Nanum Gothic Eco Bold"/>
                <a:sym typeface="Nanum Gothic Eco Bold"/>
              </a:rPr>
              <a:t>해결</a:t>
            </a:r>
          </a:p>
        </p:txBody>
      </p:sp>
      <p:sp>
        <p:nvSpPr>
          <p:cNvPr id="13" name="TextBox 13"/>
          <p:cNvSpPr txBox="1"/>
          <p:nvPr/>
        </p:nvSpPr>
        <p:spPr>
          <a:xfrm>
            <a:off x="6667500" y="3171826"/>
            <a:ext cx="4143375" cy="307777"/>
          </a:xfrm>
          <a:prstGeom prst="rect">
            <a:avLst/>
          </a:prstGeom>
        </p:spPr>
        <p:txBody>
          <a:bodyPr lIns="0" tIns="0" rIns="0" bIns="0" rtlCol="0" anchor="t">
            <a:spAutoFit/>
          </a:bodyPr>
          <a:lstStyle/>
          <a:p>
            <a:pPr>
              <a:lnSpc>
                <a:spcPts val="2429"/>
              </a:lnSpc>
              <a:spcBef>
                <a:spcPct val="0"/>
              </a:spcBef>
            </a:pPr>
            <a:r>
              <a:rPr lang="en-US" sz="2025" b="1">
                <a:solidFill>
                  <a:srgbClr val="183F3D"/>
                </a:solidFill>
                <a:latin typeface="Nanum Gothic Eco Bold"/>
                <a:ea typeface="Nanum Gothic Eco Bold"/>
                <a:cs typeface="Nanum Gothic Eco Bold"/>
                <a:sym typeface="Nanum Gothic Eco Bold"/>
              </a:rPr>
              <a:t>격리 수준 READ COMMITTED</a:t>
            </a:r>
          </a:p>
        </p:txBody>
      </p:sp>
      <p:sp>
        <p:nvSpPr>
          <p:cNvPr id="14" name="TextBox 14"/>
          <p:cNvSpPr txBox="1"/>
          <p:nvPr/>
        </p:nvSpPr>
        <p:spPr>
          <a:xfrm>
            <a:off x="6667500" y="3946525"/>
            <a:ext cx="4143375" cy="278923"/>
          </a:xfrm>
          <a:prstGeom prst="rect">
            <a:avLst/>
          </a:prstGeom>
        </p:spPr>
        <p:txBody>
          <a:bodyPr lIns="0" tIns="0" rIns="0" bIns="0" rtlCol="0" anchor="t">
            <a:spAutoFit/>
          </a:bodyPr>
          <a:lstStyle/>
          <a:p>
            <a:pPr>
              <a:lnSpc>
                <a:spcPts val="2250"/>
              </a:lnSpc>
              <a:spcBef>
                <a:spcPct val="0"/>
              </a:spcBef>
            </a:pPr>
            <a:r>
              <a:rPr lang="en-US" sz="1875">
                <a:solidFill>
                  <a:srgbClr val="342E26"/>
                </a:solidFill>
                <a:latin typeface="Nanum Gothic Eco"/>
                <a:ea typeface="Nanum Gothic Eco"/>
                <a:cs typeface="Nanum Gothic Eco"/>
                <a:sym typeface="Nanum Gothic Eco"/>
              </a:rPr>
              <a:t>판정은 유일 제약·행 잠금 그대로</a:t>
            </a:r>
          </a:p>
        </p:txBody>
      </p:sp>
      <p:sp>
        <p:nvSpPr>
          <p:cNvPr id="15" name="TextBox 15"/>
          <p:cNvSpPr txBox="1"/>
          <p:nvPr/>
        </p:nvSpPr>
        <p:spPr>
          <a:xfrm>
            <a:off x="6667500" y="4714875"/>
            <a:ext cx="4143375" cy="307777"/>
          </a:xfrm>
          <a:prstGeom prst="rect">
            <a:avLst/>
          </a:prstGeom>
        </p:spPr>
        <p:txBody>
          <a:bodyPr lIns="0" tIns="0" rIns="0" bIns="0" rtlCol="0" anchor="t">
            <a:spAutoFit/>
          </a:bodyPr>
          <a:lstStyle/>
          <a:p>
            <a:pPr>
              <a:lnSpc>
                <a:spcPts val="2429"/>
              </a:lnSpc>
              <a:spcBef>
                <a:spcPct val="0"/>
              </a:spcBef>
            </a:pPr>
            <a:r>
              <a:rPr lang="en-US" sz="2025" b="1">
                <a:solidFill>
                  <a:srgbClr val="167D79"/>
                </a:solidFill>
                <a:latin typeface="Nanum Gothic Eco Bold"/>
                <a:ea typeface="Nanum Gothic Eco Bold"/>
                <a:cs typeface="Nanum Gothic Eco Bold"/>
                <a:sym typeface="Nanum Gothic Eco Bold"/>
              </a:rPr>
              <a:t>교착 0 · 불변식 모두 통과</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75"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pPr>
            <a:r>
              <a:rPr lang="en-US" sz="1200" b="1">
                <a:solidFill>
                  <a:srgbClr val="167D79"/>
                </a:solidFill>
                <a:latin typeface="Nanum Gothic Eco Bold"/>
                <a:ea typeface="Nanum Gothic Eco Bold"/>
                <a:cs typeface="Nanum Gothic Eco Bold"/>
                <a:sym typeface="Nanum Gothic Eco Bold"/>
              </a:rPr>
              <a:t>VALIDATION</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검증 결과</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21</a:t>
            </a:r>
          </a:p>
        </p:txBody>
      </p:sp>
      <p:graphicFrame>
        <p:nvGraphicFramePr>
          <p:cNvPr id="7" name="Table 7"/>
          <p:cNvGraphicFramePr>
            <a:graphicFrameLocks noGrp="1"/>
          </p:cNvGraphicFramePr>
          <p:nvPr/>
        </p:nvGraphicFramePr>
        <p:xfrm>
          <a:off x="1381125" y="2857500"/>
          <a:ext cx="9423400" cy="2286000"/>
        </p:xfrm>
        <a:graphic>
          <a:graphicData uri="http://schemas.openxmlformats.org/drawingml/2006/table">
            <a:tbl>
              <a:tblPr/>
              <a:tblGrid>
                <a:gridCol w="3141133">
                  <a:extLst>
                    <a:ext uri="{9D8B030D-6E8A-4147-A177-3AD203B41FA5}">
                      <a16:colId xmlns:a16="http://schemas.microsoft.com/office/drawing/2014/main" val="20000"/>
                    </a:ext>
                  </a:extLst>
                </a:gridCol>
                <a:gridCol w="2100397">
                  <a:extLst>
                    <a:ext uri="{9D8B030D-6E8A-4147-A177-3AD203B41FA5}">
                      <a16:colId xmlns:a16="http://schemas.microsoft.com/office/drawing/2014/main" val="20001"/>
                    </a:ext>
                  </a:extLst>
                </a:gridCol>
                <a:gridCol w="4181870">
                  <a:extLst>
                    <a:ext uri="{9D8B030D-6E8A-4147-A177-3AD203B41FA5}">
                      <a16:colId xmlns:a16="http://schemas.microsoft.com/office/drawing/2014/main" val="20002"/>
                    </a:ext>
                  </a:extLst>
                </a:gridCol>
              </a:tblGrid>
              <a:tr h="571500">
                <a:tc>
                  <a:txBody>
                    <a:bodyPr/>
                    <a:lstStyle/>
                    <a:p>
                      <a:pPr algn="l">
                        <a:lnSpc>
                          <a:spcPts val="2970"/>
                        </a:lnSpc>
                        <a:defRPr/>
                      </a:pPr>
                      <a:r>
                        <a:rPr lang="en-US" sz="1700">
                          <a:solidFill>
                            <a:srgbClr val="FFFCF7"/>
                          </a:solidFill>
                          <a:latin typeface="Nanum Gothic Eco"/>
                          <a:ea typeface="Nanum Gothic Eco"/>
                          <a:cs typeface="Nanum Gothic Eco"/>
                          <a:sym typeface="Nanum Gothic Eco"/>
                        </a:rPr>
                        <a:t>측정 항목</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183F3D"/>
                    </a:solidFill>
                  </a:tcPr>
                </a:tc>
                <a:tc>
                  <a:txBody>
                    <a:bodyPr/>
                    <a:lstStyle/>
                    <a:p>
                      <a:pPr algn="l">
                        <a:lnSpc>
                          <a:spcPts val="2970"/>
                        </a:lnSpc>
                        <a:defRPr/>
                      </a:pPr>
                      <a:r>
                        <a:rPr lang="en-US" sz="1700">
                          <a:solidFill>
                            <a:srgbClr val="FFFCF7"/>
                          </a:solidFill>
                          <a:latin typeface="Nanum Gothic Eco"/>
                          <a:ea typeface="Nanum Gothic Eco"/>
                          <a:cs typeface="Nanum Gothic Eco"/>
                          <a:sym typeface="Nanum Gothic Eco"/>
                        </a:rPr>
                        <a:t>실제 측정값</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183F3D"/>
                    </a:solidFill>
                  </a:tcPr>
                </a:tc>
                <a:tc>
                  <a:txBody>
                    <a:bodyPr/>
                    <a:lstStyle/>
                    <a:p>
                      <a:pPr algn="l">
                        <a:lnSpc>
                          <a:spcPts val="2970"/>
                        </a:lnSpc>
                        <a:defRPr/>
                      </a:pPr>
                      <a:r>
                        <a:rPr lang="en-US" sz="1700">
                          <a:solidFill>
                            <a:srgbClr val="FFFCF7"/>
                          </a:solidFill>
                          <a:latin typeface="Nanum Gothic Eco"/>
                          <a:ea typeface="Nanum Gothic Eco"/>
                          <a:cs typeface="Nanum Gothic Eco"/>
                          <a:sym typeface="Nanum Gothic Eco"/>
                        </a:rPr>
                        <a:t>실행 조건</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183F3D"/>
                    </a:solidFill>
                  </a:tcPr>
                </a:tc>
                <a:extLst>
                  <a:ext uri="{0D108BD9-81ED-4DB2-BD59-A6C34878D82A}">
                    <a16:rowId xmlns:a16="http://schemas.microsoft.com/office/drawing/2014/main" val="10000"/>
                  </a:ext>
                </a:extLst>
              </a:tr>
              <a:tr h="571500">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유실 · 이중 과금</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0건</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동시 150 요청 · 검사 52개 통과</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extLst>
                  <a:ext uri="{0D108BD9-81ED-4DB2-BD59-A6C34878D82A}">
                    <a16:rowId xmlns:a16="http://schemas.microsoft.com/office/drawing/2014/main" val="10001"/>
                  </a:ext>
                </a:extLst>
              </a:tr>
              <a:tr h="571500">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요청당 SQL 수</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FFCF7"/>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11 · 36 · 36</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FFCF7"/>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결정 · 반응 · 클릭 순서</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FFCF7"/>
                    </a:solidFill>
                  </a:tcPr>
                </a:tc>
                <a:extLst>
                  <a:ext uri="{0D108BD9-81ED-4DB2-BD59-A6C34878D82A}">
                    <a16:rowId xmlns:a16="http://schemas.microsoft.com/office/drawing/2014/main" val="10002"/>
                  </a:ext>
                </a:extLst>
              </a:tr>
              <a:tr h="571500">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시험 수 (운영 + 개발)</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283 + 25</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tc>
                  <a:txBody>
                    <a:bodyPr/>
                    <a:lstStyle/>
                    <a:p>
                      <a:pPr marL="0" lvl="0" indent="0" algn="l">
                        <a:lnSpc>
                          <a:spcPts val="2970"/>
                        </a:lnSpc>
                        <a:spcBef>
                          <a:spcPct val="0"/>
                        </a:spcBef>
                        <a:defRPr/>
                      </a:pPr>
                      <a:r>
                        <a:rPr lang="en-US" sz="1700" u="none" strike="noStrike">
                          <a:solidFill>
                            <a:srgbClr val="342E26"/>
                          </a:solidFill>
                          <a:latin typeface="Nanum Gothic Eco"/>
                          <a:ea typeface="Nanum Gothic Eco"/>
                          <a:cs typeface="Nanum Gothic Eco"/>
                          <a:sym typeface="Nanum Gothic Eco"/>
                        </a:rPr>
                        <a:t>1,345개에서 줄여도 잡는 결함 그대로</a:t>
                      </a:r>
                      <a:endParaRPr lang="en-US" sz="700"/>
                    </a:p>
                  </a:txBody>
                  <a:tcPr marL="60960" marR="60960" marT="60960" marB="60960" anchor="ctr">
                    <a:lnL w="9525" cap="flat" cmpd="sng" algn="ctr">
                      <a:solidFill>
                        <a:srgbClr val="D6C3A4"/>
                      </a:solidFill>
                      <a:prstDash val="solid"/>
                      <a:round/>
                      <a:headEnd type="none" w="med" len="med"/>
                      <a:tailEnd type="none" w="med" len="med"/>
                    </a:lnL>
                    <a:lnR w="9525" cap="flat" cmpd="sng" algn="ctr">
                      <a:solidFill>
                        <a:srgbClr val="D6C3A4"/>
                      </a:solidFill>
                      <a:prstDash val="solid"/>
                      <a:round/>
                      <a:headEnd type="none" w="med" len="med"/>
                      <a:tailEnd type="none" w="med" len="med"/>
                    </a:lnR>
                    <a:lnT w="9525" cap="flat" cmpd="sng" algn="ctr">
                      <a:solidFill>
                        <a:srgbClr val="D6C3A4"/>
                      </a:solidFill>
                      <a:prstDash val="solid"/>
                      <a:round/>
                      <a:headEnd type="none" w="med" len="med"/>
                      <a:tailEnd type="none" w="med" len="med"/>
                    </a:lnT>
                    <a:lnB w="9525" cap="flat" cmpd="sng" algn="ctr">
                      <a:solidFill>
                        <a:srgbClr val="D6C3A4"/>
                      </a:solidFill>
                      <a:prstDash val="solid"/>
                      <a:round/>
                      <a:headEnd type="none" w="med" len="med"/>
                      <a:tailEnd type="none" w="med" len="med"/>
                    </a:lnB>
                    <a:solidFill>
                      <a:srgbClr val="F5ECDD"/>
                    </a:solidFill>
                  </a:tcPr>
                </a:tc>
                <a:extLst>
                  <a:ext uri="{0D108BD9-81ED-4DB2-BD59-A6C34878D82A}">
                    <a16:rowId xmlns:a16="http://schemas.microsoft.com/office/drawing/2014/main" val="10003"/>
                  </a:ext>
                </a:extLst>
              </a:tr>
            </a:tbl>
          </a:graphicData>
        </a:graphic>
      </p:graphicFrame>
      <p:sp>
        <p:nvSpPr>
          <p:cNvPr id="8" name="TextBox 8"/>
          <p:cNvSpPr txBox="1"/>
          <p:nvPr/>
        </p:nvSpPr>
        <p:spPr>
          <a:xfrm>
            <a:off x="2095500" y="5499100"/>
            <a:ext cx="8715375" cy="231217"/>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부하 수치는 개발 PC 측정 — 응답 시간보다 불변식을 봅니다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31">
            <a:extLst>
              <a:ext uri="{FF2B5EF4-FFF2-40B4-BE49-F238E27FC236}">
                <a16:creationId xmlns:a16="http://schemas.microsoft.com/office/drawing/2014/main" id="{B01DC851-A6A5-4A88-8DA2-864BF2919817}"/>
              </a:ext>
            </a:extLst>
          </p:cNvPr>
          <p:cNvPicPr>
            <a:picLocks noChangeAspect="1"/>
          </p:cNvPicPr>
          <p:nvPr/>
        </p:nvPicPr>
        <p:blipFill>
          <a:blip r:embed="rId3"/>
          <a:stretch/>
        </p:blipFill>
        <p:spPr>
          <a:xfrm>
            <a:off x="3239" y="0"/>
            <a:ext cx="12185522" cy="6858000"/>
          </a:xfrm>
          <a:prstGeom prst="rect">
            <a:avLst/>
          </a:prstGeom>
        </p:spPr>
      </p:pic>
      <p:sp>
        <p:nvSpPr>
          <p:cNvPr id="2" name="category">
            <a:extLst>
              <a:ext uri="{FF2B5EF4-FFF2-40B4-BE49-F238E27FC236}">
                <a16:creationId xmlns:a16="http://schemas.microsoft.com/office/drawing/2014/main" id="{91229636-50B5-4C37-B0BE-79BF089CC1B0}"/>
              </a:ext>
            </a:extLst>
          </p:cNvPr>
          <p:cNvSpPr>
            <a:spLocks noGrp="1"/>
          </p:cNvSpPr>
          <p:nvPr/>
        </p:nvSpPr>
        <p:spPr>
          <a:xfrm>
            <a:off x="1476375" y="1238250"/>
            <a:ext cx="8572500" cy="247650"/>
          </a:xfrm>
          <a:prstGeom prst="rect">
            <a:avLst/>
          </a:prstGeom>
          <a:noFill/>
          <a:ln w="0">
            <a:noFill/>
          </a:ln>
        </p:spPr>
        <p:txBody>
          <a:bodyPr lIns="0" tIns="0" rIns="0" bIns="0" anchor="t">
            <a:noAutofit/>
          </a:bodyPr>
          <a:lstStyle>
            <a:defPPr algn="l">
              <a:defRPr sz="1200" b="0">
                <a:solidFill>
                  <a:srgbClr val="008C91"/>
                </a:solidFill>
                <a:latin typeface="Malgun Gothic"/>
                <a:ea typeface="Malgun Gothic"/>
                <a:cs typeface="Malgun Gothic"/>
              </a:defRPr>
            </a:defPPr>
            <a:lvl1pPr algn="l">
              <a:defRPr sz="1200" b="0">
                <a:solidFill>
                  <a:srgbClr val="008C91"/>
                </a:solidFill>
                <a:latin typeface="Malgun Gothic"/>
                <a:ea typeface="Malgun Gothic"/>
                <a:cs typeface="Malgun Gothic"/>
              </a:defRPr>
            </a:lvl1pPr>
            <a:lvl2pPr algn="l">
              <a:defRPr sz="1200" b="0">
                <a:solidFill>
                  <a:srgbClr val="008C91"/>
                </a:solidFill>
                <a:latin typeface="Malgun Gothic"/>
                <a:ea typeface="Malgun Gothic"/>
                <a:cs typeface="Malgun Gothic"/>
              </a:defRPr>
            </a:lvl2pPr>
            <a:lvl3pPr algn="l">
              <a:defRPr sz="1200" b="0">
                <a:solidFill>
                  <a:srgbClr val="008C91"/>
                </a:solidFill>
                <a:latin typeface="Malgun Gothic"/>
                <a:ea typeface="Malgun Gothic"/>
                <a:cs typeface="Malgun Gothic"/>
              </a:defRPr>
            </a:lvl3pPr>
            <a:lvl4pPr algn="l">
              <a:defRPr sz="1200" b="0">
                <a:solidFill>
                  <a:srgbClr val="008C91"/>
                </a:solidFill>
                <a:latin typeface="Malgun Gothic"/>
                <a:ea typeface="Malgun Gothic"/>
                <a:cs typeface="Malgun Gothic"/>
              </a:defRPr>
            </a:lvl4pPr>
            <a:lvl5pPr algn="l">
              <a:defRPr sz="1200" b="0">
                <a:solidFill>
                  <a:srgbClr val="008C91"/>
                </a:solidFill>
                <a:latin typeface="Malgun Gothic"/>
                <a:ea typeface="Malgun Gothic"/>
                <a:cs typeface="Malgun Gothic"/>
              </a:defRPr>
            </a:lvl5pPr>
            <a:lvl6pPr algn="l">
              <a:defRPr sz="1200" b="0">
                <a:solidFill>
                  <a:srgbClr val="008C91"/>
                </a:solidFill>
                <a:latin typeface="Malgun Gothic"/>
                <a:ea typeface="Malgun Gothic"/>
                <a:cs typeface="Malgun Gothic"/>
              </a:defRPr>
            </a:lvl6pPr>
            <a:lvl7pPr algn="l">
              <a:defRPr sz="1200" b="0">
                <a:solidFill>
                  <a:srgbClr val="008C91"/>
                </a:solidFill>
                <a:latin typeface="Malgun Gothic"/>
                <a:ea typeface="Malgun Gothic"/>
                <a:cs typeface="Malgun Gothic"/>
              </a:defRPr>
            </a:lvl7pPr>
            <a:lvl8pPr algn="l">
              <a:defRPr sz="1200" b="0">
                <a:solidFill>
                  <a:srgbClr val="008C91"/>
                </a:solidFill>
                <a:latin typeface="Malgun Gothic"/>
                <a:ea typeface="Malgun Gothic"/>
                <a:cs typeface="Malgun Gothic"/>
              </a:defRPr>
            </a:lvl8pPr>
            <a:lvl9pPr algn="l">
              <a:defRPr sz="1200" b="0">
                <a:solidFill>
                  <a:srgbClr val="008C91"/>
                </a:solidFill>
                <a:latin typeface="Malgun Gothic"/>
                <a:ea typeface="Malgun Gothic"/>
                <a:cs typeface="Malgun Gothic"/>
              </a:defRPr>
            </a:lvl9pPr>
          </a:lstStyle>
          <a:p>
            <a:pPr algn="l">
              <a:defRPr sz="1200" b="0">
                <a:solidFill>
                  <a:srgbClr val="008C91"/>
                </a:solidFill>
                <a:latin typeface="Malgun Gothic"/>
                <a:ea typeface="Malgun Gothic"/>
                <a:cs typeface="Malgun Gothic"/>
              </a:defRPr>
            </a:pPr>
            <a:r>
              <a:rPr sz="1200" b="0">
                <a:solidFill>
                  <a:srgbClr val="008C91"/>
                </a:solidFill>
                <a:latin typeface="Malgun Gothic"/>
                <a:ea typeface="Malgun Gothic"/>
                <a:cs typeface="Malgun Gothic"/>
              </a:rPr>
              <a:t>AD BRIDGE · 실제 구현 코드</a:t>
            </a:r>
          </a:p>
        </p:txBody>
      </p:sp>
      <p:sp>
        <p:nvSpPr>
          <p:cNvPr id="3" name="title">
            <a:extLst>
              <a:ext uri="{FF2B5EF4-FFF2-40B4-BE49-F238E27FC236}">
                <a16:creationId xmlns:a16="http://schemas.microsoft.com/office/drawing/2014/main" id="{E5181C7E-3B69-4D75-BC5F-7FB3084DD364}"/>
              </a:ext>
            </a:extLst>
          </p:cNvPr>
          <p:cNvSpPr>
            <a:spLocks noGrp="1"/>
          </p:cNvSpPr>
          <p:nvPr/>
        </p:nvSpPr>
        <p:spPr>
          <a:xfrm>
            <a:off x="1476375" y="1657350"/>
            <a:ext cx="9239250" cy="619125"/>
          </a:xfrm>
          <a:prstGeom prst="rect">
            <a:avLst/>
          </a:prstGeom>
          <a:noFill/>
          <a:ln w="0">
            <a:noFill/>
          </a:ln>
        </p:spPr>
        <p:txBody>
          <a:bodyPr lIns="0" tIns="0" rIns="0" bIns="0" anchor="t">
            <a:noAutofit/>
          </a:bodyPr>
          <a:lstStyle>
            <a:defPPr algn="l">
              <a:defRPr sz="2775" b="1">
                <a:solidFill>
                  <a:srgbClr val="164749"/>
                </a:solidFill>
                <a:latin typeface="Malgun Gothic"/>
                <a:ea typeface="Malgun Gothic"/>
                <a:cs typeface="Malgun Gothic"/>
              </a:defRPr>
            </a:defPPr>
            <a:lvl1pPr algn="l">
              <a:defRPr sz="2775" b="1">
                <a:solidFill>
                  <a:srgbClr val="164749"/>
                </a:solidFill>
                <a:latin typeface="Malgun Gothic"/>
                <a:ea typeface="Malgun Gothic"/>
                <a:cs typeface="Malgun Gothic"/>
              </a:defRPr>
            </a:lvl1pPr>
            <a:lvl2pPr algn="l">
              <a:defRPr sz="2775" b="1">
                <a:solidFill>
                  <a:srgbClr val="164749"/>
                </a:solidFill>
                <a:latin typeface="Malgun Gothic"/>
                <a:ea typeface="Malgun Gothic"/>
                <a:cs typeface="Malgun Gothic"/>
              </a:defRPr>
            </a:lvl2pPr>
            <a:lvl3pPr algn="l">
              <a:defRPr sz="2775" b="1">
                <a:solidFill>
                  <a:srgbClr val="164749"/>
                </a:solidFill>
                <a:latin typeface="Malgun Gothic"/>
                <a:ea typeface="Malgun Gothic"/>
                <a:cs typeface="Malgun Gothic"/>
              </a:defRPr>
            </a:lvl3pPr>
            <a:lvl4pPr algn="l">
              <a:defRPr sz="2775" b="1">
                <a:solidFill>
                  <a:srgbClr val="164749"/>
                </a:solidFill>
                <a:latin typeface="Malgun Gothic"/>
                <a:ea typeface="Malgun Gothic"/>
                <a:cs typeface="Malgun Gothic"/>
              </a:defRPr>
            </a:lvl4pPr>
            <a:lvl5pPr algn="l">
              <a:defRPr sz="2775" b="1">
                <a:solidFill>
                  <a:srgbClr val="164749"/>
                </a:solidFill>
                <a:latin typeface="Malgun Gothic"/>
                <a:ea typeface="Malgun Gothic"/>
                <a:cs typeface="Malgun Gothic"/>
              </a:defRPr>
            </a:lvl5pPr>
            <a:lvl6pPr algn="l">
              <a:defRPr sz="2775" b="1">
                <a:solidFill>
                  <a:srgbClr val="164749"/>
                </a:solidFill>
                <a:latin typeface="Malgun Gothic"/>
                <a:ea typeface="Malgun Gothic"/>
                <a:cs typeface="Malgun Gothic"/>
              </a:defRPr>
            </a:lvl6pPr>
            <a:lvl7pPr algn="l">
              <a:defRPr sz="2775" b="1">
                <a:solidFill>
                  <a:srgbClr val="164749"/>
                </a:solidFill>
                <a:latin typeface="Malgun Gothic"/>
                <a:ea typeface="Malgun Gothic"/>
                <a:cs typeface="Malgun Gothic"/>
              </a:defRPr>
            </a:lvl7pPr>
            <a:lvl8pPr algn="l">
              <a:defRPr sz="2775" b="1">
                <a:solidFill>
                  <a:srgbClr val="164749"/>
                </a:solidFill>
                <a:latin typeface="Malgun Gothic"/>
                <a:ea typeface="Malgun Gothic"/>
                <a:cs typeface="Malgun Gothic"/>
              </a:defRPr>
            </a:lvl8pPr>
            <a:lvl9pPr algn="l">
              <a:defRPr sz="2775" b="1">
                <a:solidFill>
                  <a:srgbClr val="164749"/>
                </a:solidFill>
                <a:latin typeface="Malgun Gothic"/>
                <a:ea typeface="Malgun Gothic"/>
                <a:cs typeface="Malgun Gothic"/>
              </a:defRPr>
            </a:lvl9pPr>
          </a:lstStyle>
          <a:p>
            <a:pPr algn="l">
              <a:defRPr sz="2775" b="1">
                <a:solidFill>
                  <a:srgbClr val="164749"/>
                </a:solidFill>
                <a:latin typeface="Malgun Gothic"/>
                <a:ea typeface="Malgun Gothic"/>
                <a:cs typeface="Malgun Gothic"/>
              </a:defRPr>
            </a:pPr>
            <a:r>
              <a:rPr sz="2775" b="1">
                <a:solidFill>
                  <a:srgbClr val="164749"/>
                </a:solidFill>
                <a:latin typeface="Malgun Gothic"/>
                <a:ea typeface="Malgun Gothic"/>
                <a:cs typeface="Malgun Gothic"/>
              </a:rPr>
              <a:t>게임 광고 표시와 노출 기록 관리</a:t>
            </a:r>
          </a:p>
        </p:txBody>
      </p:sp>
      <p:sp>
        <p:nvSpPr>
          <p:cNvPr id="4" name="number-0">
            <a:extLst>
              <a:ext uri="{FF2B5EF4-FFF2-40B4-BE49-F238E27FC236}">
                <a16:creationId xmlns:a16="http://schemas.microsoft.com/office/drawing/2014/main" id="{D35F62C6-7919-40A2-AC00-EA5CB531A99E}"/>
              </a:ext>
            </a:extLst>
          </p:cNvPr>
          <p:cNvSpPr>
            <a:spLocks noGrp="1"/>
          </p:cNvSpPr>
          <p:nvPr/>
        </p:nvSpPr>
        <p:spPr>
          <a:xfrm>
            <a:off x="1333500" y="24765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01</a:t>
            </a:r>
          </a:p>
        </p:txBody>
      </p:sp>
      <p:sp>
        <p:nvSpPr>
          <p:cNvPr id="5" name="heading-0">
            <a:extLst>
              <a:ext uri="{FF2B5EF4-FFF2-40B4-BE49-F238E27FC236}">
                <a16:creationId xmlns:a16="http://schemas.microsoft.com/office/drawing/2014/main" id="{4460C82D-CA59-4790-9525-45B38C055D53}"/>
              </a:ext>
            </a:extLst>
          </p:cNvPr>
          <p:cNvSpPr>
            <a:spLocks noGrp="1"/>
          </p:cNvSpPr>
          <p:nvPr/>
        </p:nvSpPr>
        <p:spPr>
          <a:xfrm>
            <a:off x="1809750" y="24574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옥상·포털 광고 연결</a:t>
            </a:r>
          </a:p>
        </p:txBody>
      </p:sp>
      <p:sp>
        <p:nvSpPr>
          <p:cNvPr id="6" name="body-0">
            <a:extLst>
              <a:ext uri="{FF2B5EF4-FFF2-40B4-BE49-F238E27FC236}">
                <a16:creationId xmlns:a16="http://schemas.microsoft.com/office/drawing/2014/main" id="{AEBDC105-0881-462C-9702-73BA5C07D86C}"/>
              </a:ext>
            </a:extLst>
          </p:cNvPr>
          <p:cNvSpPr>
            <a:spLocks noGrp="1"/>
          </p:cNvSpPr>
          <p:nvPr/>
        </p:nvSpPr>
        <p:spPr>
          <a:xfrm>
            <a:off x="1809750" y="28575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옥상은 10초 회차로 광고 조회</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포털은 약 3초 이동 화면에 표시</a:t>
            </a:r>
          </a:p>
        </p:txBody>
      </p:sp>
      <p:sp>
        <p:nvSpPr>
          <p:cNvPr id="7" name="number-1">
            <a:extLst>
              <a:ext uri="{FF2B5EF4-FFF2-40B4-BE49-F238E27FC236}">
                <a16:creationId xmlns:a16="http://schemas.microsoft.com/office/drawing/2014/main" id="{3B031A2E-F4F2-46DB-AF63-002EC7DAACEC}"/>
              </a:ext>
            </a:extLst>
          </p:cNvPr>
          <p:cNvSpPr>
            <a:spLocks noGrp="1"/>
          </p:cNvSpPr>
          <p:nvPr/>
        </p:nvSpPr>
        <p:spPr>
          <a:xfrm>
            <a:off x="1333500" y="35052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02</a:t>
            </a:r>
          </a:p>
        </p:txBody>
      </p:sp>
      <p:sp>
        <p:nvSpPr>
          <p:cNvPr id="8" name="heading-1">
            <a:extLst>
              <a:ext uri="{FF2B5EF4-FFF2-40B4-BE49-F238E27FC236}">
                <a16:creationId xmlns:a16="http://schemas.microsoft.com/office/drawing/2014/main" id="{53F73A2C-81CA-477E-9193-22663E5EB64B}"/>
              </a:ext>
            </a:extLst>
          </p:cNvPr>
          <p:cNvSpPr>
            <a:spLocks noGrp="1"/>
          </p:cNvSpPr>
          <p:nvPr/>
        </p:nvSpPr>
        <p:spPr>
          <a:xfrm>
            <a:off x="1809750" y="34861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노출 조건 충족 시 보고</a:t>
            </a:r>
          </a:p>
        </p:txBody>
      </p:sp>
      <p:sp>
        <p:nvSpPr>
          <p:cNvPr id="9" name="body-1">
            <a:extLst>
              <a:ext uri="{FF2B5EF4-FFF2-40B4-BE49-F238E27FC236}">
                <a16:creationId xmlns:a16="http://schemas.microsoft.com/office/drawing/2014/main" id="{12F03358-7280-4FC9-8A01-05FD8DFE1AB7}"/>
              </a:ext>
            </a:extLst>
          </p:cNvPr>
          <p:cNvSpPr>
            <a:spLocks noGrp="1"/>
          </p:cNvSpPr>
          <p:nvPr/>
        </p:nvSpPr>
        <p:spPr>
          <a:xfrm>
            <a:off x="1809750" y="38862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이미지 50% 이상이 연속 1초 노출</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화면이 숨겨지면 측정 시간 초기화</a:t>
            </a:r>
          </a:p>
        </p:txBody>
      </p:sp>
      <p:sp>
        <p:nvSpPr>
          <p:cNvPr id="10" name="number-2">
            <a:extLst>
              <a:ext uri="{FF2B5EF4-FFF2-40B4-BE49-F238E27FC236}">
                <a16:creationId xmlns:a16="http://schemas.microsoft.com/office/drawing/2014/main" id="{5B095551-B314-4B3B-957E-D5AF24F7CA01}"/>
              </a:ext>
            </a:extLst>
          </p:cNvPr>
          <p:cNvSpPr>
            <a:spLocks noGrp="1"/>
          </p:cNvSpPr>
          <p:nvPr/>
        </p:nvSpPr>
        <p:spPr>
          <a:xfrm>
            <a:off x="1333500" y="45339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03</a:t>
            </a:r>
          </a:p>
        </p:txBody>
      </p:sp>
      <p:sp>
        <p:nvSpPr>
          <p:cNvPr id="11" name="heading-2">
            <a:extLst>
              <a:ext uri="{FF2B5EF4-FFF2-40B4-BE49-F238E27FC236}">
                <a16:creationId xmlns:a16="http://schemas.microsoft.com/office/drawing/2014/main" id="{D38EFF11-3E17-48B7-870F-454D1E5249F5}"/>
              </a:ext>
            </a:extLst>
          </p:cNvPr>
          <p:cNvSpPr>
            <a:spLocks noGrp="1"/>
          </p:cNvSpPr>
          <p:nvPr/>
        </p:nvSpPr>
        <p:spPr>
          <a:xfrm>
            <a:off x="1809750" y="45148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중복 처리·실패 재전송</a:t>
            </a:r>
          </a:p>
        </p:txBody>
      </p:sp>
      <p:sp>
        <p:nvSpPr>
          <p:cNvPr id="12" name="body-2">
            <a:extLst>
              <a:ext uri="{FF2B5EF4-FFF2-40B4-BE49-F238E27FC236}">
                <a16:creationId xmlns:a16="http://schemas.microsoft.com/office/drawing/2014/main" id="{8FB1550C-88CD-45B5-92B1-ACD07BDB1ED4}"/>
              </a:ext>
            </a:extLst>
          </p:cNvPr>
          <p:cNvSpPr>
            <a:spLocks noGrp="1"/>
          </p:cNvSpPr>
          <p:nvPr/>
        </p:nvSpPr>
        <p:spPr>
          <a:xfrm>
            <a:off x="1809750" y="49149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결정·사용자별 노출 기록 재사용</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재전송도 최초 ID와 내용 유지</a:t>
            </a:r>
          </a:p>
        </p:txBody>
      </p:sp>
      <p:sp>
        <p:nvSpPr>
          <p:cNvPr id="13" name="code-background">
            <a:extLst>
              <a:ext uri="{FF2B5EF4-FFF2-40B4-BE49-F238E27FC236}">
                <a16:creationId xmlns:a16="http://schemas.microsoft.com/office/drawing/2014/main" id="{84918481-FACD-4F81-9F49-6773654A1D73}"/>
              </a:ext>
            </a:extLst>
          </p:cNvPr>
          <p:cNvSpPr>
            <a:spLocks noGrp="1"/>
          </p:cNvSpPr>
          <p:nvPr/>
        </p:nvSpPr>
        <p:spPr>
          <a:xfrm>
            <a:off x="5238750" y="2333625"/>
            <a:ext cx="5524500" cy="3143250"/>
          </a:xfrm>
          <a:prstGeom prst="roundRect">
            <a:avLst>
              <a:gd name="adj" fmla="val 2424"/>
            </a:avLst>
          </a:prstGeom>
          <a:solidFill>
            <a:srgbClr val="142423"/>
          </a:solidFill>
          <a:ln w="0">
            <a:solidFill>
              <a:srgbClr val="142423"/>
            </a:solidFill>
          </a:ln>
        </p:spPr>
        <p:txBody>
          <a:bodyPr/>
          <a:lstStyle/>
          <a:p>
            <a:endParaRPr lang="ko-KR" altLang="en-US"/>
          </a:p>
        </p:txBody>
      </p:sp>
      <p:sp>
        <p:nvSpPr>
          <p:cNvPr id="14" name="editor-header">
            <a:extLst>
              <a:ext uri="{FF2B5EF4-FFF2-40B4-BE49-F238E27FC236}">
                <a16:creationId xmlns:a16="http://schemas.microsoft.com/office/drawing/2014/main" id="{92B200A6-BE85-4B1B-B2B5-5585A0080EC3}"/>
              </a:ext>
            </a:extLst>
          </p:cNvPr>
          <p:cNvSpPr>
            <a:spLocks noGrp="1"/>
          </p:cNvSpPr>
          <p:nvPr/>
        </p:nvSpPr>
        <p:spPr>
          <a:xfrm>
            <a:off x="5257800" y="2400300"/>
            <a:ext cx="5486400" cy="266700"/>
          </a:xfrm>
          <a:prstGeom prst="rect">
            <a:avLst/>
          </a:prstGeom>
          <a:solidFill>
            <a:srgbClr val="0C1919"/>
          </a:solidFill>
          <a:ln w="0">
            <a:noFill/>
          </a:ln>
        </p:spPr>
        <p:txBody>
          <a:bodyPr/>
          <a:lstStyle/>
          <a:p>
            <a:endParaRPr lang="ko-KR" altLang="en-US"/>
          </a:p>
        </p:txBody>
      </p:sp>
      <p:sp>
        <p:nvSpPr>
          <p:cNvPr id="15" name="excerpt-scope">
            <a:extLst>
              <a:ext uri="{FF2B5EF4-FFF2-40B4-BE49-F238E27FC236}">
                <a16:creationId xmlns:a16="http://schemas.microsoft.com/office/drawing/2014/main" id="{F0C4A423-D768-4422-A116-197B36104263}"/>
              </a:ext>
            </a:extLst>
          </p:cNvPr>
          <p:cNvSpPr>
            <a:spLocks noGrp="1"/>
          </p:cNvSpPr>
          <p:nvPr/>
        </p:nvSpPr>
        <p:spPr>
          <a:xfrm>
            <a:off x="5238750" y="2076450"/>
            <a:ext cx="5524500" cy="228600"/>
          </a:xfrm>
          <a:prstGeom prst="rect">
            <a:avLst/>
          </a:prstGeom>
          <a:noFill/>
          <a:ln w="0">
            <a:noFill/>
          </a:ln>
        </p:spPr>
        <p:txBody>
          <a:bodyPr lIns="0" tIns="0" rIns="0" bIns="0" anchor="t">
            <a:noAutofit/>
          </a:bodyPr>
          <a:lstStyle>
            <a:defPPr algn="l">
              <a:defRPr sz="1200" b="1">
                <a:solidFill>
                  <a:srgbClr val="008C91"/>
                </a:solidFill>
                <a:latin typeface="Malgun Gothic"/>
                <a:ea typeface="Malgun Gothic"/>
                <a:cs typeface="Malgun Gothic"/>
              </a:defRPr>
            </a:defPPr>
            <a:lvl1pPr algn="l">
              <a:defRPr sz="1200" b="1">
                <a:solidFill>
                  <a:srgbClr val="008C91"/>
                </a:solidFill>
                <a:latin typeface="Malgun Gothic"/>
                <a:ea typeface="Malgun Gothic"/>
                <a:cs typeface="Malgun Gothic"/>
              </a:defRPr>
            </a:lvl1pPr>
            <a:lvl2pPr algn="l">
              <a:defRPr sz="1200" b="1">
                <a:solidFill>
                  <a:srgbClr val="008C91"/>
                </a:solidFill>
                <a:latin typeface="Malgun Gothic"/>
                <a:ea typeface="Malgun Gothic"/>
                <a:cs typeface="Malgun Gothic"/>
              </a:defRPr>
            </a:lvl2pPr>
            <a:lvl3pPr algn="l">
              <a:defRPr sz="1200" b="1">
                <a:solidFill>
                  <a:srgbClr val="008C91"/>
                </a:solidFill>
                <a:latin typeface="Malgun Gothic"/>
                <a:ea typeface="Malgun Gothic"/>
                <a:cs typeface="Malgun Gothic"/>
              </a:defRPr>
            </a:lvl3pPr>
            <a:lvl4pPr algn="l">
              <a:defRPr sz="1200" b="1">
                <a:solidFill>
                  <a:srgbClr val="008C91"/>
                </a:solidFill>
                <a:latin typeface="Malgun Gothic"/>
                <a:ea typeface="Malgun Gothic"/>
                <a:cs typeface="Malgun Gothic"/>
              </a:defRPr>
            </a:lvl4pPr>
            <a:lvl5pPr algn="l">
              <a:defRPr sz="1200" b="1">
                <a:solidFill>
                  <a:srgbClr val="008C91"/>
                </a:solidFill>
                <a:latin typeface="Malgun Gothic"/>
                <a:ea typeface="Malgun Gothic"/>
                <a:cs typeface="Malgun Gothic"/>
              </a:defRPr>
            </a:lvl5pPr>
            <a:lvl6pPr algn="l">
              <a:defRPr sz="1200" b="1">
                <a:solidFill>
                  <a:srgbClr val="008C91"/>
                </a:solidFill>
                <a:latin typeface="Malgun Gothic"/>
                <a:ea typeface="Malgun Gothic"/>
                <a:cs typeface="Malgun Gothic"/>
              </a:defRPr>
            </a:lvl6pPr>
            <a:lvl7pPr algn="l">
              <a:defRPr sz="1200" b="1">
                <a:solidFill>
                  <a:srgbClr val="008C91"/>
                </a:solidFill>
                <a:latin typeface="Malgun Gothic"/>
                <a:ea typeface="Malgun Gothic"/>
                <a:cs typeface="Malgun Gothic"/>
              </a:defRPr>
            </a:lvl7pPr>
            <a:lvl8pPr algn="l">
              <a:defRPr sz="1200" b="1">
                <a:solidFill>
                  <a:srgbClr val="008C91"/>
                </a:solidFill>
                <a:latin typeface="Malgun Gothic"/>
                <a:ea typeface="Malgun Gothic"/>
                <a:cs typeface="Malgun Gothic"/>
              </a:defRPr>
            </a:lvl8pPr>
            <a:lvl9pPr algn="l">
              <a:defRPr sz="1200" b="1">
                <a:solidFill>
                  <a:srgbClr val="008C91"/>
                </a:solidFill>
                <a:latin typeface="Malgun Gothic"/>
                <a:ea typeface="Malgun Gothic"/>
                <a:cs typeface="Malgun Gothic"/>
              </a:defRPr>
            </a:lvl9pPr>
          </a:lstStyle>
          <a:p>
            <a:pPr algn="l">
              <a:defRPr sz="1200" b="1">
                <a:solidFill>
                  <a:srgbClr val="008C91"/>
                </a:solidFill>
                <a:latin typeface="Malgun Gothic"/>
                <a:ea typeface="Malgun Gothic"/>
                <a:cs typeface="Malgun Gothic"/>
              </a:defRPr>
            </a:pPr>
            <a:r>
              <a:rPr sz="1200" b="1">
                <a:solidFill>
                  <a:srgbClr val="008C91"/>
                </a:solidFill>
                <a:latin typeface="Malgun Gothic"/>
                <a:ea typeface="Malgun Gothic"/>
                <a:cs typeface="Malgun Gothic"/>
              </a:rPr>
              <a:t>노출 중복 방지 부분 발췌 · 공유 광고</a:t>
            </a:r>
          </a:p>
        </p:txBody>
      </p:sp>
      <p:sp>
        <p:nvSpPr>
          <p:cNvPr id="16" name="editor-controls">
            <a:extLst>
              <a:ext uri="{FF2B5EF4-FFF2-40B4-BE49-F238E27FC236}">
                <a16:creationId xmlns:a16="http://schemas.microsoft.com/office/drawing/2014/main" id="{2E1428EA-8C93-4795-B757-D6AFB77AFC27}"/>
              </a:ext>
            </a:extLst>
          </p:cNvPr>
          <p:cNvSpPr>
            <a:spLocks noGrp="1"/>
          </p:cNvSpPr>
          <p:nvPr/>
        </p:nvSpPr>
        <p:spPr>
          <a:xfrm>
            <a:off x="5400675" y="2428875"/>
            <a:ext cx="533400" cy="171450"/>
          </a:xfrm>
          <a:prstGeom prst="rect">
            <a:avLst/>
          </a:prstGeom>
          <a:noFill/>
          <a:ln w="0">
            <a:noFill/>
          </a:ln>
        </p:spPr>
        <p:txBody>
          <a:bodyPr lIns="0" tIns="0" rIns="0" bIns="0" anchor="t">
            <a:noAutofit/>
          </a:bodyPr>
          <a:lstStyle>
            <a:defPPr algn="l">
              <a:defRPr sz="750" b="0">
                <a:solidFill>
                  <a:srgbClr val="6AAFA5"/>
                </a:solidFill>
                <a:latin typeface="Malgun Gothic"/>
                <a:ea typeface="Malgun Gothic"/>
                <a:cs typeface="Malgun Gothic"/>
              </a:defRPr>
            </a:defPPr>
            <a:lvl1pPr algn="l">
              <a:defRPr sz="750" b="0">
                <a:solidFill>
                  <a:srgbClr val="6AAFA5"/>
                </a:solidFill>
                <a:latin typeface="Malgun Gothic"/>
                <a:ea typeface="Malgun Gothic"/>
                <a:cs typeface="Malgun Gothic"/>
              </a:defRPr>
            </a:lvl1pPr>
            <a:lvl2pPr algn="l">
              <a:defRPr sz="750" b="0">
                <a:solidFill>
                  <a:srgbClr val="6AAFA5"/>
                </a:solidFill>
                <a:latin typeface="Malgun Gothic"/>
                <a:ea typeface="Malgun Gothic"/>
                <a:cs typeface="Malgun Gothic"/>
              </a:defRPr>
            </a:lvl2pPr>
            <a:lvl3pPr algn="l">
              <a:defRPr sz="750" b="0">
                <a:solidFill>
                  <a:srgbClr val="6AAFA5"/>
                </a:solidFill>
                <a:latin typeface="Malgun Gothic"/>
                <a:ea typeface="Malgun Gothic"/>
                <a:cs typeface="Malgun Gothic"/>
              </a:defRPr>
            </a:lvl3pPr>
            <a:lvl4pPr algn="l">
              <a:defRPr sz="750" b="0">
                <a:solidFill>
                  <a:srgbClr val="6AAFA5"/>
                </a:solidFill>
                <a:latin typeface="Malgun Gothic"/>
                <a:ea typeface="Malgun Gothic"/>
                <a:cs typeface="Malgun Gothic"/>
              </a:defRPr>
            </a:lvl4pPr>
            <a:lvl5pPr algn="l">
              <a:defRPr sz="750" b="0">
                <a:solidFill>
                  <a:srgbClr val="6AAFA5"/>
                </a:solidFill>
                <a:latin typeface="Malgun Gothic"/>
                <a:ea typeface="Malgun Gothic"/>
                <a:cs typeface="Malgun Gothic"/>
              </a:defRPr>
            </a:lvl5pPr>
            <a:lvl6pPr algn="l">
              <a:defRPr sz="750" b="0">
                <a:solidFill>
                  <a:srgbClr val="6AAFA5"/>
                </a:solidFill>
                <a:latin typeface="Malgun Gothic"/>
                <a:ea typeface="Malgun Gothic"/>
                <a:cs typeface="Malgun Gothic"/>
              </a:defRPr>
            </a:lvl6pPr>
            <a:lvl7pPr algn="l">
              <a:defRPr sz="750" b="0">
                <a:solidFill>
                  <a:srgbClr val="6AAFA5"/>
                </a:solidFill>
                <a:latin typeface="Malgun Gothic"/>
                <a:ea typeface="Malgun Gothic"/>
                <a:cs typeface="Malgun Gothic"/>
              </a:defRPr>
            </a:lvl7pPr>
            <a:lvl8pPr algn="l">
              <a:defRPr sz="750" b="0">
                <a:solidFill>
                  <a:srgbClr val="6AAFA5"/>
                </a:solidFill>
                <a:latin typeface="Malgun Gothic"/>
                <a:ea typeface="Malgun Gothic"/>
                <a:cs typeface="Malgun Gothic"/>
              </a:defRPr>
            </a:lvl8pPr>
            <a:lvl9pPr algn="l">
              <a:defRPr sz="750" b="0">
                <a:solidFill>
                  <a:srgbClr val="6AAFA5"/>
                </a:solidFill>
                <a:latin typeface="Malgun Gothic"/>
                <a:ea typeface="Malgun Gothic"/>
                <a:cs typeface="Malgun Gothic"/>
              </a:defRPr>
            </a:lvl9pPr>
          </a:lstStyle>
          <a:p>
            <a:pPr algn="l">
              <a:defRPr sz="750" b="0">
                <a:solidFill>
                  <a:srgbClr val="6AAFA5"/>
                </a:solidFill>
                <a:latin typeface="Malgun Gothic"/>
                <a:ea typeface="Malgun Gothic"/>
                <a:cs typeface="Malgun Gothic"/>
              </a:defRPr>
            </a:pPr>
            <a:r>
              <a:rPr sz="750" b="0">
                <a:solidFill>
                  <a:srgbClr val="6AAFA5"/>
                </a:solidFill>
                <a:latin typeface="Malgun Gothic"/>
                <a:ea typeface="Malgun Gothic"/>
                <a:cs typeface="Malgun Gothic"/>
              </a:rPr>
              <a:t>● ● ●</a:t>
            </a:r>
          </a:p>
        </p:txBody>
      </p:sp>
      <p:sp>
        <p:nvSpPr>
          <p:cNvPr id="17" name="code-path">
            <a:extLst>
              <a:ext uri="{FF2B5EF4-FFF2-40B4-BE49-F238E27FC236}">
                <a16:creationId xmlns:a16="http://schemas.microsoft.com/office/drawing/2014/main" id="{EE00665A-8470-4433-A758-69635F8602A5}"/>
              </a:ext>
            </a:extLst>
          </p:cNvPr>
          <p:cNvSpPr>
            <a:spLocks noGrp="1"/>
          </p:cNvSpPr>
          <p:nvPr/>
        </p:nvSpPr>
        <p:spPr>
          <a:xfrm>
            <a:off x="6019800" y="2409825"/>
            <a:ext cx="4476750" cy="228600"/>
          </a:xfrm>
          <a:prstGeom prst="rect">
            <a:avLst/>
          </a:prstGeom>
          <a:noFill/>
          <a:ln w="0">
            <a:noFill/>
          </a:ln>
        </p:spPr>
        <p:txBody>
          <a:bodyPr lIns="0" tIns="0" rIns="0" bIns="0" anchor="t">
            <a:noAutofit/>
          </a:bodyPr>
          <a:lstStyle>
            <a:defPPr algn="l">
              <a:defRPr sz="975" b="0">
                <a:solidFill>
                  <a:srgbClr val="C9D6BD"/>
                </a:solidFill>
                <a:latin typeface="Malgun Gothic"/>
                <a:ea typeface="Malgun Gothic"/>
                <a:cs typeface="Malgun Gothic"/>
              </a:defRPr>
            </a:defPPr>
            <a:lvl1pPr algn="l">
              <a:defRPr sz="975" b="0">
                <a:solidFill>
                  <a:srgbClr val="C9D6BD"/>
                </a:solidFill>
                <a:latin typeface="Malgun Gothic"/>
                <a:ea typeface="Malgun Gothic"/>
                <a:cs typeface="Malgun Gothic"/>
              </a:defRPr>
            </a:lvl1pPr>
            <a:lvl2pPr algn="l">
              <a:defRPr sz="975" b="0">
                <a:solidFill>
                  <a:srgbClr val="C9D6BD"/>
                </a:solidFill>
                <a:latin typeface="Malgun Gothic"/>
                <a:ea typeface="Malgun Gothic"/>
                <a:cs typeface="Malgun Gothic"/>
              </a:defRPr>
            </a:lvl2pPr>
            <a:lvl3pPr algn="l">
              <a:defRPr sz="975" b="0">
                <a:solidFill>
                  <a:srgbClr val="C9D6BD"/>
                </a:solidFill>
                <a:latin typeface="Malgun Gothic"/>
                <a:ea typeface="Malgun Gothic"/>
                <a:cs typeface="Malgun Gothic"/>
              </a:defRPr>
            </a:lvl3pPr>
            <a:lvl4pPr algn="l">
              <a:defRPr sz="975" b="0">
                <a:solidFill>
                  <a:srgbClr val="C9D6BD"/>
                </a:solidFill>
                <a:latin typeface="Malgun Gothic"/>
                <a:ea typeface="Malgun Gothic"/>
                <a:cs typeface="Malgun Gothic"/>
              </a:defRPr>
            </a:lvl4pPr>
            <a:lvl5pPr algn="l">
              <a:defRPr sz="975" b="0">
                <a:solidFill>
                  <a:srgbClr val="C9D6BD"/>
                </a:solidFill>
                <a:latin typeface="Malgun Gothic"/>
                <a:ea typeface="Malgun Gothic"/>
                <a:cs typeface="Malgun Gothic"/>
              </a:defRPr>
            </a:lvl5pPr>
            <a:lvl6pPr algn="l">
              <a:defRPr sz="975" b="0">
                <a:solidFill>
                  <a:srgbClr val="C9D6BD"/>
                </a:solidFill>
                <a:latin typeface="Malgun Gothic"/>
                <a:ea typeface="Malgun Gothic"/>
                <a:cs typeface="Malgun Gothic"/>
              </a:defRPr>
            </a:lvl6pPr>
            <a:lvl7pPr algn="l">
              <a:defRPr sz="975" b="0">
                <a:solidFill>
                  <a:srgbClr val="C9D6BD"/>
                </a:solidFill>
                <a:latin typeface="Malgun Gothic"/>
                <a:ea typeface="Malgun Gothic"/>
                <a:cs typeface="Malgun Gothic"/>
              </a:defRPr>
            </a:lvl7pPr>
            <a:lvl8pPr algn="l">
              <a:defRPr sz="975" b="0">
                <a:solidFill>
                  <a:srgbClr val="C9D6BD"/>
                </a:solidFill>
                <a:latin typeface="Malgun Gothic"/>
                <a:ea typeface="Malgun Gothic"/>
                <a:cs typeface="Malgun Gothic"/>
              </a:defRPr>
            </a:lvl8pPr>
            <a:lvl9pPr algn="l">
              <a:defRPr sz="975" b="0">
                <a:solidFill>
                  <a:srgbClr val="C9D6BD"/>
                </a:solidFill>
                <a:latin typeface="Malgun Gothic"/>
                <a:ea typeface="Malgun Gothic"/>
                <a:cs typeface="Malgun Gothic"/>
              </a:defRPr>
            </a:lvl9pPr>
          </a:lstStyle>
          <a:p>
            <a:pPr algn="l">
              <a:defRPr sz="975" b="0">
                <a:solidFill>
                  <a:srgbClr val="C9D6BD"/>
                </a:solidFill>
                <a:latin typeface="Malgun Gothic"/>
                <a:ea typeface="Malgun Gothic"/>
                <a:cs typeface="Malgun Gothic"/>
              </a:defRPr>
            </a:pPr>
            <a:r>
              <a:rPr sz="975" b="0">
                <a:solidFill>
                  <a:srgbClr val="C9D6BD"/>
                </a:solidFill>
                <a:latin typeface="Malgun Gothic"/>
                <a:ea typeface="Malgun Gothic"/>
                <a:cs typeface="Malgun Gothic"/>
              </a:rPr>
              <a:t>impressions/store.py</a:t>
            </a:r>
          </a:p>
        </p:txBody>
      </p:sp>
      <p:sp>
        <p:nvSpPr>
          <p:cNvPr id="18" name="code-line-0">
            <a:extLst>
              <a:ext uri="{FF2B5EF4-FFF2-40B4-BE49-F238E27FC236}">
                <a16:creationId xmlns:a16="http://schemas.microsoft.com/office/drawing/2014/main" id="{C52D3BD0-DC56-497E-8370-7057CDDA7E74}"/>
              </a:ext>
            </a:extLst>
          </p:cNvPr>
          <p:cNvSpPr>
            <a:spLocks noGrp="1"/>
          </p:cNvSpPr>
          <p:nvPr/>
        </p:nvSpPr>
        <p:spPr>
          <a:xfrm>
            <a:off x="5419725" y="28003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89A59A"/>
                </a:solidFill>
              </a:rPr>
              <a:t># 공유 광고: 결정과 내부 사용자로 중복 확인</a:t>
            </a:r>
          </a:p>
        </p:txBody>
      </p:sp>
      <p:sp>
        <p:nvSpPr>
          <p:cNvPr id="19" name="code-line-1">
            <a:extLst>
              <a:ext uri="{FF2B5EF4-FFF2-40B4-BE49-F238E27FC236}">
                <a16:creationId xmlns:a16="http://schemas.microsoft.com/office/drawing/2014/main" id="{1954073E-DE5C-4C54-B132-6ABA1C607CDD}"/>
              </a:ext>
            </a:extLst>
          </p:cNvPr>
          <p:cNvSpPr>
            <a:spLocks noGrp="1"/>
          </p:cNvSpPr>
          <p:nvPr/>
        </p:nvSpPr>
        <p:spPr>
          <a:xfrm>
            <a:off x="5419725" y="298132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lookup = {</a:t>
            </a:r>
            <a:r>
              <a:rPr>
                <a:solidFill>
                  <a:srgbClr val="B6D796"/>
                </a:solidFill>
              </a:rPr>
              <a:t>"decision"</a:t>
            </a:r>
            <a:r>
              <a:rPr>
                <a:solidFill>
                  <a:srgbClr val="E2E8E5"/>
                </a:solidFill>
              </a:rPr>
              <a:t>: decision,</a:t>
            </a:r>
          </a:p>
        </p:txBody>
      </p:sp>
      <p:sp>
        <p:nvSpPr>
          <p:cNvPr id="20" name="code-line-2">
            <a:extLst>
              <a:ext uri="{FF2B5EF4-FFF2-40B4-BE49-F238E27FC236}">
                <a16:creationId xmlns:a16="http://schemas.microsoft.com/office/drawing/2014/main" id="{6ADB91FB-EED7-4E91-9168-A0D8CF19E2C6}"/>
              </a:ext>
            </a:extLst>
          </p:cNvPr>
          <p:cNvSpPr>
            <a:spLocks noGrp="1"/>
          </p:cNvSpPr>
          <p:nvPr/>
        </p:nvSpPr>
        <p:spPr>
          <a:xfrm>
            <a:off x="5419725" y="316230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"owner_id"</a:t>
            </a:r>
            <a:r>
              <a:rPr>
                <a:solidFill>
                  <a:srgbClr val="E2E8E5"/>
                </a:solidFill>
              </a:rPr>
              <a:t>: owner_uuid}</a:t>
            </a:r>
          </a:p>
        </p:txBody>
      </p:sp>
      <p:sp>
        <p:nvSpPr>
          <p:cNvPr id="21" name="code-line-3">
            <a:extLst>
              <a:ext uri="{FF2B5EF4-FFF2-40B4-BE49-F238E27FC236}">
                <a16:creationId xmlns:a16="http://schemas.microsoft.com/office/drawing/2014/main" id="{7814BE09-0E5A-47C0-A0E1-F0CDD4391E49}"/>
              </a:ext>
            </a:extLst>
          </p:cNvPr>
          <p:cNvSpPr>
            <a:spLocks noGrp="1"/>
          </p:cNvSpPr>
          <p:nvPr/>
        </p:nvSpPr>
        <p:spPr>
          <a:xfrm>
            <a:off x="5419725" y="334327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record, created = Impression.objects.get_or_create(</a:t>
            </a:r>
          </a:p>
        </p:txBody>
      </p:sp>
      <p:sp>
        <p:nvSpPr>
          <p:cNvPr id="22" name="code-line-4">
            <a:extLst>
              <a:ext uri="{FF2B5EF4-FFF2-40B4-BE49-F238E27FC236}">
                <a16:creationId xmlns:a16="http://schemas.microsoft.com/office/drawing/2014/main" id="{26BCAA06-6CCF-480D-8841-1F1109CD4D94}"/>
              </a:ext>
            </a:extLst>
          </p:cNvPr>
          <p:cNvSpPr>
            <a:spLocks noGrp="1"/>
          </p:cNvSpPr>
          <p:nvPr/>
        </p:nvSpPr>
        <p:spPr>
          <a:xfrm>
            <a:off x="5419725" y="35242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**lookup,</a:t>
            </a:r>
          </a:p>
        </p:txBody>
      </p:sp>
      <p:sp>
        <p:nvSpPr>
          <p:cNvPr id="23" name="code-line-5">
            <a:extLst>
              <a:ext uri="{FF2B5EF4-FFF2-40B4-BE49-F238E27FC236}">
                <a16:creationId xmlns:a16="http://schemas.microsoft.com/office/drawing/2014/main" id="{14FD4D27-D7AF-4413-B80E-6C474F408DB8}"/>
              </a:ext>
            </a:extLst>
          </p:cNvPr>
          <p:cNvSpPr>
            <a:spLocks noGrp="1"/>
          </p:cNvSpPr>
          <p:nvPr/>
        </p:nvSpPr>
        <p:spPr>
          <a:xfrm>
            <a:off x="5419725" y="370522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defaults={</a:t>
            </a:r>
          </a:p>
        </p:txBody>
      </p:sp>
      <p:sp>
        <p:nvSpPr>
          <p:cNvPr id="24" name="code-line-6">
            <a:extLst>
              <a:ext uri="{FF2B5EF4-FFF2-40B4-BE49-F238E27FC236}">
                <a16:creationId xmlns:a16="http://schemas.microsoft.com/office/drawing/2014/main" id="{8C0CBCA6-00D4-4EB9-8515-619FF17CF057}"/>
              </a:ext>
            </a:extLst>
          </p:cNvPr>
          <p:cNvSpPr>
            <a:spLocks noGrp="1"/>
          </p:cNvSpPr>
          <p:nvPr/>
        </p:nvSpPr>
        <p:spPr>
          <a:xfrm>
            <a:off x="5419725" y="388620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"owner_id"</a:t>
            </a:r>
            <a:r>
              <a:rPr>
                <a:solidFill>
                  <a:srgbClr val="E2E8E5"/>
                </a:solidFill>
              </a:rPr>
              <a:t>: owner_uuid,</a:t>
            </a:r>
          </a:p>
        </p:txBody>
      </p:sp>
      <p:sp>
        <p:nvSpPr>
          <p:cNvPr id="25" name="code-line-7">
            <a:extLst>
              <a:ext uri="{FF2B5EF4-FFF2-40B4-BE49-F238E27FC236}">
                <a16:creationId xmlns:a16="http://schemas.microsoft.com/office/drawing/2014/main" id="{FECB2310-3A59-4388-904C-C3F515457616}"/>
              </a:ext>
            </a:extLst>
          </p:cNvPr>
          <p:cNvSpPr>
            <a:spLocks noGrp="1"/>
          </p:cNvSpPr>
          <p:nvPr/>
        </p:nvSpPr>
        <p:spPr>
          <a:xfrm>
            <a:off x="5419725" y="406717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"subject_id"</a:t>
            </a:r>
            <a:r>
              <a:rPr>
                <a:solidFill>
                  <a:srgbClr val="E2E8E5"/>
                </a:solidFill>
              </a:rPr>
              <a:t>: subject,</a:t>
            </a:r>
          </a:p>
        </p:txBody>
      </p:sp>
      <p:sp>
        <p:nvSpPr>
          <p:cNvPr id="26" name="code-line-8">
            <a:extLst>
              <a:ext uri="{FF2B5EF4-FFF2-40B4-BE49-F238E27FC236}">
                <a16:creationId xmlns:a16="http://schemas.microsoft.com/office/drawing/2014/main" id="{1E04361F-9AAE-46DA-9650-0E3BC107F993}"/>
              </a:ext>
            </a:extLst>
          </p:cNvPr>
          <p:cNvSpPr>
            <a:spLocks noGrp="1"/>
          </p:cNvSpPr>
          <p:nvPr/>
        </p:nvSpPr>
        <p:spPr>
          <a:xfrm>
            <a:off x="5419725" y="42481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"occurred_at"</a:t>
            </a:r>
            <a:r>
              <a:rPr>
                <a:solidFill>
                  <a:srgbClr val="E2E8E5"/>
                </a:solidFill>
              </a:rPr>
              <a:t>: occurred_at,</a:t>
            </a:r>
          </a:p>
        </p:txBody>
      </p:sp>
      <p:sp>
        <p:nvSpPr>
          <p:cNvPr id="27" name="code-line-9">
            <a:extLst>
              <a:ext uri="{FF2B5EF4-FFF2-40B4-BE49-F238E27FC236}">
                <a16:creationId xmlns:a16="http://schemas.microsoft.com/office/drawing/2014/main" id="{6126BBD8-43FF-4796-93FB-3F8A778B5AAA}"/>
              </a:ext>
            </a:extLst>
          </p:cNvPr>
          <p:cNvSpPr>
            <a:spLocks noGrp="1"/>
          </p:cNvSpPr>
          <p:nvPr/>
        </p:nvSpPr>
        <p:spPr>
          <a:xfrm>
            <a:off x="5419725" y="442912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"attempts"</a:t>
            </a:r>
            <a:r>
              <a:rPr>
                <a:solidFill>
                  <a:srgbClr val="E2E8E5"/>
                </a:solidFill>
              </a:rPr>
              <a:t>: 1, </a:t>
            </a:r>
            <a:r>
              <a:rPr>
                <a:solidFill>
                  <a:srgbClr val="B6D796"/>
                </a:solidFill>
              </a:rPr>
              <a:t>"lease_token"</a:t>
            </a:r>
            <a:r>
              <a:rPr>
                <a:solidFill>
                  <a:srgbClr val="E2E8E5"/>
                </a:solidFill>
              </a:rPr>
              <a:t>: uuid4,</a:t>
            </a:r>
          </a:p>
        </p:txBody>
      </p:sp>
      <p:sp>
        <p:nvSpPr>
          <p:cNvPr id="28" name="code-line-10">
            <a:extLst>
              <a:ext uri="{FF2B5EF4-FFF2-40B4-BE49-F238E27FC236}">
                <a16:creationId xmlns:a16="http://schemas.microsoft.com/office/drawing/2014/main" id="{875C8F22-75F7-437A-96F2-8E79794E991E}"/>
              </a:ext>
            </a:extLst>
          </p:cNvPr>
          <p:cNvSpPr>
            <a:spLocks noGrp="1"/>
          </p:cNvSpPr>
          <p:nvPr/>
        </p:nvSpPr>
        <p:spPr>
          <a:xfrm>
            <a:off x="5419725" y="461010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r>
              <a:rPr>
                <a:solidFill>
                  <a:srgbClr val="B6D796"/>
                </a:solidFill>
              </a:rPr>
              <a:t>"lease_expires_at"</a:t>
            </a:r>
            <a:r>
              <a:rPr>
                <a:solidFill>
                  <a:srgbClr val="E2E8E5"/>
                </a:solidFill>
              </a:rPr>
              <a:t>: expires,</a:t>
            </a:r>
          </a:p>
        </p:txBody>
      </p:sp>
      <p:sp>
        <p:nvSpPr>
          <p:cNvPr id="29" name="code-line-11">
            <a:extLst>
              <a:ext uri="{FF2B5EF4-FFF2-40B4-BE49-F238E27FC236}">
                <a16:creationId xmlns:a16="http://schemas.microsoft.com/office/drawing/2014/main" id="{FD76914E-88C9-4515-B16B-EB03E771C5B9}"/>
              </a:ext>
            </a:extLst>
          </p:cNvPr>
          <p:cNvSpPr>
            <a:spLocks noGrp="1"/>
          </p:cNvSpPr>
          <p:nvPr/>
        </p:nvSpPr>
        <p:spPr>
          <a:xfrm>
            <a:off x="5419725" y="4791075"/>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a:t>
            </a:r>
          </a:p>
        </p:txBody>
      </p:sp>
      <p:sp>
        <p:nvSpPr>
          <p:cNvPr id="30" name="code-line-12">
            <a:extLst>
              <a:ext uri="{FF2B5EF4-FFF2-40B4-BE49-F238E27FC236}">
                <a16:creationId xmlns:a16="http://schemas.microsoft.com/office/drawing/2014/main" id="{E68AB812-BCCE-4638-A19F-FA40FC7827E1}"/>
              </a:ext>
            </a:extLst>
          </p:cNvPr>
          <p:cNvSpPr>
            <a:spLocks noGrp="1"/>
          </p:cNvSpPr>
          <p:nvPr/>
        </p:nvSpPr>
        <p:spPr>
          <a:xfrm>
            <a:off x="5419725" y="49720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a:t>
            </a:r>
          </a:p>
        </p:txBody>
      </p:sp>
      <p:sp>
        <p:nvSpPr>
          <p:cNvPr id="31" name="summary">
            <a:extLst>
              <a:ext uri="{FF2B5EF4-FFF2-40B4-BE49-F238E27FC236}">
                <a16:creationId xmlns:a16="http://schemas.microsoft.com/office/drawing/2014/main" id="{A0BB5E4C-17F3-4F1F-A26C-9F3A48FB3FFF}"/>
              </a:ext>
            </a:extLst>
          </p:cNvPr>
          <p:cNvSpPr>
            <a:spLocks noGrp="1"/>
          </p:cNvSpPr>
          <p:nvPr/>
        </p:nvSpPr>
        <p:spPr>
          <a:xfrm>
            <a:off x="5238750" y="5600700"/>
            <a:ext cx="5524500" cy="323850"/>
          </a:xfrm>
          <a:prstGeom prst="rect">
            <a:avLst/>
          </a:prstGeom>
          <a:noFill/>
          <a:ln w="0">
            <a:noFill/>
          </a:ln>
        </p:spPr>
        <p:txBody>
          <a:bodyPr lIns="0" tIns="0" rIns="0" bIns="0" anchor="t">
            <a:noAutofit/>
          </a:bodyPr>
          <a:lstStyle>
            <a:defPPr algn="l">
              <a:defRPr sz="1500" b="1">
                <a:solidFill>
                  <a:srgbClr val="008C91"/>
                </a:solidFill>
                <a:latin typeface="Malgun Gothic"/>
                <a:ea typeface="Malgun Gothic"/>
                <a:cs typeface="Malgun Gothic"/>
              </a:defRPr>
            </a:defPPr>
            <a:lvl1pPr algn="l">
              <a:defRPr sz="1500" b="1">
                <a:solidFill>
                  <a:srgbClr val="008C91"/>
                </a:solidFill>
                <a:latin typeface="Malgun Gothic"/>
                <a:ea typeface="Malgun Gothic"/>
                <a:cs typeface="Malgun Gothic"/>
              </a:defRPr>
            </a:lvl1pPr>
            <a:lvl2pPr algn="l">
              <a:defRPr sz="1500" b="1">
                <a:solidFill>
                  <a:srgbClr val="008C91"/>
                </a:solidFill>
                <a:latin typeface="Malgun Gothic"/>
                <a:ea typeface="Malgun Gothic"/>
                <a:cs typeface="Malgun Gothic"/>
              </a:defRPr>
            </a:lvl2pPr>
            <a:lvl3pPr algn="l">
              <a:defRPr sz="1500" b="1">
                <a:solidFill>
                  <a:srgbClr val="008C91"/>
                </a:solidFill>
                <a:latin typeface="Malgun Gothic"/>
                <a:ea typeface="Malgun Gothic"/>
                <a:cs typeface="Malgun Gothic"/>
              </a:defRPr>
            </a:lvl3pPr>
            <a:lvl4pPr algn="l">
              <a:defRPr sz="1500" b="1">
                <a:solidFill>
                  <a:srgbClr val="008C91"/>
                </a:solidFill>
                <a:latin typeface="Malgun Gothic"/>
                <a:ea typeface="Malgun Gothic"/>
                <a:cs typeface="Malgun Gothic"/>
              </a:defRPr>
            </a:lvl4pPr>
            <a:lvl5pPr algn="l">
              <a:defRPr sz="1500" b="1">
                <a:solidFill>
                  <a:srgbClr val="008C91"/>
                </a:solidFill>
                <a:latin typeface="Malgun Gothic"/>
                <a:ea typeface="Malgun Gothic"/>
                <a:cs typeface="Malgun Gothic"/>
              </a:defRPr>
            </a:lvl5pPr>
            <a:lvl6pPr algn="l">
              <a:defRPr sz="1500" b="1">
                <a:solidFill>
                  <a:srgbClr val="008C91"/>
                </a:solidFill>
                <a:latin typeface="Malgun Gothic"/>
                <a:ea typeface="Malgun Gothic"/>
                <a:cs typeface="Malgun Gothic"/>
              </a:defRPr>
            </a:lvl6pPr>
            <a:lvl7pPr algn="l">
              <a:defRPr sz="1500" b="1">
                <a:solidFill>
                  <a:srgbClr val="008C91"/>
                </a:solidFill>
                <a:latin typeface="Malgun Gothic"/>
                <a:ea typeface="Malgun Gothic"/>
                <a:cs typeface="Malgun Gothic"/>
              </a:defRPr>
            </a:lvl7pPr>
            <a:lvl8pPr algn="l">
              <a:defRPr sz="1500" b="1">
                <a:solidFill>
                  <a:srgbClr val="008C91"/>
                </a:solidFill>
                <a:latin typeface="Malgun Gothic"/>
                <a:ea typeface="Malgun Gothic"/>
                <a:cs typeface="Malgun Gothic"/>
              </a:defRPr>
            </a:lvl8pPr>
            <a:lvl9pPr algn="l">
              <a:defRPr sz="1500" b="1">
                <a:solidFill>
                  <a:srgbClr val="008C91"/>
                </a:solidFill>
                <a:latin typeface="Malgun Gothic"/>
                <a:ea typeface="Malgun Gothic"/>
                <a:cs typeface="Malgun Gothic"/>
              </a:defRPr>
            </a:lvl9pPr>
          </a:lstStyle>
          <a:p>
            <a:pPr algn="l">
              <a:defRPr sz="1500" b="1">
                <a:solidFill>
                  <a:srgbClr val="008C91"/>
                </a:solidFill>
                <a:latin typeface="Malgun Gothic"/>
                <a:ea typeface="Malgun Gothic"/>
                <a:cs typeface="Malgun Gothic"/>
              </a:defRPr>
            </a:pPr>
            <a:r>
              <a:rPr sz="1500" b="1">
                <a:solidFill>
                  <a:srgbClr val="008C91"/>
                </a:solidFill>
                <a:latin typeface="Malgun Gothic"/>
                <a:ea typeface="Malgun Gothic"/>
                <a:cs typeface="Malgun Gothic"/>
              </a:rPr>
              <a:t>EC2 배포 및 옥상·포털 광고 조회 확인</a:t>
            </a:r>
          </a:p>
        </p:txBody>
      </p:sp>
    </p:spTree>
    <p:extLst>
      <p:ext uri="{BB962C8B-B14F-4D97-AF65-F5344CB8AC3E}">
        <p14:creationId xmlns:p14="http://schemas.microsoft.com/office/powerpoint/2010/main" val="1478542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C4046BEC-F000-4B2C-8B5D-44F4C1D40ADD}"/>
              </a:ext>
            </a:extLst>
          </p:cNvPr>
          <p:cNvPicPr>
            <a:picLocks noChangeAspect="1"/>
          </p:cNvPicPr>
          <p:nvPr/>
        </p:nvPicPr>
        <p:blipFill>
          <a:blip r:embed="rId3"/>
          <a:stretch/>
        </p:blipFill>
        <p:spPr>
          <a:xfrm>
            <a:off x="3239" y="0"/>
            <a:ext cx="12185522" cy="6858000"/>
          </a:xfrm>
          <a:prstGeom prst="rect">
            <a:avLst/>
          </a:prstGeom>
        </p:spPr>
      </p:pic>
      <p:sp>
        <p:nvSpPr>
          <p:cNvPr id="2" name="category">
            <a:extLst>
              <a:ext uri="{FF2B5EF4-FFF2-40B4-BE49-F238E27FC236}">
                <a16:creationId xmlns:a16="http://schemas.microsoft.com/office/drawing/2014/main" id="{37F82015-71BC-4F90-84C5-A469810766FD}"/>
              </a:ext>
            </a:extLst>
          </p:cNvPr>
          <p:cNvSpPr>
            <a:spLocks noGrp="1"/>
          </p:cNvSpPr>
          <p:nvPr/>
        </p:nvSpPr>
        <p:spPr>
          <a:xfrm>
            <a:off x="1476375" y="1238250"/>
            <a:ext cx="8572500" cy="247650"/>
          </a:xfrm>
          <a:prstGeom prst="rect">
            <a:avLst/>
          </a:prstGeom>
          <a:noFill/>
          <a:ln w="0">
            <a:noFill/>
          </a:ln>
        </p:spPr>
        <p:txBody>
          <a:bodyPr lIns="0" tIns="0" rIns="0" bIns="0" anchor="t">
            <a:noAutofit/>
          </a:bodyPr>
          <a:lstStyle>
            <a:defPPr algn="l">
              <a:defRPr sz="1200" b="0">
                <a:solidFill>
                  <a:srgbClr val="008C91"/>
                </a:solidFill>
                <a:latin typeface="Malgun Gothic"/>
                <a:ea typeface="Malgun Gothic"/>
                <a:cs typeface="Malgun Gothic"/>
              </a:defRPr>
            </a:defPPr>
            <a:lvl1pPr algn="l">
              <a:defRPr sz="1200" b="0">
                <a:solidFill>
                  <a:srgbClr val="008C91"/>
                </a:solidFill>
                <a:latin typeface="Malgun Gothic"/>
                <a:ea typeface="Malgun Gothic"/>
                <a:cs typeface="Malgun Gothic"/>
              </a:defRPr>
            </a:lvl1pPr>
            <a:lvl2pPr algn="l">
              <a:defRPr sz="1200" b="0">
                <a:solidFill>
                  <a:srgbClr val="008C91"/>
                </a:solidFill>
                <a:latin typeface="Malgun Gothic"/>
                <a:ea typeface="Malgun Gothic"/>
                <a:cs typeface="Malgun Gothic"/>
              </a:defRPr>
            </a:lvl2pPr>
            <a:lvl3pPr algn="l">
              <a:defRPr sz="1200" b="0">
                <a:solidFill>
                  <a:srgbClr val="008C91"/>
                </a:solidFill>
                <a:latin typeface="Malgun Gothic"/>
                <a:ea typeface="Malgun Gothic"/>
                <a:cs typeface="Malgun Gothic"/>
              </a:defRPr>
            </a:lvl3pPr>
            <a:lvl4pPr algn="l">
              <a:defRPr sz="1200" b="0">
                <a:solidFill>
                  <a:srgbClr val="008C91"/>
                </a:solidFill>
                <a:latin typeface="Malgun Gothic"/>
                <a:ea typeface="Malgun Gothic"/>
                <a:cs typeface="Malgun Gothic"/>
              </a:defRPr>
            </a:lvl4pPr>
            <a:lvl5pPr algn="l">
              <a:defRPr sz="1200" b="0">
                <a:solidFill>
                  <a:srgbClr val="008C91"/>
                </a:solidFill>
                <a:latin typeface="Malgun Gothic"/>
                <a:ea typeface="Malgun Gothic"/>
                <a:cs typeface="Malgun Gothic"/>
              </a:defRPr>
            </a:lvl5pPr>
            <a:lvl6pPr algn="l">
              <a:defRPr sz="1200" b="0">
                <a:solidFill>
                  <a:srgbClr val="008C91"/>
                </a:solidFill>
                <a:latin typeface="Malgun Gothic"/>
                <a:ea typeface="Malgun Gothic"/>
                <a:cs typeface="Malgun Gothic"/>
              </a:defRPr>
            </a:lvl6pPr>
            <a:lvl7pPr algn="l">
              <a:defRPr sz="1200" b="0">
                <a:solidFill>
                  <a:srgbClr val="008C91"/>
                </a:solidFill>
                <a:latin typeface="Malgun Gothic"/>
                <a:ea typeface="Malgun Gothic"/>
                <a:cs typeface="Malgun Gothic"/>
              </a:defRPr>
            </a:lvl7pPr>
            <a:lvl8pPr algn="l">
              <a:defRPr sz="1200" b="0">
                <a:solidFill>
                  <a:srgbClr val="008C91"/>
                </a:solidFill>
                <a:latin typeface="Malgun Gothic"/>
                <a:ea typeface="Malgun Gothic"/>
                <a:cs typeface="Malgun Gothic"/>
              </a:defRPr>
            </a:lvl8pPr>
            <a:lvl9pPr algn="l">
              <a:defRPr sz="1200" b="0">
                <a:solidFill>
                  <a:srgbClr val="008C91"/>
                </a:solidFill>
                <a:latin typeface="Malgun Gothic"/>
                <a:ea typeface="Malgun Gothic"/>
                <a:cs typeface="Malgun Gothic"/>
              </a:defRPr>
            </a:lvl9pPr>
          </a:lstStyle>
          <a:p>
            <a:pPr algn="l">
              <a:defRPr sz="1200" b="0">
                <a:solidFill>
                  <a:srgbClr val="008C91"/>
                </a:solidFill>
                <a:latin typeface="Malgun Gothic"/>
                <a:ea typeface="Malgun Gothic"/>
                <a:cs typeface="Malgun Gothic"/>
              </a:defRPr>
            </a:pPr>
            <a:r>
              <a:rPr sz="1200" b="0">
                <a:solidFill>
                  <a:srgbClr val="008C91"/>
                </a:solidFill>
                <a:latin typeface="Malgun Gothic"/>
                <a:ea typeface="Malgun Gothic"/>
                <a:cs typeface="Malgun Gothic"/>
              </a:rPr>
              <a:t>AD BRIDGE · 실제 구현 코드</a:t>
            </a:r>
          </a:p>
        </p:txBody>
      </p:sp>
      <p:sp>
        <p:nvSpPr>
          <p:cNvPr id="3" name="title">
            <a:extLst>
              <a:ext uri="{FF2B5EF4-FFF2-40B4-BE49-F238E27FC236}">
                <a16:creationId xmlns:a16="http://schemas.microsoft.com/office/drawing/2014/main" id="{BAAC7944-9CEE-46E2-B33E-C89CEBF689AD}"/>
              </a:ext>
            </a:extLst>
          </p:cNvPr>
          <p:cNvSpPr>
            <a:spLocks noGrp="1"/>
          </p:cNvSpPr>
          <p:nvPr/>
        </p:nvSpPr>
        <p:spPr>
          <a:xfrm>
            <a:off x="1476375" y="1657350"/>
            <a:ext cx="9239250" cy="619125"/>
          </a:xfrm>
          <a:prstGeom prst="rect">
            <a:avLst/>
          </a:prstGeom>
          <a:noFill/>
          <a:ln w="0">
            <a:noFill/>
          </a:ln>
        </p:spPr>
        <p:txBody>
          <a:bodyPr lIns="0" tIns="0" rIns="0" bIns="0" anchor="t">
            <a:noAutofit/>
          </a:bodyPr>
          <a:lstStyle>
            <a:defPPr algn="l">
              <a:defRPr sz="2775" b="1">
                <a:solidFill>
                  <a:srgbClr val="164749"/>
                </a:solidFill>
                <a:latin typeface="Malgun Gothic"/>
                <a:ea typeface="Malgun Gothic"/>
                <a:cs typeface="Malgun Gothic"/>
              </a:defRPr>
            </a:defPPr>
            <a:lvl1pPr algn="l">
              <a:defRPr sz="2775" b="1">
                <a:solidFill>
                  <a:srgbClr val="164749"/>
                </a:solidFill>
                <a:latin typeface="Malgun Gothic"/>
                <a:ea typeface="Malgun Gothic"/>
                <a:cs typeface="Malgun Gothic"/>
              </a:defRPr>
            </a:lvl1pPr>
            <a:lvl2pPr algn="l">
              <a:defRPr sz="2775" b="1">
                <a:solidFill>
                  <a:srgbClr val="164749"/>
                </a:solidFill>
                <a:latin typeface="Malgun Gothic"/>
                <a:ea typeface="Malgun Gothic"/>
                <a:cs typeface="Malgun Gothic"/>
              </a:defRPr>
            </a:lvl2pPr>
            <a:lvl3pPr algn="l">
              <a:defRPr sz="2775" b="1">
                <a:solidFill>
                  <a:srgbClr val="164749"/>
                </a:solidFill>
                <a:latin typeface="Malgun Gothic"/>
                <a:ea typeface="Malgun Gothic"/>
                <a:cs typeface="Malgun Gothic"/>
              </a:defRPr>
            </a:lvl3pPr>
            <a:lvl4pPr algn="l">
              <a:defRPr sz="2775" b="1">
                <a:solidFill>
                  <a:srgbClr val="164749"/>
                </a:solidFill>
                <a:latin typeface="Malgun Gothic"/>
                <a:ea typeface="Malgun Gothic"/>
                <a:cs typeface="Malgun Gothic"/>
              </a:defRPr>
            </a:lvl4pPr>
            <a:lvl5pPr algn="l">
              <a:defRPr sz="2775" b="1">
                <a:solidFill>
                  <a:srgbClr val="164749"/>
                </a:solidFill>
                <a:latin typeface="Malgun Gothic"/>
                <a:ea typeface="Malgun Gothic"/>
                <a:cs typeface="Malgun Gothic"/>
              </a:defRPr>
            </a:lvl5pPr>
            <a:lvl6pPr algn="l">
              <a:defRPr sz="2775" b="1">
                <a:solidFill>
                  <a:srgbClr val="164749"/>
                </a:solidFill>
                <a:latin typeface="Malgun Gothic"/>
                <a:ea typeface="Malgun Gothic"/>
                <a:cs typeface="Malgun Gothic"/>
              </a:defRPr>
            </a:lvl6pPr>
            <a:lvl7pPr algn="l">
              <a:defRPr sz="2775" b="1">
                <a:solidFill>
                  <a:srgbClr val="164749"/>
                </a:solidFill>
                <a:latin typeface="Malgun Gothic"/>
                <a:ea typeface="Malgun Gothic"/>
                <a:cs typeface="Malgun Gothic"/>
              </a:defRPr>
            </a:lvl7pPr>
            <a:lvl8pPr algn="l">
              <a:defRPr sz="2775" b="1">
                <a:solidFill>
                  <a:srgbClr val="164749"/>
                </a:solidFill>
                <a:latin typeface="Malgun Gothic"/>
                <a:ea typeface="Malgun Gothic"/>
                <a:cs typeface="Malgun Gothic"/>
              </a:defRPr>
            </a:lvl8pPr>
            <a:lvl9pPr algn="l">
              <a:defRPr sz="2775" b="1">
                <a:solidFill>
                  <a:srgbClr val="164749"/>
                </a:solidFill>
                <a:latin typeface="Malgun Gothic"/>
                <a:ea typeface="Malgun Gothic"/>
                <a:cs typeface="Malgun Gothic"/>
              </a:defRPr>
            </a:lvl9pPr>
          </a:lstStyle>
          <a:p>
            <a:pPr algn="l">
              <a:defRPr sz="2775" b="1">
                <a:solidFill>
                  <a:srgbClr val="164749"/>
                </a:solidFill>
                <a:latin typeface="Malgun Gothic"/>
                <a:ea typeface="Malgun Gothic"/>
                <a:cs typeface="Malgun Gothic"/>
              </a:defRPr>
            </a:pPr>
            <a:r>
              <a:rPr sz="2775" b="1">
                <a:solidFill>
                  <a:srgbClr val="164749"/>
                </a:solidFill>
                <a:latin typeface="Malgun Gothic"/>
                <a:ea typeface="Malgun Gothic"/>
                <a:cs typeface="Malgun Gothic"/>
              </a:rPr>
              <a:t>광고 전용 사용자 식별과 응답 보호</a:t>
            </a:r>
          </a:p>
        </p:txBody>
      </p:sp>
      <p:sp>
        <p:nvSpPr>
          <p:cNvPr id="4" name="number-0">
            <a:extLst>
              <a:ext uri="{FF2B5EF4-FFF2-40B4-BE49-F238E27FC236}">
                <a16:creationId xmlns:a16="http://schemas.microsoft.com/office/drawing/2014/main" id="{02A20C9C-0F18-482C-8167-94C9F1DB538B}"/>
              </a:ext>
            </a:extLst>
          </p:cNvPr>
          <p:cNvSpPr>
            <a:spLocks noGrp="1"/>
          </p:cNvSpPr>
          <p:nvPr/>
        </p:nvSpPr>
        <p:spPr>
          <a:xfrm>
            <a:off x="1333500" y="24765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01</a:t>
            </a:r>
          </a:p>
        </p:txBody>
      </p:sp>
      <p:sp>
        <p:nvSpPr>
          <p:cNvPr id="5" name="heading-0">
            <a:extLst>
              <a:ext uri="{FF2B5EF4-FFF2-40B4-BE49-F238E27FC236}">
                <a16:creationId xmlns:a16="http://schemas.microsoft.com/office/drawing/2014/main" id="{239EF9CC-9BD8-4966-9BC8-EBE7BD08F5AA}"/>
              </a:ext>
            </a:extLst>
          </p:cNvPr>
          <p:cNvSpPr>
            <a:spLocks noGrp="1"/>
          </p:cNvSpPr>
          <p:nvPr/>
        </p:nvSpPr>
        <p:spPr>
          <a:xfrm>
            <a:off x="1809750" y="24574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원본 UUID 대신 가명</a:t>
            </a:r>
          </a:p>
        </p:txBody>
      </p:sp>
      <p:sp>
        <p:nvSpPr>
          <p:cNvPr id="6" name="body-0">
            <a:extLst>
              <a:ext uri="{FF2B5EF4-FFF2-40B4-BE49-F238E27FC236}">
                <a16:creationId xmlns:a16="http://schemas.microsoft.com/office/drawing/2014/main" id="{4DB877E0-0758-45C1-BB2C-B7B9B2DAB6FB}"/>
              </a:ext>
            </a:extLst>
          </p:cNvPr>
          <p:cNvSpPr>
            <a:spLocks noGrp="1"/>
          </p:cNvSpPr>
          <p:nvPr/>
        </p:nvSpPr>
        <p:spPr>
          <a:xfrm>
            <a:off x="1809750" y="28575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서버 비밀과 회원 UUID로</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HMAC-SHA256 계산</a:t>
            </a:r>
          </a:p>
        </p:txBody>
      </p:sp>
      <p:sp>
        <p:nvSpPr>
          <p:cNvPr id="7" name="number-1">
            <a:extLst>
              <a:ext uri="{FF2B5EF4-FFF2-40B4-BE49-F238E27FC236}">
                <a16:creationId xmlns:a16="http://schemas.microsoft.com/office/drawing/2014/main" id="{80E4578D-E898-4B26-8E70-3454466947BB}"/>
              </a:ext>
            </a:extLst>
          </p:cNvPr>
          <p:cNvSpPr>
            <a:spLocks noGrp="1"/>
          </p:cNvSpPr>
          <p:nvPr/>
        </p:nvSpPr>
        <p:spPr>
          <a:xfrm>
            <a:off x="1333500" y="35052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02</a:t>
            </a:r>
          </a:p>
        </p:txBody>
      </p:sp>
      <p:sp>
        <p:nvSpPr>
          <p:cNvPr id="8" name="heading-1">
            <a:extLst>
              <a:ext uri="{FF2B5EF4-FFF2-40B4-BE49-F238E27FC236}">
                <a16:creationId xmlns:a16="http://schemas.microsoft.com/office/drawing/2014/main" id="{26D333D7-B75A-4CEC-AD40-4F13BB9C56B3}"/>
              </a:ext>
            </a:extLst>
          </p:cNvPr>
          <p:cNvSpPr>
            <a:spLocks noGrp="1"/>
          </p:cNvSpPr>
          <p:nvPr/>
        </p:nvSpPr>
        <p:spPr>
          <a:xfrm>
            <a:off x="1809750" y="34861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같은 사용자면 같은 값</a:t>
            </a:r>
          </a:p>
        </p:txBody>
      </p:sp>
      <p:sp>
        <p:nvSpPr>
          <p:cNvPr id="9" name="body-1">
            <a:extLst>
              <a:ext uri="{FF2B5EF4-FFF2-40B4-BE49-F238E27FC236}">
                <a16:creationId xmlns:a16="http://schemas.microsoft.com/office/drawing/2014/main" id="{01A8E36E-DBCF-4699-BEA3-6777CABB90F9}"/>
              </a:ext>
            </a:extLst>
          </p:cNvPr>
          <p:cNvSpPr>
            <a:spLocks noGrp="1"/>
          </p:cNvSpPr>
          <p:nvPr/>
        </p:nvSpPr>
        <p:spPr>
          <a:xfrm>
            <a:off x="1809750" y="38862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동일 비밀을 유지하면 같은 가명</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앞 16바이트를 UUID로 변환</a:t>
            </a:r>
          </a:p>
        </p:txBody>
      </p:sp>
      <p:sp>
        <p:nvSpPr>
          <p:cNvPr id="10" name="number-2">
            <a:extLst>
              <a:ext uri="{FF2B5EF4-FFF2-40B4-BE49-F238E27FC236}">
                <a16:creationId xmlns:a16="http://schemas.microsoft.com/office/drawing/2014/main" id="{D7B953B1-9E0A-493D-A289-44979A4EA95A}"/>
              </a:ext>
            </a:extLst>
          </p:cNvPr>
          <p:cNvSpPr>
            <a:spLocks noGrp="1"/>
          </p:cNvSpPr>
          <p:nvPr/>
        </p:nvSpPr>
        <p:spPr>
          <a:xfrm>
            <a:off x="1333500" y="4533900"/>
            <a:ext cx="361950" cy="285750"/>
          </a:xfrm>
          <a:prstGeom prst="rect">
            <a:avLst/>
          </a:prstGeom>
          <a:noFill/>
          <a:ln w="0">
            <a:noFill/>
          </a:ln>
        </p:spPr>
        <p:txBody>
          <a:bodyPr lIns="0" tIns="0" rIns="0" bIns="0" anchor="t">
            <a:noAutofit/>
          </a:bodyPr>
          <a:lstStyle>
            <a:defPPr algn="l">
              <a:defRPr sz="1650" b="0">
                <a:solidFill>
                  <a:srgbClr val="008C91"/>
                </a:solidFill>
                <a:latin typeface="Malgun Gothic"/>
                <a:ea typeface="Malgun Gothic"/>
                <a:cs typeface="Malgun Gothic"/>
              </a:defRPr>
            </a:defPPr>
            <a:lvl1pPr algn="l">
              <a:defRPr sz="1650" b="0">
                <a:solidFill>
                  <a:srgbClr val="008C91"/>
                </a:solidFill>
                <a:latin typeface="Malgun Gothic"/>
                <a:ea typeface="Malgun Gothic"/>
                <a:cs typeface="Malgun Gothic"/>
              </a:defRPr>
            </a:lvl1pPr>
            <a:lvl2pPr algn="l">
              <a:defRPr sz="1650" b="0">
                <a:solidFill>
                  <a:srgbClr val="008C91"/>
                </a:solidFill>
                <a:latin typeface="Malgun Gothic"/>
                <a:ea typeface="Malgun Gothic"/>
                <a:cs typeface="Malgun Gothic"/>
              </a:defRPr>
            </a:lvl2pPr>
            <a:lvl3pPr algn="l">
              <a:defRPr sz="1650" b="0">
                <a:solidFill>
                  <a:srgbClr val="008C91"/>
                </a:solidFill>
                <a:latin typeface="Malgun Gothic"/>
                <a:ea typeface="Malgun Gothic"/>
                <a:cs typeface="Malgun Gothic"/>
              </a:defRPr>
            </a:lvl3pPr>
            <a:lvl4pPr algn="l">
              <a:defRPr sz="1650" b="0">
                <a:solidFill>
                  <a:srgbClr val="008C91"/>
                </a:solidFill>
                <a:latin typeface="Malgun Gothic"/>
                <a:ea typeface="Malgun Gothic"/>
                <a:cs typeface="Malgun Gothic"/>
              </a:defRPr>
            </a:lvl4pPr>
            <a:lvl5pPr algn="l">
              <a:defRPr sz="1650" b="0">
                <a:solidFill>
                  <a:srgbClr val="008C91"/>
                </a:solidFill>
                <a:latin typeface="Malgun Gothic"/>
                <a:ea typeface="Malgun Gothic"/>
                <a:cs typeface="Malgun Gothic"/>
              </a:defRPr>
            </a:lvl5pPr>
            <a:lvl6pPr algn="l">
              <a:defRPr sz="1650" b="0">
                <a:solidFill>
                  <a:srgbClr val="008C91"/>
                </a:solidFill>
                <a:latin typeface="Malgun Gothic"/>
                <a:ea typeface="Malgun Gothic"/>
                <a:cs typeface="Malgun Gothic"/>
              </a:defRPr>
            </a:lvl6pPr>
            <a:lvl7pPr algn="l">
              <a:defRPr sz="1650" b="0">
                <a:solidFill>
                  <a:srgbClr val="008C91"/>
                </a:solidFill>
                <a:latin typeface="Malgun Gothic"/>
                <a:ea typeface="Malgun Gothic"/>
                <a:cs typeface="Malgun Gothic"/>
              </a:defRPr>
            </a:lvl7pPr>
            <a:lvl8pPr algn="l">
              <a:defRPr sz="1650" b="0">
                <a:solidFill>
                  <a:srgbClr val="008C91"/>
                </a:solidFill>
                <a:latin typeface="Malgun Gothic"/>
                <a:ea typeface="Malgun Gothic"/>
                <a:cs typeface="Malgun Gothic"/>
              </a:defRPr>
            </a:lvl8pPr>
            <a:lvl9pPr algn="l">
              <a:defRPr sz="1650" b="0">
                <a:solidFill>
                  <a:srgbClr val="008C91"/>
                </a:solidFill>
                <a:latin typeface="Malgun Gothic"/>
                <a:ea typeface="Malgun Gothic"/>
                <a:cs typeface="Malgun Gothic"/>
              </a:defRPr>
            </a:lvl9pPr>
          </a:lstStyle>
          <a:p>
            <a:pPr algn="l">
              <a:defRPr sz="1650" b="0">
                <a:solidFill>
                  <a:srgbClr val="008C91"/>
                </a:solidFill>
                <a:latin typeface="Malgun Gothic"/>
                <a:ea typeface="Malgun Gothic"/>
                <a:cs typeface="Malgun Gothic"/>
              </a:defRPr>
            </a:pPr>
            <a:r>
              <a:rPr sz="1650" b="0">
                <a:solidFill>
                  <a:srgbClr val="008C91"/>
                </a:solidFill>
                <a:latin typeface="Malgun Gothic"/>
                <a:ea typeface="Malgun Gothic"/>
                <a:cs typeface="Malgun Gothic"/>
              </a:rPr>
              <a:t>03</a:t>
            </a:r>
          </a:p>
        </p:txBody>
      </p:sp>
      <p:sp>
        <p:nvSpPr>
          <p:cNvPr id="11" name="heading-2">
            <a:extLst>
              <a:ext uri="{FF2B5EF4-FFF2-40B4-BE49-F238E27FC236}">
                <a16:creationId xmlns:a16="http://schemas.microsoft.com/office/drawing/2014/main" id="{5E4C5453-53A7-47CD-9DC8-953A03A22A03}"/>
              </a:ext>
            </a:extLst>
          </p:cNvPr>
          <p:cNvSpPr>
            <a:spLocks noGrp="1"/>
          </p:cNvSpPr>
          <p:nvPr/>
        </p:nvSpPr>
        <p:spPr>
          <a:xfrm>
            <a:off x="1809750" y="4514850"/>
            <a:ext cx="3238500" cy="342900"/>
          </a:xfrm>
          <a:prstGeom prst="rect">
            <a:avLst/>
          </a:prstGeom>
          <a:noFill/>
          <a:ln w="0">
            <a:noFill/>
          </a:ln>
        </p:spPr>
        <p:txBody>
          <a:bodyPr lIns="0" tIns="0" rIns="0" bIns="0" anchor="t">
            <a:noAutofit/>
          </a:bodyPr>
          <a:lstStyle>
            <a:defPPr algn="l">
              <a:defRPr sz="1875" b="1">
                <a:solidFill>
                  <a:srgbClr val="164749"/>
                </a:solidFill>
                <a:latin typeface="Malgun Gothic"/>
                <a:ea typeface="Malgun Gothic"/>
                <a:cs typeface="Malgun Gothic"/>
              </a:defRPr>
            </a:defPPr>
            <a:lvl1pPr algn="l">
              <a:defRPr sz="1875" b="1">
                <a:solidFill>
                  <a:srgbClr val="164749"/>
                </a:solidFill>
                <a:latin typeface="Malgun Gothic"/>
                <a:ea typeface="Malgun Gothic"/>
                <a:cs typeface="Malgun Gothic"/>
              </a:defRPr>
            </a:lvl1pPr>
            <a:lvl2pPr algn="l">
              <a:defRPr sz="1875" b="1">
                <a:solidFill>
                  <a:srgbClr val="164749"/>
                </a:solidFill>
                <a:latin typeface="Malgun Gothic"/>
                <a:ea typeface="Malgun Gothic"/>
                <a:cs typeface="Malgun Gothic"/>
              </a:defRPr>
            </a:lvl2pPr>
            <a:lvl3pPr algn="l">
              <a:defRPr sz="1875" b="1">
                <a:solidFill>
                  <a:srgbClr val="164749"/>
                </a:solidFill>
                <a:latin typeface="Malgun Gothic"/>
                <a:ea typeface="Malgun Gothic"/>
                <a:cs typeface="Malgun Gothic"/>
              </a:defRPr>
            </a:lvl3pPr>
            <a:lvl4pPr algn="l">
              <a:defRPr sz="1875" b="1">
                <a:solidFill>
                  <a:srgbClr val="164749"/>
                </a:solidFill>
                <a:latin typeface="Malgun Gothic"/>
                <a:ea typeface="Malgun Gothic"/>
                <a:cs typeface="Malgun Gothic"/>
              </a:defRPr>
            </a:lvl4pPr>
            <a:lvl5pPr algn="l">
              <a:defRPr sz="1875" b="1">
                <a:solidFill>
                  <a:srgbClr val="164749"/>
                </a:solidFill>
                <a:latin typeface="Malgun Gothic"/>
                <a:ea typeface="Malgun Gothic"/>
                <a:cs typeface="Malgun Gothic"/>
              </a:defRPr>
            </a:lvl5pPr>
            <a:lvl6pPr algn="l">
              <a:defRPr sz="1875" b="1">
                <a:solidFill>
                  <a:srgbClr val="164749"/>
                </a:solidFill>
                <a:latin typeface="Malgun Gothic"/>
                <a:ea typeface="Malgun Gothic"/>
                <a:cs typeface="Malgun Gothic"/>
              </a:defRPr>
            </a:lvl6pPr>
            <a:lvl7pPr algn="l">
              <a:defRPr sz="1875" b="1">
                <a:solidFill>
                  <a:srgbClr val="164749"/>
                </a:solidFill>
                <a:latin typeface="Malgun Gothic"/>
                <a:ea typeface="Malgun Gothic"/>
                <a:cs typeface="Malgun Gothic"/>
              </a:defRPr>
            </a:lvl7pPr>
            <a:lvl8pPr algn="l">
              <a:defRPr sz="1875" b="1">
                <a:solidFill>
                  <a:srgbClr val="164749"/>
                </a:solidFill>
                <a:latin typeface="Malgun Gothic"/>
                <a:ea typeface="Malgun Gothic"/>
                <a:cs typeface="Malgun Gothic"/>
              </a:defRPr>
            </a:lvl8pPr>
            <a:lvl9pPr algn="l">
              <a:defRPr sz="1875" b="1">
                <a:solidFill>
                  <a:srgbClr val="164749"/>
                </a:solidFill>
                <a:latin typeface="Malgun Gothic"/>
                <a:ea typeface="Malgun Gothic"/>
                <a:cs typeface="Malgun Gothic"/>
              </a:defRPr>
            </a:lvl9pPr>
          </a:lstStyle>
          <a:p>
            <a:pPr algn="l">
              <a:defRPr sz="1875" b="1">
                <a:solidFill>
                  <a:srgbClr val="164749"/>
                </a:solidFill>
                <a:latin typeface="Malgun Gothic"/>
                <a:ea typeface="Malgun Gothic"/>
                <a:cs typeface="Malgun Gothic"/>
              </a:defRPr>
            </a:pPr>
            <a:r>
              <a:rPr sz="1875" b="1">
                <a:solidFill>
                  <a:srgbClr val="164749"/>
                </a:solidFill>
                <a:latin typeface="Malgun Gothic"/>
                <a:ea typeface="Malgun Gothic"/>
                <a:cs typeface="Malgun Gothic"/>
              </a:rPr>
              <a:t>판정은 별도 응답 처리</a:t>
            </a:r>
          </a:p>
        </p:txBody>
      </p:sp>
      <p:sp>
        <p:nvSpPr>
          <p:cNvPr id="12" name="body-2">
            <a:extLst>
              <a:ext uri="{FF2B5EF4-FFF2-40B4-BE49-F238E27FC236}">
                <a16:creationId xmlns:a16="http://schemas.microsoft.com/office/drawing/2014/main" id="{65AAFA8D-9A70-47FD-98F1-52F08AECAEA1}"/>
              </a:ext>
            </a:extLst>
          </p:cNvPr>
          <p:cNvSpPr>
            <a:spLocks noGrp="1"/>
          </p:cNvSpPr>
          <p:nvPr/>
        </p:nvSpPr>
        <p:spPr>
          <a:xfrm>
            <a:off x="1809750" y="4914900"/>
            <a:ext cx="3238500" cy="571500"/>
          </a:xfrm>
          <a:prstGeom prst="rect">
            <a:avLst/>
          </a:prstGeom>
          <a:noFill/>
          <a:ln w="0">
            <a:noFill/>
          </a:ln>
        </p:spPr>
        <p:txBody>
          <a:bodyPr lIns="0" tIns="0" rIns="0" bIns="0" anchor="t">
            <a:noAutofit/>
          </a:bodyPr>
          <a:lstStyle>
            <a:defPPr algn="l">
              <a:defRPr sz="1500" b="0">
                <a:solidFill>
                  <a:srgbClr val="796C58"/>
                </a:solidFill>
                <a:latin typeface="Malgun Gothic"/>
                <a:ea typeface="Malgun Gothic"/>
                <a:cs typeface="Malgun Gothic"/>
              </a:defRPr>
            </a:defPPr>
            <a:lvl1pPr algn="l">
              <a:defRPr sz="1500" b="0">
                <a:solidFill>
                  <a:srgbClr val="796C58"/>
                </a:solidFill>
                <a:latin typeface="Malgun Gothic"/>
                <a:ea typeface="Malgun Gothic"/>
                <a:cs typeface="Malgun Gothic"/>
              </a:defRPr>
            </a:lvl1pPr>
            <a:lvl2pPr algn="l">
              <a:defRPr sz="1500" b="0">
                <a:solidFill>
                  <a:srgbClr val="796C58"/>
                </a:solidFill>
                <a:latin typeface="Malgun Gothic"/>
                <a:ea typeface="Malgun Gothic"/>
                <a:cs typeface="Malgun Gothic"/>
              </a:defRPr>
            </a:lvl2pPr>
            <a:lvl3pPr algn="l">
              <a:defRPr sz="1500" b="0">
                <a:solidFill>
                  <a:srgbClr val="796C58"/>
                </a:solidFill>
                <a:latin typeface="Malgun Gothic"/>
                <a:ea typeface="Malgun Gothic"/>
                <a:cs typeface="Malgun Gothic"/>
              </a:defRPr>
            </a:lvl3pPr>
            <a:lvl4pPr algn="l">
              <a:defRPr sz="1500" b="0">
                <a:solidFill>
                  <a:srgbClr val="796C58"/>
                </a:solidFill>
                <a:latin typeface="Malgun Gothic"/>
                <a:ea typeface="Malgun Gothic"/>
                <a:cs typeface="Malgun Gothic"/>
              </a:defRPr>
            </a:lvl4pPr>
            <a:lvl5pPr algn="l">
              <a:defRPr sz="1500" b="0">
                <a:solidFill>
                  <a:srgbClr val="796C58"/>
                </a:solidFill>
                <a:latin typeface="Malgun Gothic"/>
                <a:ea typeface="Malgun Gothic"/>
                <a:cs typeface="Malgun Gothic"/>
              </a:defRPr>
            </a:lvl5pPr>
            <a:lvl6pPr algn="l">
              <a:defRPr sz="1500" b="0">
                <a:solidFill>
                  <a:srgbClr val="796C58"/>
                </a:solidFill>
                <a:latin typeface="Malgun Gothic"/>
                <a:ea typeface="Malgun Gothic"/>
                <a:cs typeface="Malgun Gothic"/>
              </a:defRPr>
            </a:lvl6pPr>
            <a:lvl7pPr algn="l">
              <a:defRPr sz="1500" b="0">
                <a:solidFill>
                  <a:srgbClr val="796C58"/>
                </a:solidFill>
                <a:latin typeface="Malgun Gothic"/>
                <a:ea typeface="Malgun Gothic"/>
                <a:cs typeface="Malgun Gothic"/>
              </a:defRPr>
            </a:lvl7pPr>
            <a:lvl8pPr algn="l">
              <a:defRPr sz="1500" b="0">
                <a:solidFill>
                  <a:srgbClr val="796C58"/>
                </a:solidFill>
                <a:latin typeface="Malgun Gothic"/>
                <a:ea typeface="Malgun Gothic"/>
                <a:cs typeface="Malgun Gothic"/>
              </a:defRPr>
            </a:lvl8pPr>
            <a:lvl9pPr algn="l">
              <a:defRPr sz="1500" b="0">
                <a:solidFill>
                  <a:srgbClr val="796C58"/>
                </a:solidFill>
                <a:latin typeface="Malgun Gothic"/>
                <a:ea typeface="Malgun Gothic"/>
                <a:cs typeface="Malgun Gothic"/>
              </a:defRPr>
            </a:lvl9pPr>
          </a:lstStyle>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status·reason_code는 서버에 저장</a:t>
            </a:r>
          </a:p>
          <a:p>
            <a:pPr algn="l">
              <a:defRPr sz="1500" b="0">
                <a:solidFill>
                  <a:srgbClr val="796C58"/>
                </a:solidFill>
                <a:latin typeface="Malgun Gothic"/>
                <a:ea typeface="Malgun Gothic"/>
                <a:cs typeface="Malgun Gothic"/>
              </a:defRPr>
            </a:pPr>
            <a:r>
              <a:rPr sz="1500" b="0">
                <a:solidFill>
                  <a:srgbClr val="796C58"/>
                </a:solidFill>
                <a:latin typeface="Malgun Gothic"/>
                <a:ea typeface="Malgun Gothic"/>
                <a:cs typeface="Malgun Gothic"/>
              </a:rPr>
              <a:t>별도 응답 함수에서 공개 제외</a:t>
            </a:r>
          </a:p>
        </p:txBody>
      </p:sp>
      <p:sp>
        <p:nvSpPr>
          <p:cNvPr id="13" name="code-background">
            <a:extLst>
              <a:ext uri="{FF2B5EF4-FFF2-40B4-BE49-F238E27FC236}">
                <a16:creationId xmlns:a16="http://schemas.microsoft.com/office/drawing/2014/main" id="{89D3C9C8-AF7C-423F-ABFD-6851CE179535}"/>
              </a:ext>
            </a:extLst>
          </p:cNvPr>
          <p:cNvSpPr>
            <a:spLocks noGrp="1"/>
          </p:cNvSpPr>
          <p:nvPr/>
        </p:nvSpPr>
        <p:spPr>
          <a:xfrm>
            <a:off x="5238750" y="2333625"/>
            <a:ext cx="5524500" cy="3143250"/>
          </a:xfrm>
          <a:prstGeom prst="roundRect">
            <a:avLst>
              <a:gd name="adj" fmla="val 2424"/>
            </a:avLst>
          </a:prstGeom>
          <a:solidFill>
            <a:srgbClr val="142423"/>
          </a:solidFill>
          <a:ln w="0">
            <a:solidFill>
              <a:srgbClr val="142423"/>
            </a:solidFill>
          </a:ln>
        </p:spPr>
        <p:txBody>
          <a:bodyPr/>
          <a:lstStyle/>
          <a:p>
            <a:endParaRPr lang="ko-KR" altLang="en-US"/>
          </a:p>
        </p:txBody>
      </p:sp>
      <p:sp>
        <p:nvSpPr>
          <p:cNvPr id="14" name="editor-header">
            <a:extLst>
              <a:ext uri="{FF2B5EF4-FFF2-40B4-BE49-F238E27FC236}">
                <a16:creationId xmlns:a16="http://schemas.microsoft.com/office/drawing/2014/main" id="{E35EB09C-2ED3-4CFF-9E1F-7B86A53F9D55}"/>
              </a:ext>
            </a:extLst>
          </p:cNvPr>
          <p:cNvSpPr>
            <a:spLocks noGrp="1"/>
          </p:cNvSpPr>
          <p:nvPr/>
        </p:nvSpPr>
        <p:spPr>
          <a:xfrm>
            <a:off x="5257800" y="2400300"/>
            <a:ext cx="5486400" cy="266700"/>
          </a:xfrm>
          <a:prstGeom prst="rect">
            <a:avLst/>
          </a:prstGeom>
          <a:solidFill>
            <a:srgbClr val="0C1919"/>
          </a:solidFill>
          <a:ln w="0">
            <a:noFill/>
          </a:ln>
        </p:spPr>
        <p:txBody>
          <a:bodyPr/>
          <a:lstStyle/>
          <a:p>
            <a:endParaRPr lang="ko-KR" altLang="en-US"/>
          </a:p>
        </p:txBody>
      </p:sp>
      <p:sp>
        <p:nvSpPr>
          <p:cNvPr id="15" name="excerpt-scope">
            <a:extLst>
              <a:ext uri="{FF2B5EF4-FFF2-40B4-BE49-F238E27FC236}">
                <a16:creationId xmlns:a16="http://schemas.microsoft.com/office/drawing/2014/main" id="{462599D5-C42E-4B18-ABBB-6E25395E4C4E}"/>
              </a:ext>
            </a:extLst>
          </p:cNvPr>
          <p:cNvSpPr>
            <a:spLocks noGrp="1"/>
          </p:cNvSpPr>
          <p:nvPr/>
        </p:nvSpPr>
        <p:spPr>
          <a:xfrm>
            <a:off x="5238750" y="2076450"/>
            <a:ext cx="5524500" cy="228600"/>
          </a:xfrm>
          <a:prstGeom prst="rect">
            <a:avLst/>
          </a:prstGeom>
          <a:noFill/>
          <a:ln w="0">
            <a:noFill/>
          </a:ln>
        </p:spPr>
        <p:txBody>
          <a:bodyPr lIns="0" tIns="0" rIns="0" bIns="0" anchor="t">
            <a:noAutofit/>
          </a:bodyPr>
          <a:lstStyle>
            <a:defPPr algn="l">
              <a:defRPr sz="1200" b="1">
                <a:solidFill>
                  <a:srgbClr val="008C91"/>
                </a:solidFill>
                <a:latin typeface="Malgun Gothic"/>
                <a:ea typeface="Malgun Gothic"/>
                <a:cs typeface="Malgun Gothic"/>
              </a:defRPr>
            </a:defPPr>
            <a:lvl1pPr algn="l">
              <a:defRPr sz="1200" b="1">
                <a:solidFill>
                  <a:srgbClr val="008C91"/>
                </a:solidFill>
                <a:latin typeface="Malgun Gothic"/>
                <a:ea typeface="Malgun Gothic"/>
                <a:cs typeface="Malgun Gothic"/>
              </a:defRPr>
            </a:lvl1pPr>
            <a:lvl2pPr algn="l">
              <a:defRPr sz="1200" b="1">
                <a:solidFill>
                  <a:srgbClr val="008C91"/>
                </a:solidFill>
                <a:latin typeface="Malgun Gothic"/>
                <a:ea typeface="Malgun Gothic"/>
                <a:cs typeface="Malgun Gothic"/>
              </a:defRPr>
            </a:lvl2pPr>
            <a:lvl3pPr algn="l">
              <a:defRPr sz="1200" b="1">
                <a:solidFill>
                  <a:srgbClr val="008C91"/>
                </a:solidFill>
                <a:latin typeface="Malgun Gothic"/>
                <a:ea typeface="Malgun Gothic"/>
                <a:cs typeface="Malgun Gothic"/>
              </a:defRPr>
            </a:lvl3pPr>
            <a:lvl4pPr algn="l">
              <a:defRPr sz="1200" b="1">
                <a:solidFill>
                  <a:srgbClr val="008C91"/>
                </a:solidFill>
                <a:latin typeface="Malgun Gothic"/>
                <a:ea typeface="Malgun Gothic"/>
                <a:cs typeface="Malgun Gothic"/>
              </a:defRPr>
            </a:lvl4pPr>
            <a:lvl5pPr algn="l">
              <a:defRPr sz="1200" b="1">
                <a:solidFill>
                  <a:srgbClr val="008C91"/>
                </a:solidFill>
                <a:latin typeface="Malgun Gothic"/>
                <a:ea typeface="Malgun Gothic"/>
                <a:cs typeface="Malgun Gothic"/>
              </a:defRPr>
            </a:lvl5pPr>
            <a:lvl6pPr algn="l">
              <a:defRPr sz="1200" b="1">
                <a:solidFill>
                  <a:srgbClr val="008C91"/>
                </a:solidFill>
                <a:latin typeface="Malgun Gothic"/>
                <a:ea typeface="Malgun Gothic"/>
                <a:cs typeface="Malgun Gothic"/>
              </a:defRPr>
            </a:lvl6pPr>
            <a:lvl7pPr algn="l">
              <a:defRPr sz="1200" b="1">
                <a:solidFill>
                  <a:srgbClr val="008C91"/>
                </a:solidFill>
                <a:latin typeface="Malgun Gothic"/>
                <a:ea typeface="Malgun Gothic"/>
                <a:cs typeface="Malgun Gothic"/>
              </a:defRPr>
            </a:lvl7pPr>
            <a:lvl8pPr algn="l">
              <a:defRPr sz="1200" b="1">
                <a:solidFill>
                  <a:srgbClr val="008C91"/>
                </a:solidFill>
                <a:latin typeface="Malgun Gothic"/>
                <a:ea typeface="Malgun Gothic"/>
                <a:cs typeface="Malgun Gothic"/>
              </a:defRPr>
            </a:lvl8pPr>
            <a:lvl9pPr algn="l">
              <a:defRPr sz="1200" b="1">
                <a:solidFill>
                  <a:srgbClr val="008C91"/>
                </a:solidFill>
                <a:latin typeface="Malgun Gothic"/>
                <a:ea typeface="Malgun Gothic"/>
                <a:cs typeface="Malgun Gothic"/>
              </a:defRPr>
            </a:lvl9pPr>
          </a:lstStyle>
          <a:p>
            <a:pPr algn="l">
              <a:defRPr sz="1200" b="1">
                <a:solidFill>
                  <a:srgbClr val="008C91"/>
                </a:solidFill>
                <a:latin typeface="Malgun Gothic"/>
                <a:ea typeface="Malgun Gothic"/>
                <a:cs typeface="Malgun Gothic"/>
              </a:defRPr>
            </a:pPr>
            <a:r>
              <a:rPr sz="1200" b="1">
                <a:solidFill>
                  <a:srgbClr val="008C91"/>
                </a:solidFill>
                <a:latin typeface="Malgun Gothic"/>
                <a:ea typeface="Malgun Gothic"/>
                <a:cs typeface="Malgun Gothic"/>
              </a:rPr>
              <a:t>가명 생성 부분 발췌</a:t>
            </a:r>
          </a:p>
        </p:txBody>
      </p:sp>
      <p:sp>
        <p:nvSpPr>
          <p:cNvPr id="16" name="editor-controls">
            <a:extLst>
              <a:ext uri="{FF2B5EF4-FFF2-40B4-BE49-F238E27FC236}">
                <a16:creationId xmlns:a16="http://schemas.microsoft.com/office/drawing/2014/main" id="{3ECD2EB0-24A1-4101-953A-E305E59109F3}"/>
              </a:ext>
            </a:extLst>
          </p:cNvPr>
          <p:cNvSpPr>
            <a:spLocks noGrp="1"/>
          </p:cNvSpPr>
          <p:nvPr/>
        </p:nvSpPr>
        <p:spPr>
          <a:xfrm>
            <a:off x="5400675" y="2428875"/>
            <a:ext cx="533400" cy="171450"/>
          </a:xfrm>
          <a:prstGeom prst="rect">
            <a:avLst/>
          </a:prstGeom>
          <a:noFill/>
          <a:ln w="0">
            <a:noFill/>
          </a:ln>
        </p:spPr>
        <p:txBody>
          <a:bodyPr lIns="0" tIns="0" rIns="0" bIns="0" anchor="t">
            <a:noAutofit/>
          </a:bodyPr>
          <a:lstStyle>
            <a:defPPr algn="l">
              <a:defRPr sz="750" b="0">
                <a:solidFill>
                  <a:srgbClr val="6AAFA5"/>
                </a:solidFill>
                <a:latin typeface="Malgun Gothic"/>
                <a:ea typeface="Malgun Gothic"/>
                <a:cs typeface="Malgun Gothic"/>
              </a:defRPr>
            </a:defPPr>
            <a:lvl1pPr algn="l">
              <a:defRPr sz="750" b="0">
                <a:solidFill>
                  <a:srgbClr val="6AAFA5"/>
                </a:solidFill>
                <a:latin typeface="Malgun Gothic"/>
                <a:ea typeface="Malgun Gothic"/>
                <a:cs typeface="Malgun Gothic"/>
              </a:defRPr>
            </a:lvl1pPr>
            <a:lvl2pPr algn="l">
              <a:defRPr sz="750" b="0">
                <a:solidFill>
                  <a:srgbClr val="6AAFA5"/>
                </a:solidFill>
                <a:latin typeface="Malgun Gothic"/>
                <a:ea typeface="Malgun Gothic"/>
                <a:cs typeface="Malgun Gothic"/>
              </a:defRPr>
            </a:lvl2pPr>
            <a:lvl3pPr algn="l">
              <a:defRPr sz="750" b="0">
                <a:solidFill>
                  <a:srgbClr val="6AAFA5"/>
                </a:solidFill>
                <a:latin typeface="Malgun Gothic"/>
                <a:ea typeface="Malgun Gothic"/>
                <a:cs typeface="Malgun Gothic"/>
              </a:defRPr>
            </a:lvl3pPr>
            <a:lvl4pPr algn="l">
              <a:defRPr sz="750" b="0">
                <a:solidFill>
                  <a:srgbClr val="6AAFA5"/>
                </a:solidFill>
                <a:latin typeface="Malgun Gothic"/>
                <a:ea typeface="Malgun Gothic"/>
                <a:cs typeface="Malgun Gothic"/>
              </a:defRPr>
            </a:lvl4pPr>
            <a:lvl5pPr algn="l">
              <a:defRPr sz="750" b="0">
                <a:solidFill>
                  <a:srgbClr val="6AAFA5"/>
                </a:solidFill>
                <a:latin typeface="Malgun Gothic"/>
                <a:ea typeface="Malgun Gothic"/>
                <a:cs typeface="Malgun Gothic"/>
              </a:defRPr>
            </a:lvl5pPr>
            <a:lvl6pPr algn="l">
              <a:defRPr sz="750" b="0">
                <a:solidFill>
                  <a:srgbClr val="6AAFA5"/>
                </a:solidFill>
                <a:latin typeface="Malgun Gothic"/>
                <a:ea typeface="Malgun Gothic"/>
                <a:cs typeface="Malgun Gothic"/>
              </a:defRPr>
            </a:lvl6pPr>
            <a:lvl7pPr algn="l">
              <a:defRPr sz="750" b="0">
                <a:solidFill>
                  <a:srgbClr val="6AAFA5"/>
                </a:solidFill>
                <a:latin typeface="Malgun Gothic"/>
                <a:ea typeface="Malgun Gothic"/>
                <a:cs typeface="Malgun Gothic"/>
              </a:defRPr>
            </a:lvl7pPr>
            <a:lvl8pPr algn="l">
              <a:defRPr sz="750" b="0">
                <a:solidFill>
                  <a:srgbClr val="6AAFA5"/>
                </a:solidFill>
                <a:latin typeface="Malgun Gothic"/>
                <a:ea typeface="Malgun Gothic"/>
                <a:cs typeface="Malgun Gothic"/>
              </a:defRPr>
            </a:lvl8pPr>
            <a:lvl9pPr algn="l">
              <a:defRPr sz="750" b="0">
                <a:solidFill>
                  <a:srgbClr val="6AAFA5"/>
                </a:solidFill>
                <a:latin typeface="Malgun Gothic"/>
                <a:ea typeface="Malgun Gothic"/>
                <a:cs typeface="Malgun Gothic"/>
              </a:defRPr>
            </a:lvl9pPr>
          </a:lstStyle>
          <a:p>
            <a:pPr algn="l">
              <a:defRPr sz="750" b="0">
                <a:solidFill>
                  <a:srgbClr val="6AAFA5"/>
                </a:solidFill>
                <a:latin typeface="Malgun Gothic"/>
                <a:ea typeface="Malgun Gothic"/>
                <a:cs typeface="Malgun Gothic"/>
              </a:defRPr>
            </a:pPr>
            <a:r>
              <a:rPr sz="750" b="0">
                <a:solidFill>
                  <a:srgbClr val="6AAFA5"/>
                </a:solidFill>
                <a:latin typeface="Malgun Gothic"/>
                <a:ea typeface="Malgun Gothic"/>
                <a:cs typeface="Malgun Gothic"/>
              </a:rPr>
              <a:t>● ● ●</a:t>
            </a:r>
          </a:p>
        </p:txBody>
      </p:sp>
      <p:sp>
        <p:nvSpPr>
          <p:cNvPr id="17" name="code-path">
            <a:extLst>
              <a:ext uri="{FF2B5EF4-FFF2-40B4-BE49-F238E27FC236}">
                <a16:creationId xmlns:a16="http://schemas.microsoft.com/office/drawing/2014/main" id="{52720334-66F9-414C-8297-D1FCC6E813BC}"/>
              </a:ext>
            </a:extLst>
          </p:cNvPr>
          <p:cNvSpPr>
            <a:spLocks noGrp="1"/>
          </p:cNvSpPr>
          <p:nvPr/>
        </p:nvSpPr>
        <p:spPr>
          <a:xfrm>
            <a:off x="6019800" y="2409825"/>
            <a:ext cx="4476750" cy="228600"/>
          </a:xfrm>
          <a:prstGeom prst="rect">
            <a:avLst/>
          </a:prstGeom>
          <a:noFill/>
          <a:ln w="0">
            <a:noFill/>
          </a:ln>
        </p:spPr>
        <p:txBody>
          <a:bodyPr lIns="0" tIns="0" rIns="0" bIns="0" anchor="t">
            <a:noAutofit/>
          </a:bodyPr>
          <a:lstStyle>
            <a:defPPr algn="l">
              <a:defRPr sz="975" b="0">
                <a:solidFill>
                  <a:srgbClr val="C9D6BD"/>
                </a:solidFill>
                <a:latin typeface="Malgun Gothic"/>
                <a:ea typeface="Malgun Gothic"/>
                <a:cs typeface="Malgun Gothic"/>
              </a:defRPr>
            </a:defPPr>
            <a:lvl1pPr algn="l">
              <a:defRPr sz="975" b="0">
                <a:solidFill>
                  <a:srgbClr val="C9D6BD"/>
                </a:solidFill>
                <a:latin typeface="Malgun Gothic"/>
                <a:ea typeface="Malgun Gothic"/>
                <a:cs typeface="Malgun Gothic"/>
              </a:defRPr>
            </a:lvl1pPr>
            <a:lvl2pPr algn="l">
              <a:defRPr sz="975" b="0">
                <a:solidFill>
                  <a:srgbClr val="C9D6BD"/>
                </a:solidFill>
                <a:latin typeface="Malgun Gothic"/>
                <a:ea typeface="Malgun Gothic"/>
                <a:cs typeface="Malgun Gothic"/>
              </a:defRPr>
            </a:lvl2pPr>
            <a:lvl3pPr algn="l">
              <a:defRPr sz="975" b="0">
                <a:solidFill>
                  <a:srgbClr val="C9D6BD"/>
                </a:solidFill>
                <a:latin typeface="Malgun Gothic"/>
                <a:ea typeface="Malgun Gothic"/>
                <a:cs typeface="Malgun Gothic"/>
              </a:defRPr>
            </a:lvl3pPr>
            <a:lvl4pPr algn="l">
              <a:defRPr sz="975" b="0">
                <a:solidFill>
                  <a:srgbClr val="C9D6BD"/>
                </a:solidFill>
                <a:latin typeface="Malgun Gothic"/>
                <a:ea typeface="Malgun Gothic"/>
                <a:cs typeface="Malgun Gothic"/>
              </a:defRPr>
            </a:lvl4pPr>
            <a:lvl5pPr algn="l">
              <a:defRPr sz="975" b="0">
                <a:solidFill>
                  <a:srgbClr val="C9D6BD"/>
                </a:solidFill>
                <a:latin typeface="Malgun Gothic"/>
                <a:ea typeface="Malgun Gothic"/>
                <a:cs typeface="Malgun Gothic"/>
              </a:defRPr>
            </a:lvl5pPr>
            <a:lvl6pPr algn="l">
              <a:defRPr sz="975" b="0">
                <a:solidFill>
                  <a:srgbClr val="C9D6BD"/>
                </a:solidFill>
                <a:latin typeface="Malgun Gothic"/>
                <a:ea typeface="Malgun Gothic"/>
                <a:cs typeface="Malgun Gothic"/>
              </a:defRPr>
            </a:lvl6pPr>
            <a:lvl7pPr algn="l">
              <a:defRPr sz="975" b="0">
                <a:solidFill>
                  <a:srgbClr val="C9D6BD"/>
                </a:solidFill>
                <a:latin typeface="Malgun Gothic"/>
                <a:ea typeface="Malgun Gothic"/>
                <a:cs typeface="Malgun Gothic"/>
              </a:defRPr>
            </a:lvl7pPr>
            <a:lvl8pPr algn="l">
              <a:defRPr sz="975" b="0">
                <a:solidFill>
                  <a:srgbClr val="C9D6BD"/>
                </a:solidFill>
                <a:latin typeface="Malgun Gothic"/>
                <a:ea typeface="Malgun Gothic"/>
                <a:cs typeface="Malgun Gothic"/>
              </a:defRPr>
            </a:lvl8pPr>
            <a:lvl9pPr algn="l">
              <a:defRPr sz="975" b="0">
                <a:solidFill>
                  <a:srgbClr val="C9D6BD"/>
                </a:solidFill>
                <a:latin typeface="Malgun Gothic"/>
                <a:ea typeface="Malgun Gothic"/>
                <a:cs typeface="Malgun Gothic"/>
              </a:defRPr>
            </a:lvl9pPr>
          </a:lstStyle>
          <a:p>
            <a:pPr algn="l">
              <a:defRPr sz="975" b="0">
                <a:solidFill>
                  <a:srgbClr val="C9D6BD"/>
                </a:solidFill>
                <a:latin typeface="Malgun Gothic"/>
                <a:ea typeface="Malgun Gothic"/>
                <a:cs typeface="Malgun Gothic"/>
              </a:defRPr>
            </a:pPr>
            <a:r>
              <a:rPr sz="975" b="0">
                <a:solidFill>
                  <a:srgbClr val="C9D6BD"/>
                </a:solidFill>
                <a:latin typeface="Malgun Gothic"/>
                <a:ea typeface="Malgun Gothic"/>
                <a:cs typeface="Malgun Gothic"/>
              </a:rPr>
              <a:t>game/views.py</a:t>
            </a:r>
          </a:p>
        </p:txBody>
      </p:sp>
      <p:sp>
        <p:nvSpPr>
          <p:cNvPr id="18" name="code-line-0">
            <a:extLst>
              <a:ext uri="{FF2B5EF4-FFF2-40B4-BE49-F238E27FC236}">
                <a16:creationId xmlns:a16="http://schemas.microsoft.com/office/drawing/2014/main" id="{8516C255-1DA1-4AE8-AAF3-2E8C4B74A6B9}"/>
              </a:ext>
            </a:extLst>
          </p:cNvPr>
          <p:cNvSpPr>
            <a:spLocks noGrp="1"/>
          </p:cNvSpPr>
          <p:nvPr/>
        </p:nvSpPr>
        <p:spPr>
          <a:xfrm>
            <a:off x="5419725" y="28003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89A59A"/>
                </a:solidFill>
              </a:rPr>
              <a:t># 서버 비밀과 회원 UUID로 광고 가명 생성</a:t>
            </a:r>
          </a:p>
        </p:txBody>
      </p:sp>
      <p:sp>
        <p:nvSpPr>
          <p:cNvPr id="19" name="code-line-1">
            <a:extLst>
              <a:ext uri="{FF2B5EF4-FFF2-40B4-BE49-F238E27FC236}">
                <a16:creationId xmlns:a16="http://schemas.microsoft.com/office/drawing/2014/main" id="{066A6678-8BFD-4DB8-BB78-D10BADEA1379}"/>
              </a:ext>
            </a:extLst>
          </p:cNvPr>
          <p:cNvSpPr>
            <a:spLocks noGrp="1"/>
          </p:cNvSpPr>
          <p:nvPr/>
        </p:nvSpPr>
        <p:spPr>
          <a:xfrm>
            <a:off x="5419725" y="29908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digest = hmac.new(</a:t>
            </a:r>
          </a:p>
        </p:txBody>
      </p:sp>
      <p:sp>
        <p:nvSpPr>
          <p:cNvPr id="20" name="code-line-2">
            <a:extLst>
              <a:ext uri="{FF2B5EF4-FFF2-40B4-BE49-F238E27FC236}">
                <a16:creationId xmlns:a16="http://schemas.microsoft.com/office/drawing/2014/main" id="{725C92AE-96F4-4E01-B438-03098D699073}"/>
              </a:ext>
            </a:extLst>
          </p:cNvPr>
          <p:cNvSpPr>
            <a:spLocks noGrp="1"/>
          </p:cNvSpPr>
          <p:nvPr/>
        </p:nvSpPr>
        <p:spPr>
          <a:xfrm>
            <a:off x="5419725" y="31813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subject_secret.encode(</a:t>
            </a:r>
            <a:r>
              <a:rPr>
                <a:solidFill>
                  <a:srgbClr val="B6D796"/>
                </a:solidFill>
              </a:rPr>
              <a:t>"utf-8"</a:t>
            </a:r>
            <a:r>
              <a:rPr>
                <a:solidFill>
                  <a:srgbClr val="E2E8E5"/>
                </a:solidFill>
              </a:rPr>
              <a:t>),</a:t>
            </a:r>
          </a:p>
        </p:txBody>
      </p:sp>
      <p:sp>
        <p:nvSpPr>
          <p:cNvPr id="21" name="code-line-3">
            <a:extLst>
              <a:ext uri="{FF2B5EF4-FFF2-40B4-BE49-F238E27FC236}">
                <a16:creationId xmlns:a16="http://schemas.microsoft.com/office/drawing/2014/main" id="{0611F097-0779-4F3D-90D6-2658FD357D7B}"/>
              </a:ext>
            </a:extLst>
          </p:cNvPr>
          <p:cNvSpPr>
            <a:spLocks noGrp="1"/>
          </p:cNvSpPr>
          <p:nvPr/>
        </p:nvSpPr>
        <p:spPr>
          <a:xfrm>
            <a:off x="5419725" y="33718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f</a:t>
            </a:r>
            <a:r>
              <a:rPr>
                <a:solidFill>
                  <a:srgbClr val="B6D796"/>
                </a:solidFill>
              </a:rPr>
              <a:t>"ads-subject/v1:{user_uuid}"</a:t>
            </a:r>
            <a:r>
              <a:rPr>
                <a:solidFill>
                  <a:srgbClr val="E2E8E5"/>
                </a:solidFill>
              </a:rPr>
              <a:t>.encode(</a:t>
            </a:r>
            <a:r>
              <a:rPr>
                <a:solidFill>
                  <a:srgbClr val="B6D796"/>
                </a:solidFill>
              </a:rPr>
              <a:t>"utf-8"</a:t>
            </a:r>
            <a:r>
              <a:rPr>
                <a:solidFill>
                  <a:srgbClr val="E2E8E5"/>
                </a:solidFill>
              </a:rPr>
              <a:t>),</a:t>
            </a:r>
          </a:p>
        </p:txBody>
      </p:sp>
      <p:sp>
        <p:nvSpPr>
          <p:cNvPr id="22" name="code-line-4">
            <a:extLst>
              <a:ext uri="{FF2B5EF4-FFF2-40B4-BE49-F238E27FC236}">
                <a16:creationId xmlns:a16="http://schemas.microsoft.com/office/drawing/2014/main" id="{196A98A9-C87B-4910-87D0-A42310554BA8}"/>
              </a:ext>
            </a:extLst>
          </p:cNvPr>
          <p:cNvSpPr>
            <a:spLocks noGrp="1"/>
          </p:cNvSpPr>
          <p:nvPr/>
        </p:nvSpPr>
        <p:spPr>
          <a:xfrm>
            <a:off x="5419725" y="35623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    hashlib.sha256,</a:t>
            </a:r>
          </a:p>
        </p:txBody>
      </p:sp>
      <p:sp>
        <p:nvSpPr>
          <p:cNvPr id="23" name="code-line-5">
            <a:extLst>
              <a:ext uri="{FF2B5EF4-FFF2-40B4-BE49-F238E27FC236}">
                <a16:creationId xmlns:a16="http://schemas.microsoft.com/office/drawing/2014/main" id="{D489B1F7-082B-43C1-A6B4-ED0F1982B82A}"/>
              </a:ext>
            </a:extLst>
          </p:cNvPr>
          <p:cNvSpPr>
            <a:spLocks noGrp="1"/>
          </p:cNvSpPr>
          <p:nvPr/>
        </p:nvSpPr>
        <p:spPr>
          <a:xfrm>
            <a:off x="5419725" y="37528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2E8E5"/>
                </a:solidFill>
              </a:rPr>
              <a:t>).digest()</a:t>
            </a:r>
          </a:p>
        </p:txBody>
      </p:sp>
      <p:sp>
        <p:nvSpPr>
          <p:cNvPr id="24" name="code-line-6">
            <a:extLst>
              <a:ext uri="{FF2B5EF4-FFF2-40B4-BE49-F238E27FC236}">
                <a16:creationId xmlns:a16="http://schemas.microsoft.com/office/drawing/2014/main" id="{CC5E8AD0-1AE6-4F8E-B9B7-07918D4D939D}"/>
              </a:ext>
            </a:extLst>
          </p:cNvPr>
          <p:cNvSpPr>
            <a:spLocks noGrp="1"/>
          </p:cNvSpPr>
          <p:nvPr/>
        </p:nvSpPr>
        <p:spPr>
          <a:xfrm>
            <a:off x="5419725" y="3943350"/>
            <a:ext cx="5191125" cy="209550"/>
          </a:xfrm>
          <a:prstGeom prst="rect">
            <a:avLst/>
          </a:prstGeom>
          <a:noFill/>
          <a:ln w="0">
            <a:noFill/>
          </a:ln>
        </p:spPr>
        <p:txBody>
          <a:bodyPr lIns="0" tIns="0" rIns="0" bIns="0" anchor="t">
            <a:noAutofit/>
          </a:bodyPr>
          <a:lstStyle>
            <a:defPPr algn="l">
              <a:defRPr sz="1200" b="0">
                <a:solidFill>
                  <a:srgbClr val="E2E8E5"/>
                </a:solidFill>
                <a:latin typeface="Consolas"/>
                <a:ea typeface="Consolas"/>
                <a:cs typeface="Consolas"/>
              </a:defRPr>
            </a:defPPr>
            <a:lvl1pPr algn="l">
              <a:defRPr sz="1200" b="0">
                <a:solidFill>
                  <a:srgbClr val="E2E8E5"/>
                </a:solidFill>
                <a:latin typeface="Consolas"/>
                <a:ea typeface="Consolas"/>
                <a:cs typeface="Consolas"/>
              </a:defRPr>
            </a:lvl1pPr>
            <a:lvl2pPr algn="l">
              <a:defRPr sz="1200" b="0">
                <a:solidFill>
                  <a:srgbClr val="E2E8E5"/>
                </a:solidFill>
                <a:latin typeface="Consolas"/>
                <a:ea typeface="Consolas"/>
                <a:cs typeface="Consolas"/>
              </a:defRPr>
            </a:lvl2pPr>
            <a:lvl3pPr algn="l">
              <a:defRPr sz="1200" b="0">
                <a:solidFill>
                  <a:srgbClr val="E2E8E5"/>
                </a:solidFill>
                <a:latin typeface="Consolas"/>
                <a:ea typeface="Consolas"/>
                <a:cs typeface="Consolas"/>
              </a:defRPr>
            </a:lvl3pPr>
            <a:lvl4pPr algn="l">
              <a:defRPr sz="1200" b="0">
                <a:solidFill>
                  <a:srgbClr val="E2E8E5"/>
                </a:solidFill>
                <a:latin typeface="Consolas"/>
                <a:ea typeface="Consolas"/>
                <a:cs typeface="Consolas"/>
              </a:defRPr>
            </a:lvl4pPr>
            <a:lvl5pPr algn="l">
              <a:defRPr sz="1200" b="0">
                <a:solidFill>
                  <a:srgbClr val="E2E8E5"/>
                </a:solidFill>
                <a:latin typeface="Consolas"/>
                <a:ea typeface="Consolas"/>
                <a:cs typeface="Consolas"/>
              </a:defRPr>
            </a:lvl5pPr>
            <a:lvl6pPr algn="l">
              <a:defRPr sz="1200" b="0">
                <a:solidFill>
                  <a:srgbClr val="E2E8E5"/>
                </a:solidFill>
                <a:latin typeface="Consolas"/>
                <a:ea typeface="Consolas"/>
                <a:cs typeface="Consolas"/>
              </a:defRPr>
            </a:lvl6pPr>
            <a:lvl7pPr algn="l">
              <a:defRPr sz="1200" b="0">
                <a:solidFill>
                  <a:srgbClr val="E2E8E5"/>
                </a:solidFill>
                <a:latin typeface="Consolas"/>
                <a:ea typeface="Consolas"/>
                <a:cs typeface="Consolas"/>
              </a:defRPr>
            </a:lvl7pPr>
            <a:lvl8pPr algn="l">
              <a:defRPr sz="1200" b="0">
                <a:solidFill>
                  <a:srgbClr val="E2E8E5"/>
                </a:solidFill>
                <a:latin typeface="Consolas"/>
                <a:ea typeface="Consolas"/>
                <a:cs typeface="Consolas"/>
              </a:defRPr>
            </a:lvl8pPr>
            <a:lvl9pPr algn="l">
              <a:defRPr sz="1200" b="0">
                <a:solidFill>
                  <a:srgbClr val="E2E8E5"/>
                </a:solidFill>
                <a:latin typeface="Consolas"/>
                <a:ea typeface="Consolas"/>
                <a:cs typeface="Consolas"/>
              </a:defRPr>
            </a:lvl9pPr>
          </a:lstStyle>
          <a:p>
            <a:pPr algn="l">
              <a:defRPr sz="1200" b="0">
                <a:solidFill>
                  <a:srgbClr val="E2E8E5"/>
                </a:solidFill>
                <a:latin typeface="Consolas"/>
                <a:ea typeface="Consolas"/>
                <a:cs typeface="Consolas"/>
              </a:defRPr>
            </a:pPr>
            <a:r>
              <a:rPr>
                <a:solidFill>
                  <a:srgbClr val="EFC574"/>
                </a:solidFill>
              </a:rPr>
              <a:t>return</a:t>
            </a:r>
            <a:r>
              <a:rPr>
                <a:solidFill>
                  <a:srgbClr val="E2E8E5"/>
                </a:solidFill>
              </a:rPr>
              <a:t> UUID(bytes=digest[:16])</a:t>
            </a:r>
          </a:p>
        </p:txBody>
      </p:sp>
      <p:sp>
        <p:nvSpPr>
          <p:cNvPr id="25" name="summary">
            <a:extLst>
              <a:ext uri="{FF2B5EF4-FFF2-40B4-BE49-F238E27FC236}">
                <a16:creationId xmlns:a16="http://schemas.microsoft.com/office/drawing/2014/main" id="{D0D375B4-5AC9-4840-B77A-94FD489078DE}"/>
              </a:ext>
            </a:extLst>
          </p:cNvPr>
          <p:cNvSpPr>
            <a:spLocks noGrp="1"/>
          </p:cNvSpPr>
          <p:nvPr/>
        </p:nvSpPr>
        <p:spPr>
          <a:xfrm>
            <a:off x="5238750" y="5600700"/>
            <a:ext cx="5524500" cy="323850"/>
          </a:xfrm>
          <a:prstGeom prst="rect">
            <a:avLst/>
          </a:prstGeom>
          <a:noFill/>
          <a:ln w="0">
            <a:noFill/>
          </a:ln>
        </p:spPr>
        <p:txBody>
          <a:bodyPr lIns="0" tIns="0" rIns="0" bIns="0" anchor="t">
            <a:noAutofit/>
          </a:bodyPr>
          <a:lstStyle>
            <a:defPPr algn="l">
              <a:defRPr sz="1500" b="1">
                <a:solidFill>
                  <a:srgbClr val="008C91"/>
                </a:solidFill>
                <a:latin typeface="Malgun Gothic"/>
                <a:ea typeface="Malgun Gothic"/>
                <a:cs typeface="Malgun Gothic"/>
              </a:defRPr>
            </a:defPPr>
            <a:lvl1pPr algn="l">
              <a:defRPr sz="1500" b="1">
                <a:solidFill>
                  <a:srgbClr val="008C91"/>
                </a:solidFill>
                <a:latin typeface="Malgun Gothic"/>
                <a:ea typeface="Malgun Gothic"/>
                <a:cs typeface="Malgun Gothic"/>
              </a:defRPr>
            </a:lvl1pPr>
            <a:lvl2pPr algn="l">
              <a:defRPr sz="1500" b="1">
                <a:solidFill>
                  <a:srgbClr val="008C91"/>
                </a:solidFill>
                <a:latin typeface="Malgun Gothic"/>
                <a:ea typeface="Malgun Gothic"/>
                <a:cs typeface="Malgun Gothic"/>
              </a:defRPr>
            </a:lvl2pPr>
            <a:lvl3pPr algn="l">
              <a:defRPr sz="1500" b="1">
                <a:solidFill>
                  <a:srgbClr val="008C91"/>
                </a:solidFill>
                <a:latin typeface="Malgun Gothic"/>
                <a:ea typeface="Malgun Gothic"/>
                <a:cs typeface="Malgun Gothic"/>
              </a:defRPr>
            </a:lvl3pPr>
            <a:lvl4pPr algn="l">
              <a:defRPr sz="1500" b="1">
                <a:solidFill>
                  <a:srgbClr val="008C91"/>
                </a:solidFill>
                <a:latin typeface="Malgun Gothic"/>
                <a:ea typeface="Malgun Gothic"/>
                <a:cs typeface="Malgun Gothic"/>
              </a:defRPr>
            </a:lvl4pPr>
            <a:lvl5pPr algn="l">
              <a:defRPr sz="1500" b="1">
                <a:solidFill>
                  <a:srgbClr val="008C91"/>
                </a:solidFill>
                <a:latin typeface="Malgun Gothic"/>
                <a:ea typeface="Malgun Gothic"/>
                <a:cs typeface="Malgun Gothic"/>
              </a:defRPr>
            </a:lvl5pPr>
            <a:lvl6pPr algn="l">
              <a:defRPr sz="1500" b="1">
                <a:solidFill>
                  <a:srgbClr val="008C91"/>
                </a:solidFill>
                <a:latin typeface="Malgun Gothic"/>
                <a:ea typeface="Malgun Gothic"/>
                <a:cs typeface="Malgun Gothic"/>
              </a:defRPr>
            </a:lvl6pPr>
            <a:lvl7pPr algn="l">
              <a:defRPr sz="1500" b="1">
                <a:solidFill>
                  <a:srgbClr val="008C91"/>
                </a:solidFill>
                <a:latin typeface="Malgun Gothic"/>
                <a:ea typeface="Malgun Gothic"/>
                <a:cs typeface="Malgun Gothic"/>
              </a:defRPr>
            </a:lvl7pPr>
            <a:lvl8pPr algn="l">
              <a:defRPr sz="1500" b="1">
                <a:solidFill>
                  <a:srgbClr val="008C91"/>
                </a:solidFill>
                <a:latin typeface="Malgun Gothic"/>
                <a:ea typeface="Malgun Gothic"/>
                <a:cs typeface="Malgun Gothic"/>
              </a:defRPr>
            </a:lvl8pPr>
            <a:lvl9pPr algn="l">
              <a:defRPr sz="1500" b="1">
                <a:solidFill>
                  <a:srgbClr val="008C91"/>
                </a:solidFill>
                <a:latin typeface="Malgun Gothic"/>
                <a:ea typeface="Malgun Gothic"/>
                <a:cs typeface="Malgun Gothic"/>
              </a:defRPr>
            </a:lvl9pPr>
          </a:lstStyle>
          <a:p>
            <a:pPr algn="l">
              <a:defRPr sz="1500" b="1">
                <a:solidFill>
                  <a:srgbClr val="008C91"/>
                </a:solidFill>
                <a:latin typeface="Malgun Gothic"/>
                <a:ea typeface="Malgun Gothic"/>
                <a:cs typeface="Malgun Gothic"/>
              </a:defRPr>
            </a:pPr>
            <a:r>
              <a:rPr sz="1500" b="1">
                <a:solidFill>
                  <a:srgbClr val="008C91"/>
                </a:solidFill>
                <a:latin typeface="Malgun Gothic"/>
                <a:ea typeface="Malgun Gothic"/>
                <a:cs typeface="Malgun Gothic"/>
              </a:rPr>
              <a:t>광고 서버에는 광고 전용 가명만 전달</a:t>
            </a:r>
          </a:p>
        </p:txBody>
      </p:sp>
    </p:spTree>
    <p:extLst>
      <p:ext uri="{BB962C8B-B14F-4D97-AF65-F5344CB8AC3E}">
        <p14:creationId xmlns:p14="http://schemas.microsoft.com/office/powerpoint/2010/main" val="297836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7" b="-27"/>
              </a:stretch>
            </a:blipFill>
          </p:spPr>
          <p:txBody>
            <a:bodyPr/>
            <a:lstStyle/>
            <a:p>
              <a:endParaRPr lang="ko-KR" altLang="en-US" sz="1200" dirty="0"/>
            </a:p>
          </p:txBody>
        </p:sp>
      </p:grpSp>
      <p:sp>
        <p:nvSpPr>
          <p:cNvPr id="4" name="TextBox 4"/>
          <p:cNvSpPr txBox="1"/>
          <p:nvPr/>
        </p:nvSpPr>
        <p:spPr>
          <a:xfrm>
            <a:off x="2095500" y="1193800"/>
            <a:ext cx="8715375" cy="179536"/>
          </a:xfrm>
          <a:prstGeom prst="rect">
            <a:avLst/>
          </a:prstGeom>
        </p:spPr>
        <p:txBody>
          <a:bodyPr lIns="0" tIns="0" rIns="0" bIns="0" rtlCol="0" anchor="t">
            <a:spAutoFit/>
          </a:bodyPr>
          <a:lstStyle/>
          <a:p>
            <a:pPr>
              <a:lnSpc>
                <a:spcPts val="1440"/>
              </a:lnSpc>
              <a:spcBef>
                <a:spcPct val="0"/>
              </a:spcBef>
            </a:pPr>
            <a:r>
              <a:rPr lang="en-US" sz="1200" b="1">
                <a:solidFill>
                  <a:srgbClr val="167D79"/>
                </a:solidFill>
                <a:latin typeface="Nanum Gothic Eco Bold"/>
                <a:ea typeface="Nanum Gothic Eco Bold"/>
                <a:cs typeface="Nanum Gothic Eco Bold"/>
                <a:sym typeface="Nanum Gothic Eco Bold"/>
              </a:rPr>
              <a:t>TROUBLESHOOTING</a:t>
            </a:r>
          </a:p>
        </p:txBody>
      </p:sp>
      <p:sp>
        <p:nvSpPr>
          <p:cNvPr id="5" name="TextBox 5"/>
          <p:cNvSpPr txBox="1"/>
          <p:nvPr/>
        </p:nvSpPr>
        <p:spPr>
          <a:xfrm>
            <a:off x="1381126" y="1517650"/>
            <a:ext cx="9429750" cy="462434"/>
          </a:xfrm>
          <a:prstGeom prst="rect">
            <a:avLst/>
          </a:prstGeom>
        </p:spPr>
        <p:txBody>
          <a:bodyPr lIns="0" tIns="0" rIns="0" bIns="0" rtlCol="0" anchor="t">
            <a:spAutoFit/>
          </a:bodyPr>
          <a:lstStyle/>
          <a:p>
            <a:pPr>
              <a:lnSpc>
                <a:spcPts val="3780"/>
              </a:lnSpc>
              <a:spcBef>
                <a:spcPct val="0"/>
              </a:spcBef>
            </a:pPr>
            <a:r>
              <a:rPr lang="en-US" sz="3150" b="1">
                <a:solidFill>
                  <a:srgbClr val="183F3D"/>
                </a:solidFill>
                <a:latin typeface="Nanum Gothic Eco Bold"/>
                <a:ea typeface="Nanum Gothic Eco Bold"/>
                <a:cs typeface="Nanum Gothic Eco Bold"/>
                <a:sym typeface="Nanum Gothic Eco Bold"/>
              </a:rPr>
              <a:t>메타버스 동시 접속 약 70명까지 성능 개선</a:t>
            </a:r>
          </a:p>
        </p:txBody>
      </p:sp>
      <p:sp>
        <p:nvSpPr>
          <p:cNvPr id="6" name="TextBox 6"/>
          <p:cNvSpPr txBox="1"/>
          <p:nvPr/>
        </p:nvSpPr>
        <p:spPr>
          <a:xfrm>
            <a:off x="5905500" y="5899150"/>
            <a:ext cx="381000" cy="145424"/>
          </a:xfrm>
          <a:prstGeom prst="rect">
            <a:avLst/>
          </a:prstGeom>
        </p:spPr>
        <p:txBody>
          <a:bodyPr lIns="0" tIns="0" rIns="0" bIns="0" rtlCol="0" anchor="t">
            <a:spAutoFit/>
          </a:bodyPr>
          <a:lstStyle/>
          <a:p>
            <a:pPr algn="ctr">
              <a:lnSpc>
                <a:spcPts val="1170"/>
              </a:lnSpc>
              <a:spcBef>
                <a:spcPct val="0"/>
              </a:spcBef>
            </a:pPr>
            <a:r>
              <a:rPr lang="en-US" sz="975">
                <a:solidFill>
                  <a:srgbClr val="6B5842"/>
                </a:solidFill>
                <a:latin typeface="Nanum Gothic Eco"/>
                <a:ea typeface="Nanum Gothic Eco"/>
                <a:cs typeface="Nanum Gothic Eco"/>
                <a:sym typeface="Nanum Gothic Eco"/>
              </a:rPr>
              <a:t>22</a:t>
            </a:r>
          </a:p>
        </p:txBody>
      </p:sp>
      <p:sp>
        <p:nvSpPr>
          <p:cNvPr id="7" name="TextBox 7"/>
          <p:cNvSpPr txBox="1"/>
          <p:nvPr/>
        </p:nvSpPr>
        <p:spPr>
          <a:xfrm>
            <a:off x="1381126" y="247015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01</a:t>
            </a:r>
          </a:p>
        </p:txBody>
      </p:sp>
      <p:sp>
        <p:nvSpPr>
          <p:cNvPr id="8" name="TextBox 8"/>
          <p:cNvSpPr txBox="1"/>
          <p:nvPr/>
        </p:nvSpPr>
        <p:spPr>
          <a:xfrm>
            <a:off x="1905000" y="2451100"/>
            <a:ext cx="3175000" cy="278923"/>
          </a:xfrm>
          <a:prstGeom prst="rect">
            <a:avLst/>
          </a:prstGeom>
        </p:spPr>
        <p:txBody>
          <a:bodyPr lIns="0" tIns="0" rIns="0" bIns="0" rtlCol="0" anchor="t">
            <a:spAutoFit/>
          </a:bodyPr>
          <a:lstStyle/>
          <a:p>
            <a:pPr>
              <a:lnSpc>
                <a:spcPts val="2250"/>
              </a:lnSpc>
              <a:spcBef>
                <a:spcPct val="0"/>
              </a:spcBef>
            </a:pPr>
            <a:r>
              <a:rPr lang="en-US" sz="1875" b="1" dirty="0">
                <a:solidFill>
                  <a:srgbClr val="183F3D"/>
                </a:solidFill>
                <a:latin typeface="Nanum Gothic Eco Bold"/>
                <a:ea typeface="Nanum Gothic Eco Bold"/>
                <a:cs typeface="Nanum Gothic Eco Bold"/>
                <a:sym typeface="Nanum Gothic Eco Bold"/>
              </a:rPr>
              <a:t>DB </a:t>
            </a:r>
            <a:r>
              <a:rPr lang="en-US" sz="1875" b="1" dirty="0" err="1">
                <a:solidFill>
                  <a:srgbClr val="183F3D"/>
                </a:solidFill>
                <a:latin typeface="Nanum Gothic Eco Bold"/>
                <a:ea typeface="Nanum Gothic Eco Bold"/>
                <a:cs typeface="Nanum Gothic Eco Bold"/>
                <a:sym typeface="Nanum Gothic Eco Bold"/>
              </a:rPr>
              <a:t>연결마다</a:t>
            </a:r>
            <a:r>
              <a:rPr lang="en-US" sz="1875" b="1" dirty="0">
                <a:solidFill>
                  <a:srgbClr val="183F3D"/>
                </a:solidFill>
                <a:latin typeface="Nanum Gothic Eco Bold"/>
                <a:ea typeface="Nanum Gothic Eco Bold"/>
                <a:cs typeface="Nanum Gothic Eco Bold"/>
                <a:sym typeface="Nanum Gothic Eco Bold"/>
              </a:rPr>
              <a:t> TLS</a:t>
            </a:r>
          </a:p>
        </p:txBody>
      </p:sp>
      <p:sp>
        <p:nvSpPr>
          <p:cNvPr id="9" name="TextBox 9"/>
          <p:cNvSpPr txBox="1"/>
          <p:nvPr/>
        </p:nvSpPr>
        <p:spPr>
          <a:xfrm>
            <a:off x="1905000" y="2879725"/>
            <a:ext cx="3175000" cy="474874"/>
          </a:xfrm>
          <a:prstGeom prst="rect">
            <a:avLst/>
          </a:prstGeom>
        </p:spPr>
        <p:txBody>
          <a:bodyPr lIns="0" tIns="0" rIns="0" bIns="0" rtlCol="0" anchor="t">
            <a:spAutoFit/>
          </a:bodyPr>
          <a:lstStyle/>
          <a:p>
            <a:pPr>
              <a:lnSpc>
                <a:spcPts val="1890"/>
              </a:lnSpc>
              <a:spcBef>
                <a:spcPct val="0"/>
              </a:spcBef>
            </a:pPr>
            <a:r>
              <a:rPr lang="en-US" sz="1575" dirty="0">
                <a:solidFill>
                  <a:srgbClr val="6B5842"/>
                </a:solidFill>
                <a:latin typeface="Nanum Gothic Eco"/>
                <a:ea typeface="Nanum Gothic Eco"/>
                <a:cs typeface="Nanum Gothic Eco"/>
                <a:sym typeface="Nanum Gothic Eco"/>
              </a:rPr>
              <a:t>DB </a:t>
            </a:r>
            <a:r>
              <a:rPr lang="en-US" sz="1575" dirty="0" err="1">
                <a:solidFill>
                  <a:srgbClr val="6B5842"/>
                </a:solidFill>
                <a:latin typeface="Nanum Gothic Eco"/>
                <a:ea typeface="Nanum Gothic Eco"/>
                <a:cs typeface="Nanum Gothic Eco"/>
                <a:sym typeface="Nanum Gothic Eco"/>
              </a:rPr>
              <a:t>호출을</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한</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스레드에</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모아</a:t>
            </a:r>
            <a:endParaRPr lang="en-US" sz="1575" dirty="0">
              <a:solidFill>
                <a:srgbClr val="6B5842"/>
              </a:solidFill>
              <a:latin typeface="Nanum Gothic Eco"/>
              <a:ea typeface="Nanum Gothic Eco"/>
              <a:cs typeface="Nanum Gothic Eco"/>
              <a:sym typeface="Nanum Gothic Eco"/>
            </a:endParaRPr>
          </a:p>
          <a:p>
            <a:pPr>
              <a:lnSpc>
                <a:spcPts val="1890"/>
              </a:lnSpc>
              <a:spcBef>
                <a:spcPct val="0"/>
              </a:spcBef>
            </a:pPr>
            <a:r>
              <a:rPr lang="en-US" sz="1575" dirty="0" err="1">
                <a:solidFill>
                  <a:srgbClr val="6B5842"/>
                </a:solidFill>
                <a:latin typeface="Nanum Gothic Eco"/>
                <a:ea typeface="Nanum Gothic Eco"/>
                <a:cs typeface="Nanum Gothic Eco"/>
                <a:sym typeface="Nanum Gothic Eco"/>
              </a:rPr>
              <a:t>그</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연결을</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이어</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쓴다</a:t>
            </a:r>
            <a:endParaRPr lang="en-US" sz="1575" dirty="0">
              <a:solidFill>
                <a:srgbClr val="6B5842"/>
              </a:solidFill>
              <a:latin typeface="Nanum Gothic Eco"/>
              <a:ea typeface="Nanum Gothic Eco"/>
              <a:cs typeface="Nanum Gothic Eco"/>
              <a:sym typeface="Nanum Gothic Eco"/>
            </a:endParaRPr>
          </a:p>
        </p:txBody>
      </p:sp>
      <p:sp>
        <p:nvSpPr>
          <p:cNvPr id="10" name="TextBox 10"/>
          <p:cNvSpPr txBox="1"/>
          <p:nvPr/>
        </p:nvSpPr>
        <p:spPr>
          <a:xfrm>
            <a:off x="1381126" y="3565525"/>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02</a:t>
            </a:r>
          </a:p>
        </p:txBody>
      </p:sp>
      <p:sp>
        <p:nvSpPr>
          <p:cNvPr id="11" name="TextBox 11"/>
          <p:cNvSpPr txBox="1"/>
          <p:nvPr/>
        </p:nvSpPr>
        <p:spPr>
          <a:xfrm>
            <a:off x="1905000" y="3546476"/>
            <a:ext cx="3175000" cy="278923"/>
          </a:xfrm>
          <a:prstGeom prst="rect">
            <a:avLst/>
          </a:prstGeom>
        </p:spPr>
        <p:txBody>
          <a:bodyPr lIns="0" tIns="0" rIns="0" bIns="0" rtlCol="0" anchor="t">
            <a:spAutoFit/>
          </a:bodyPr>
          <a:lstStyle/>
          <a:p>
            <a:pPr>
              <a:lnSpc>
                <a:spcPts val="2250"/>
              </a:lnSpc>
              <a:spcBef>
                <a:spcPct val="0"/>
              </a:spcBef>
            </a:pPr>
            <a:r>
              <a:rPr lang="en-US" sz="1875" b="1">
                <a:solidFill>
                  <a:srgbClr val="183F3D"/>
                </a:solidFill>
                <a:latin typeface="Nanum Gothic Eco Bold"/>
                <a:ea typeface="Nanum Gothic Eco Bold"/>
                <a:cs typeface="Nanum Gothic Eco Bold"/>
                <a:sym typeface="Nanum Gothic Eco Bold"/>
              </a:rPr>
              <a:t>코어 하나의 천장(GIL)</a:t>
            </a:r>
          </a:p>
        </p:txBody>
      </p:sp>
      <p:sp>
        <p:nvSpPr>
          <p:cNvPr id="12" name="TextBox 12"/>
          <p:cNvSpPr txBox="1"/>
          <p:nvPr/>
        </p:nvSpPr>
        <p:spPr>
          <a:xfrm>
            <a:off x="1905000" y="3975100"/>
            <a:ext cx="3175000" cy="474874"/>
          </a:xfrm>
          <a:prstGeom prst="rect">
            <a:avLst/>
          </a:prstGeom>
        </p:spPr>
        <p:txBody>
          <a:bodyPr lIns="0" tIns="0" rIns="0" bIns="0" rtlCol="0" anchor="t">
            <a:spAutoFit/>
          </a:bodyPr>
          <a:lstStyle/>
          <a:p>
            <a:pPr>
              <a:lnSpc>
                <a:spcPts val="1890"/>
              </a:lnSpc>
              <a:spcBef>
                <a:spcPct val="0"/>
              </a:spcBef>
            </a:pPr>
            <a:r>
              <a:rPr lang="en-US" sz="1575">
                <a:solidFill>
                  <a:srgbClr val="6B5842"/>
                </a:solidFill>
                <a:latin typeface="Nanum Gothic Eco"/>
                <a:ea typeface="Nanum Gothic Eco"/>
                <a:cs typeface="Nanum Gothic Eco"/>
                <a:sym typeface="Nanum Gothic Eco"/>
              </a:rPr>
              <a:t>소켓 프로세스 4개 + Redis,</a:t>
            </a:r>
          </a:p>
          <a:p>
            <a:pPr>
              <a:lnSpc>
                <a:spcPts val="1890"/>
              </a:lnSpc>
              <a:spcBef>
                <a:spcPct val="0"/>
              </a:spcBef>
            </a:pPr>
            <a:r>
              <a:rPr lang="en-US" sz="1575">
                <a:solidFill>
                  <a:srgbClr val="6B5842"/>
                </a:solidFill>
                <a:latin typeface="Nanum Gothic Eco"/>
                <a:ea typeface="Nanum Gothic Eco"/>
                <a:cs typeface="Nanum Gothic Eco"/>
                <a:sym typeface="Nanum Gothic Eco"/>
              </a:rPr>
              <a:t>WebSocket은 nginx가 직접 전달</a:t>
            </a:r>
          </a:p>
        </p:txBody>
      </p:sp>
      <p:sp>
        <p:nvSpPr>
          <p:cNvPr id="13" name="TextBox 13"/>
          <p:cNvSpPr txBox="1"/>
          <p:nvPr/>
        </p:nvSpPr>
        <p:spPr>
          <a:xfrm>
            <a:off x="1381126" y="4660901"/>
            <a:ext cx="400050" cy="243143"/>
          </a:xfrm>
          <a:prstGeom prst="rect">
            <a:avLst/>
          </a:prstGeom>
        </p:spPr>
        <p:txBody>
          <a:bodyPr lIns="0" tIns="0" rIns="0" bIns="0" rtlCol="0" anchor="t">
            <a:spAutoFit/>
          </a:bodyPr>
          <a:lstStyle/>
          <a:p>
            <a:pPr>
              <a:lnSpc>
                <a:spcPts val="1980"/>
              </a:lnSpc>
            </a:pPr>
            <a:r>
              <a:rPr lang="en-US" sz="1650" b="1">
                <a:solidFill>
                  <a:srgbClr val="167D79"/>
                </a:solidFill>
                <a:latin typeface="Nanum Gothic Eco Bold"/>
                <a:ea typeface="Nanum Gothic Eco Bold"/>
                <a:cs typeface="Nanum Gothic Eco Bold"/>
                <a:sym typeface="Nanum Gothic Eco Bold"/>
              </a:rPr>
              <a:t>03</a:t>
            </a:r>
          </a:p>
        </p:txBody>
      </p:sp>
      <p:sp>
        <p:nvSpPr>
          <p:cNvPr id="14" name="TextBox 14"/>
          <p:cNvSpPr txBox="1"/>
          <p:nvPr/>
        </p:nvSpPr>
        <p:spPr>
          <a:xfrm>
            <a:off x="1905000" y="4641850"/>
            <a:ext cx="3175000" cy="278923"/>
          </a:xfrm>
          <a:prstGeom prst="rect">
            <a:avLst/>
          </a:prstGeom>
        </p:spPr>
        <p:txBody>
          <a:bodyPr lIns="0" tIns="0" rIns="0" bIns="0" rtlCol="0" anchor="t">
            <a:spAutoFit/>
          </a:bodyPr>
          <a:lstStyle/>
          <a:p>
            <a:pPr>
              <a:lnSpc>
                <a:spcPts val="2250"/>
              </a:lnSpc>
              <a:spcBef>
                <a:spcPct val="0"/>
              </a:spcBef>
            </a:pPr>
            <a:r>
              <a:rPr lang="en-US" sz="1875" b="1" dirty="0" err="1">
                <a:solidFill>
                  <a:srgbClr val="183F3D"/>
                </a:solidFill>
                <a:latin typeface="Nanum Gothic Eco Bold"/>
                <a:ea typeface="Nanum Gothic Eco Bold"/>
                <a:cs typeface="Nanum Gothic Eco Bold"/>
                <a:sym typeface="Nanum Gothic Eco Bold"/>
              </a:rPr>
              <a:t>메시지</a:t>
            </a:r>
            <a:r>
              <a:rPr lang="en-US" sz="1875" b="1" dirty="0">
                <a:solidFill>
                  <a:srgbClr val="183F3D"/>
                </a:solidFill>
                <a:latin typeface="Nanum Gothic Eco Bold"/>
                <a:ea typeface="Nanum Gothic Eco Bold"/>
                <a:cs typeface="Nanum Gothic Eco Bold"/>
                <a:sym typeface="Nanum Gothic Eco Bold"/>
              </a:rPr>
              <a:t> </a:t>
            </a:r>
            <a:r>
              <a:rPr lang="ko-KR" altLang="en-US" sz="1875" b="1" dirty="0">
                <a:solidFill>
                  <a:srgbClr val="183F3D"/>
                </a:solidFill>
                <a:latin typeface="Nanum Gothic Eco Bold"/>
                <a:ea typeface="Nanum Gothic Eco Bold"/>
                <a:cs typeface="Nanum Gothic Eco Bold"/>
                <a:sym typeface="Nanum Gothic Eco Bold"/>
              </a:rPr>
              <a:t>전송 배치 처리</a:t>
            </a:r>
            <a:endParaRPr lang="en-US" sz="1875" b="1" dirty="0">
              <a:solidFill>
                <a:srgbClr val="183F3D"/>
              </a:solidFill>
              <a:latin typeface="Nanum Gothic Eco Bold"/>
              <a:ea typeface="Nanum Gothic Eco Bold"/>
              <a:cs typeface="Nanum Gothic Eco Bold"/>
              <a:sym typeface="Nanum Gothic Eco Bold"/>
            </a:endParaRPr>
          </a:p>
        </p:txBody>
      </p:sp>
      <p:sp>
        <p:nvSpPr>
          <p:cNvPr id="15" name="TextBox 15"/>
          <p:cNvSpPr txBox="1"/>
          <p:nvPr/>
        </p:nvSpPr>
        <p:spPr>
          <a:xfrm>
            <a:off x="1905000" y="5070475"/>
            <a:ext cx="3175000" cy="474874"/>
          </a:xfrm>
          <a:prstGeom prst="rect">
            <a:avLst/>
          </a:prstGeom>
        </p:spPr>
        <p:txBody>
          <a:bodyPr lIns="0" tIns="0" rIns="0" bIns="0" rtlCol="0" anchor="t">
            <a:spAutoFit/>
          </a:bodyPr>
          <a:lstStyle/>
          <a:p>
            <a:pPr>
              <a:lnSpc>
                <a:spcPts val="1890"/>
              </a:lnSpc>
              <a:spcBef>
                <a:spcPct val="0"/>
              </a:spcBef>
            </a:pPr>
            <a:r>
              <a:rPr lang="en-US" sz="1575" dirty="0" err="1">
                <a:solidFill>
                  <a:srgbClr val="6B5842"/>
                </a:solidFill>
                <a:latin typeface="Nanum Gothic Eco"/>
                <a:ea typeface="Nanum Gothic Eco"/>
                <a:cs typeface="Nanum Gothic Eco"/>
                <a:sym typeface="Nanum Gothic Eco"/>
              </a:rPr>
              <a:t>같은</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프로세스는</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바로</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쓰고</a:t>
            </a:r>
            <a:endParaRPr lang="en-US" sz="1575" dirty="0">
              <a:solidFill>
                <a:srgbClr val="6B5842"/>
              </a:solidFill>
              <a:latin typeface="Nanum Gothic Eco"/>
              <a:ea typeface="Nanum Gothic Eco"/>
              <a:cs typeface="Nanum Gothic Eco"/>
              <a:sym typeface="Nanum Gothic Eco"/>
            </a:endParaRPr>
          </a:p>
          <a:p>
            <a:pPr>
              <a:lnSpc>
                <a:spcPts val="1890"/>
              </a:lnSpc>
              <a:spcBef>
                <a:spcPct val="0"/>
              </a:spcBef>
            </a:pPr>
            <a:r>
              <a:rPr lang="en-US" sz="1575" dirty="0" err="1">
                <a:solidFill>
                  <a:srgbClr val="6B5842"/>
                </a:solidFill>
                <a:latin typeface="Nanum Gothic Eco"/>
                <a:ea typeface="Nanum Gothic Eco"/>
                <a:cs typeface="Nanum Gothic Eco"/>
                <a:sym typeface="Nanum Gothic Eco"/>
              </a:rPr>
              <a:t>다른</a:t>
            </a:r>
            <a:r>
              <a:rPr lang="en-US" sz="1575" dirty="0">
                <a:solidFill>
                  <a:srgbClr val="6B5842"/>
                </a:solidFill>
                <a:latin typeface="Nanum Gothic Eco"/>
                <a:ea typeface="Nanum Gothic Eco"/>
                <a:cs typeface="Nanum Gothic Eco"/>
                <a:sym typeface="Nanum Gothic Eco"/>
              </a:rPr>
              <a:t> </a:t>
            </a:r>
            <a:r>
              <a:rPr lang="en-US" sz="1575" dirty="0" err="1">
                <a:solidFill>
                  <a:srgbClr val="6B5842"/>
                </a:solidFill>
                <a:latin typeface="Nanum Gothic Eco"/>
                <a:ea typeface="Nanum Gothic Eco"/>
                <a:cs typeface="Nanum Gothic Eco"/>
                <a:sym typeface="Nanum Gothic Eco"/>
              </a:rPr>
              <a:t>프로세스엔</a:t>
            </a:r>
            <a:r>
              <a:rPr lang="en-US" sz="1575" dirty="0">
                <a:solidFill>
                  <a:srgbClr val="6B5842"/>
                </a:solidFill>
                <a:latin typeface="Nanum Gothic Eco"/>
                <a:ea typeface="Nanum Gothic Eco"/>
                <a:cs typeface="Nanum Gothic Eco"/>
                <a:sym typeface="Nanum Gothic Eco"/>
              </a:rPr>
              <a:t> 0.1초 </a:t>
            </a:r>
            <a:r>
              <a:rPr lang="en-US" sz="1575" dirty="0" err="1">
                <a:solidFill>
                  <a:srgbClr val="6B5842"/>
                </a:solidFill>
                <a:latin typeface="Nanum Gothic Eco"/>
                <a:ea typeface="Nanum Gothic Eco"/>
                <a:cs typeface="Nanum Gothic Eco"/>
                <a:sym typeface="Nanum Gothic Eco"/>
              </a:rPr>
              <a:t>묶음</a:t>
            </a:r>
            <a:endParaRPr lang="en-US" sz="1575" dirty="0">
              <a:solidFill>
                <a:srgbClr val="6B5842"/>
              </a:solidFill>
              <a:latin typeface="Nanum Gothic Eco"/>
              <a:ea typeface="Nanum Gothic Eco"/>
              <a:cs typeface="Nanum Gothic Eco"/>
              <a:sym typeface="Nanum Gothic Eco"/>
            </a:endParaRPr>
          </a:p>
        </p:txBody>
      </p:sp>
      <p:grpSp>
        <p:nvGrpSpPr>
          <p:cNvPr id="16" name="Group 16"/>
          <p:cNvGrpSpPr/>
          <p:nvPr/>
        </p:nvGrpSpPr>
        <p:grpSpPr>
          <a:xfrm>
            <a:off x="5245100" y="2317750"/>
            <a:ext cx="5562600" cy="3206750"/>
            <a:chOff x="0" y="0"/>
            <a:chExt cx="11125200" cy="6413500"/>
          </a:xfrm>
        </p:grpSpPr>
        <p:sp>
          <p:nvSpPr>
            <p:cNvPr id="17" name="Freeform 17" descr="실사용 모방 100명·프로세스 4개 고치기 전→고친 뒤: 점프 응답 70.6초→70ms, 다른 사람 위치 간격 1,549→227ms, 키→움직임 197→50ms, Redis 34.0→2.5%"/>
            <p:cNvSpPr/>
            <p:nvPr/>
          </p:nvSpPr>
          <p:spPr>
            <a:xfrm>
              <a:off x="0" y="0"/>
              <a:ext cx="11125200" cy="6413551"/>
            </a:xfrm>
            <a:custGeom>
              <a:avLst/>
              <a:gdLst/>
              <a:ahLst/>
              <a:cxnLst/>
              <a:rect l="l" t="t" r="r" b="b"/>
              <a:pathLst>
                <a:path w="11125200" h="6413551">
                  <a:moveTo>
                    <a:pt x="0" y="0"/>
                  </a:moveTo>
                  <a:lnTo>
                    <a:pt x="11125200" y="0"/>
                  </a:lnTo>
                  <a:lnTo>
                    <a:pt x="11125200" y="6413551"/>
                  </a:lnTo>
                  <a:lnTo>
                    <a:pt x="0" y="6413551"/>
                  </a:lnTo>
                  <a:lnTo>
                    <a:pt x="0" y="0"/>
                  </a:lnTo>
                  <a:close/>
                </a:path>
              </a:pathLst>
            </a:custGeom>
            <a:blipFill>
              <a:blip r:embed="rId4"/>
              <a:stretch>
                <a:fillRect l="-20" r="-20"/>
              </a:stretch>
            </a:blipFill>
          </p:spPr>
          <p:txBody>
            <a:bodyPr/>
            <a:lstStyle/>
            <a:p>
              <a:endParaRPr lang="ko-KR" altLang="en-US" sz="1200"/>
            </a:p>
          </p:txBody>
        </p:sp>
      </p:grpSp>
      <p:sp>
        <p:nvSpPr>
          <p:cNvPr id="18" name="TextBox 18"/>
          <p:cNvSpPr txBox="1"/>
          <p:nvPr/>
        </p:nvSpPr>
        <p:spPr>
          <a:xfrm>
            <a:off x="5245100" y="5594350"/>
            <a:ext cx="5562600" cy="231217"/>
          </a:xfrm>
          <a:prstGeom prst="rect">
            <a:avLst/>
          </a:prstGeom>
        </p:spPr>
        <p:txBody>
          <a:bodyPr lIns="0" tIns="0" rIns="0" bIns="0" rtlCol="0" anchor="t">
            <a:spAutoFit/>
          </a:bodyPr>
          <a:lstStyle/>
          <a:p>
            <a:pPr>
              <a:lnSpc>
                <a:spcPts val="1890"/>
              </a:lnSpc>
              <a:spcBef>
                <a:spcPct val="0"/>
              </a:spcBef>
            </a:pPr>
            <a:r>
              <a:rPr lang="en-US" sz="1575" b="1">
                <a:solidFill>
                  <a:srgbClr val="167D79"/>
                </a:solidFill>
                <a:latin typeface="Nanum Gothic Eco Bold"/>
                <a:ea typeface="Nanum Gothic Eco Bold"/>
                <a:cs typeface="Nanum Gothic Eco Bold"/>
                <a:sym typeface="Nanum Gothic Eco Bold"/>
              </a:rPr>
              <a:t>가장 바쁜 프로세스 89.4% → 82.8%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3" name="closing-title">
            <a:extLst>
              <a:ext uri="{FF2B5EF4-FFF2-40B4-BE49-F238E27FC236}">
                <a16:creationId xmlns:a16="http://schemas.microsoft.com/office/drawing/2014/main" id="{D3840F4D-16D7-4809-BBEF-F1BD172391A1}"/>
              </a:ext>
            </a:extLst>
          </p:cNvPr>
          <p:cNvSpPr>
            <a:spLocks noGrp="1"/>
          </p:cNvSpPr>
          <p:nvPr/>
        </p:nvSpPr>
        <p:spPr>
          <a:xfrm>
            <a:off x="1634646" y="2924827"/>
            <a:ext cx="2235896" cy="1151743"/>
          </a:xfrm>
          <a:prstGeom prst="rect">
            <a:avLst/>
          </a:prstGeom>
          <a:noFill/>
          <a:ln w="0">
            <a:noFill/>
          </a:ln>
        </p:spPr>
        <p:txBody>
          <a:bodyPr wrap="none" lIns="0" tIns="0" rIns="0" bIns="0" anchor="t">
            <a:noAutofit/>
          </a:bodyPr>
          <a:lstStyle>
            <a:defPPr algn="l">
              <a:defRPr sz="3600" b="1">
                <a:solidFill>
                  <a:srgbClr val="183F3D"/>
                </a:solidFill>
                <a:latin typeface="Apple SD Gothic Neo"/>
                <a:ea typeface="Apple SD Gothic Neo"/>
                <a:cs typeface="Apple SD Gothic Neo"/>
              </a:defRPr>
            </a:defPPr>
          </a:lstStyle>
          <a:p>
            <a:pPr algn="l">
              <a:defRPr sz="3600" b="1">
                <a:solidFill>
                  <a:srgbClr val="183F3D"/>
                </a:solidFill>
                <a:latin typeface="Apple SD Gothic Neo"/>
                <a:ea typeface="Apple SD Gothic Neo"/>
                <a:cs typeface="Apple SD Gothic Neo"/>
              </a:defRPr>
            </a:pPr>
            <a:r>
              <a:rPr lang="en-US" sz="8000" dirty="0">
                <a:solidFill>
                  <a:srgbClr val="183F3D"/>
                </a:solidFill>
                <a:latin typeface="NanumGothic" panose="020D0604000000000000" pitchFamily="34" charset="-127"/>
                <a:ea typeface="NanumGothic" panose="020D0604000000000000" pitchFamily="34" charset="-127"/>
                <a:cs typeface="Apple SD Gothic Neo"/>
              </a:rPr>
              <a:t>Q&amp;A</a:t>
            </a:r>
            <a:endParaRPr sz="8000" dirty="0">
              <a:solidFill>
                <a:srgbClr val="183F3D"/>
              </a:solidFill>
              <a:latin typeface="NanumGothic" panose="020D0604000000000000" pitchFamily="34" charset="-127"/>
              <a:ea typeface="NanumGothic" panose="020D0604000000000000" pitchFamily="34" charset="-127"/>
              <a:cs typeface="Apple SD Gothic Neo"/>
            </a:endParaRPr>
          </a:p>
        </p:txBody>
      </p:sp>
      <p:pic>
        <p:nvPicPr>
          <p:cNvPr id="12" name="그림 11">
            <a:extLst>
              <a:ext uri="{FF2B5EF4-FFF2-40B4-BE49-F238E27FC236}">
                <a16:creationId xmlns:a16="http://schemas.microsoft.com/office/drawing/2014/main" id="{45567C68-C49B-C315-698E-7268CB8299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6552" y="1716414"/>
            <a:ext cx="3195051" cy="1065017"/>
          </a:xfrm>
          <a:prstGeom prst="rect">
            <a:avLst/>
          </a:prstGeom>
        </p:spPr>
      </p:pic>
    </p:spTree>
    <p:extLst>
      <p:ext uri="{BB962C8B-B14F-4D97-AF65-F5344CB8AC3E}">
        <p14:creationId xmlns:p14="http://schemas.microsoft.com/office/powerpoint/2010/main" val="72024442"/>
      </p:ext>
    </p:extLst>
  </p:cSld>
  <p:clrMapOvr>
    <a:masterClrMapping/>
  </p:clrMapOvr>
</p:sld>
</file>

<file path=ppt/theme/theme1.xml><?xml version="1.0" encoding="utf-8"?>
<a:theme xmlns:a="http://schemas.openxmlformats.org/drawingml/2006/main" name="ChatGPT">
  <a:themeElements>
    <a:clrScheme name="PLAYDATA Campus">
      <a:dk1>
        <a:srgbClr val="342E26"/>
      </a:dk1>
      <a:lt1>
        <a:srgbClr val="FFFCF7"/>
      </a:lt1>
      <a:dk2>
        <a:srgbClr val="183F3D"/>
      </a:dk2>
      <a:lt2>
        <a:srgbClr val="F5ECDD"/>
      </a:lt2>
      <a:accent1>
        <a:srgbClr val="167D79"/>
      </a:accent1>
      <a:accent2>
        <a:srgbClr val="183F3D"/>
      </a:accent2>
      <a:accent3>
        <a:srgbClr val="C5AB85"/>
      </a:accent3>
      <a:accent4>
        <a:srgbClr val="E8B64E"/>
      </a:accent4>
      <a:accent5>
        <a:srgbClr val="A9C997"/>
      </a:accent5>
      <a:accent6>
        <a:srgbClr val="EEF3E5"/>
      </a:accent6>
      <a:hlink>
        <a:srgbClr val="167D79"/>
      </a:hlink>
      <a:folHlink>
        <a:srgbClr val="183F3D"/>
      </a:folHlink>
    </a:clrScheme>
    <a:fontScheme name="">
      <a:majorFont>
        <a:latin typeface="Apple SD Gothic Neo"/>
        <a:ea typeface=""/>
        <a:cs typeface=""/>
      </a:majorFont>
      <a:minorFont>
        <a:latin typeface="Apple SD Gothic Neo"/>
        <a:ea typeface=""/>
        <a:cs typeface=""/>
      </a:minorFont>
    </a:fontScheme>
    <a:fmtScheme name="PLAYDATA Campu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PLAYDATA Campus">
      <a:dk1>
        <a:srgbClr val="342E26"/>
      </a:dk1>
      <a:lt1>
        <a:srgbClr val="FFFCF7"/>
      </a:lt1>
      <a:dk2>
        <a:srgbClr val="183F3D"/>
      </a:dk2>
      <a:lt2>
        <a:srgbClr val="F5ECDD"/>
      </a:lt2>
      <a:accent1>
        <a:srgbClr val="167D79"/>
      </a:accent1>
      <a:accent2>
        <a:srgbClr val="183F3D"/>
      </a:accent2>
      <a:accent3>
        <a:srgbClr val="C5AB85"/>
      </a:accent3>
      <a:accent4>
        <a:srgbClr val="E8B64E"/>
      </a:accent4>
      <a:accent5>
        <a:srgbClr val="A9C997"/>
      </a:accent5>
      <a:accent6>
        <a:srgbClr val="EEF3E5"/>
      </a:accent6>
      <a:hlink>
        <a:srgbClr val="167D79"/>
      </a:hlink>
      <a:folHlink>
        <a:srgbClr val="183F3D"/>
      </a:folHlink>
    </a:clrScheme>
    <a:fontScheme name="">
      <a:majorFont>
        <a:latin typeface="Apple SD Gothic Neo"/>
        <a:ea typeface=""/>
        <a:cs typeface=""/>
      </a:majorFont>
      <a:minorFont>
        <a:latin typeface="Apple SD Gothic Neo"/>
        <a:ea typeface=""/>
        <a:cs typeface=""/>
      </a:minorFont>
    </a:fontScheme>
    <a:fmtScheme name="PLAYDATA Campu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PLAYDATA Campus">
      <a:dk1>
        <a:srgbClr val="342E26"/>
      </a:dk1>
      <a:lt1>
        <a:srgbClr val="FFFCF7"/>
      </a:lt1>
      <a:dk2>
        <a:srgbClr val="183F3D"/>
      </a:dk2>
      <a:lt2>
        <a:srgbClr val="F5ECDD"/>
      </a:lt2>
      <a:accent1>
        <a:srgbClr val="167D79"/>
      </a:accent1>
      <a:accent2>
        <a:srgbClr val="183F3D"/>
      </a:accent2>
      <a:accent3>
        <a:srgbClr val="C5AB85"/>
      </a:accent3>
      <a:accent4>
        <a:srgbClr val="E8B64E"/>
      </a:accent4>
      <a:accent5>
        <a:srgbClr val="A9C997"/>
      </a:accent5>
      <a:accent6>
        <a:srgbClr val="EEF3E5"/>
      </a:accent6>
      <a:hlink>
        <a:srgbClr val="167D79"/>
      </a:hlink>
      <a:folHlink>
        <a:srgbClr val="183F3D"/>
      </a:folHlink>
    </a:clrScheme>
    <a:fontScheme name="">
      <a:majorFont>
        <a:latin typeface="Apple SD Gothic Neo"/>
        <a:ea typeface=""/>
        <a:cs typeface=""/>
      </a:majorFont>
      <a:minorFont>
        <a:latin typeface="Apple SD Gothic Neo"/>
        <a:ea typeface=""/>
        <a:cs typeface=""/>
      </a:minorFont>
    </a:fontScheme>
    <a:fmtScheme name="PLAYDATA Campu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TotalTime>
  <Words>8071</Words>
  <Application>Microsoft Macintosh PowerPoint</Application>
  <DocSecurity>0</DocSecurity>
  <PresentationFormat>와이드스크린</PresentationFormat>
  <Paragraphs>920</Paragraphs>
  <Slides>55</Slides>
  <Notes>55</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55</vt:i4>
      </vt:variant>
    </vt:vector>
  </HeadingPairs>
  <TitlesOfParts>
    <vt:vector size="64" baseType="lpstr">
      <vt:lpstr>NanumGothic</vt:lpstr>
      <vt:lpstr>Malgun Gothic</vt:lpstr>
      <vt:lpstr>Apple SD Gothic Neo</vt:lpstr>
      <vt:lpstr>Nanum Gothic</vt:lpstr>
      <vt:lpstr>Nanum Gothic Eco</vt:lpstr>
      <vt:lpstr>Nanum Gothic Eco Bold</vt:lpstr>
      <vt:lpstr>Arial</vt:lpstr>
      <vt:lpstr>ChatGPT</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신동엽/임베디드시스템공학과</cp:lastModifiedBy>
  <cp:revision>22</cp:revision>
  <dcterms:created xsi:type="dcterms:W3CDTF">2026-10-16T11:17:05Z</dcterms:created>
  <dcterms:modified xsi:type="dcterms:W3CDTF">2026-10-20T23:47:12Z</dcterms:modified>
</cp:coreProperties>
</file>